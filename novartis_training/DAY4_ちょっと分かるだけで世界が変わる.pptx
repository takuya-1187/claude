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diagrams/colors1.xml" ContentType="application/vnd.openxmlformats-officedocument.drawingml.diagramColors+xml"/>
  <Override PartName="/ppt/diagrams/data1.xml" ContentType="application/vnd.openxmlformats-officedocument.drawingml.diagramData+xml"/>
  <Override PartName="/ppt/diagrams/drawing1.xml" ContentType="application/vnd.ms-office.drawingml.diagramDrawing+xml"/>
  <Override PartName="/ppt/diagrams/layout1.xml" ContentType="application/vnd.openxmlformats-officedocument.drawingml.diagramLayout+xml"/>
  <Override PartName="/ppt/diagrams/quickStyle1.xml" ContentType="application/vnd.openxmlformats-officedocument.drawingml.diagramStyle+xml"/>
  <Override PartName="/ppt/media/image1.svg" ContentType="image/svg+xml"/>
  <Override PartName="/ppt/media/image4.svg" ContentType="image/svg+xml"/>
  <Override PartName="/ppt/media/image7.svg" ContentType="image/svg+xml"/>
  <Override PartName="/ppt/media/image8.svg" ContentType="image/svg+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sldIdLst>
    <p:sldId id="402" r:id="rId3"/>
    <p:sldId id="499" r:id="rId4"/>
    <p:sldId id="400" r:id="rId5"/>
    <p:sldId id="393" r:id="rId6"/>
    <p:sldId id="394" r:id="rId7"/>
    <p:sldId id="399" r:id="rId8"/>
    <p:sldId id="396" r:id="rId9"/>
    <p:sldId id="500" r:id="rId16"/>
    <p:sldId id="501" r:id="rId17"/>
    <p:sldId id="502" r:id="rId18"/>
    <p:sldId id="503" r:id="rId19"/>
    <p:sldId id="504" r:id="rId20"/>
    <p:sldId id="505" r:id="rId21"/>
    <p:sldId id="506" r:id="rId22"/>
    <p:sldId id="507" r:id="rId23"/>
    <p:sldId id="508" r:id="rId24"/>
    <p:sldId id="509" r:id="rId25"/>
    <p:sldId id="510" r:id="rId26"/>
    <p:sldId id="511" r:id="rId27"/>
    <p:sldId id="512" r:id="rId28"/>
    <p:sldId id="513" r:id="rId29"/>
    <p:sldId id="514" r:id="rId30"/>
    <p:sldId id="515" r:id="rId31"/>
    <p:sldId id="516" r:id="rId32"/>
    <p:sldId id="517" r:id="rId33"/>
    <p:sldId id="518" r:id="rId34"/>
    <p:sldId id="519" r:id="rId35"/>
    <p:sldId id="520" r:id="rId36"/>
    <p:sldId id="521" r:id="rId37"/>
    <p:sldId id="522" r:id="rId38"/>
    <p:sldId id="523" r:id="rId39"/>
    <p:sldId id="524" r:id="rId40"/>
    <p:sldId id="525" r:id="rId41"/>
    <p:sldId id="526" r:id="rId42"/>
    <p:sldId id="527" r:id="rId43"/>
    <p:sldId id="528" r:id="rId44"/>
    <p:sldId id="529" r:id="rId4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D533AA-C579-1C45-BEA3-440ECA50460C}" v="3" dt="2026-07-27T11:46:49.44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 Id="rId42" Type="http://schemas.openxmlformats.org/officeDocument/2006/relationships/slide" Target="slides/slide34.xml"/><Relationship Id="rId43" Type="http://schemas.openxmlformats.org/officeDocument/2006/relationships/slide" Target="slides/slide35.xml"/><Relationship Id="rId44" Type="http://schemas.openxmlformats.org/officeDocument/2006/relationships/slide" Target="slides/slide36.xml"/><Relationship Id="rId45" Type="http://schemas.openxmlformats.org/officeDocument/2006/relationships/slide" Target="slides/slide37.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54" Type="http://schemas.microsoft.com/office/2016/11/relationships/changesInfo" Target="changesInfos/changesInfo1.xml"/><Relationship Id="rId5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拓也 井上" userId="36cefa26ecca6a8b" providerId="LiveId" clId="{654E1465-D65A-515B-9566-95ABAE39F78F}"/>
    <pc:docChg chg="undo custSel addSld delSld modSld">
      <pc:chgData name="拓也 井上" userId="36cefa26ecca6a8b" providerId="LiveId" clId="{654E1465-D65A-515B-9566-95ABAE39F78F}" dt="2026-07-27T11:49:06.077" v="36" actId="1038"/>
      <pc:docMkLst>
        <pc:docMk/>
      </pc:docMkLst>
      <pc:sldChg chg="addSp delSp modSp add del mod">
        <pc:chgData name="拓也 井上" userId="36cefa26ecca6a8b" providerId="LiveId" clId="{654E1465-D65A-515B-9566-95ABAE39F78F}" dt="2026-07-27T11:49:06.077" v="36" actId="1038"/>
        <pc:sldMkLst>
          <pc:docMk/>
          <pc:sldMk cId="2656205384" sldId="393"/>
        </pc:sldMkLst>
        <pc:spChg chg="del">
          <ac:chgData name="拓也 井上" userId="36cefa26ecca6a8b" providerId="LiveId" clId="{654E1465-D65A-515B-9566-95ABAE39F78F}" dt="2026-07-27T11:48:17.748" v="13" actId="478"/>
          <ac:spMkLst>
            <pc:docMk/>
            <pc:sldMk cId="2656205384" sldId="393"/>
            <ac:spMk id="7" creationId="{68A3AD31-DDFC-BA89-25E8-B71709CCAB51}"/>
          </ac:spMkLst>
        </pc:spChg>
        <pc:spChg chg="add mod">
          <ac:chgData name="拓也 井上" userId="36cefa26ecca6a8b" providerId="LiveId" clId="{654E1465-D65A-515B-9566-95ABAE39F78F}" dt="2026-07-27T11:49:06.077" v="36" actId="1038"/>
          <ac:spMkLst>
            <pc:docMk/>
            <pc:sldMk cId="2656205384" sldId="393"/>
            <ac:spMk id="12" creationId="{14366105-51EE-2A58-66B0-3AD72D6C0221}"/>
          </ac:spMkLst>
        </pc:spChg>
      </pc:sldChg>
      <pc:sldChg chg="add del">
        <pc:chgData name="拓也 井上" userId="36cefa26ecca6a8b" providerId="LiveId" clId="{654E1465-D65A-515B-9566-95ABAE39F78F}" dt="2026-07-27T11:46:49.443" v="4"/>
        <pc:sldMkLst>
          <pc:docMk/>
          <pc:sldMk cId="378351639" sldId="394"/>
        </pc:sldMkLst>
      </pc:sldChg>
      <pc:sldChg chg="add del">
        <pc:chgData name="拓也 井上" userId="36cefa26ecca6a8b" providerId="LiveId" clId="{654E1465-D65A-515B-9566-95ABAE39F78F}" dt="2026-07-27T11:46:49.443" v="4"/>
        <pc:sldMkLst>
          <pc:docMk/>
          <pc:sldMk cId="641085143" sldId="396"/>
        </pc:sldMkLst>
      </pc:sldChg>
      <pc:sldChg chg="add del">
        <pc:chgData name="拓也 井上" userId="36cefa26ecca6a8b" providerId="LiveId" clId="{654E1465-D65A-515B-9566-95ABAE39F78F}" dt="2026-07-27T11:46:49.443" v="4"/>
        <pc:sldMkLst>
          <pc:docMk/>
          <pc:sldMk cId="3007888129" sldId="399"/>
        </pc:sldMkLst>
      </pc:sldChg>
      <pc:sldChg chg="modSp add del mod">
        <pc:chgData name="拓也 井上" userId="36cefa26ecca6a8b" providerId="LiveId" clId="{654E1465-D65A-515B-9566-95ABAE39F78F}" dt="2026-07-27T11:46:49.443" v="4"/>
        <pc:sldMkLst>
          <pc:docMk/>
          <pc:sldMk cId="2697407459" sldId="400"/>
        </pc:sldMkLst>
        <pc:spChg chg="mod">
          <ac:chgData name="拓也 井上" userId="36cefa26ecca6a8b" providerId="LiveId" clId="{654E1465-D65A-515B-9566-95ABAE39F78F}" dt="2026-07-27T11:46:49.402" v="3"/>
          <ac:spMkLst>
            <pc:docMk/>
            <pc:sldMk cId="2697407459" sldId="400"/>
            <ac:spMk id="17" creationId="{C23B6A35-B6F0-D784-4F8B-1364DB108CD7}"/>
          </ac:spMkLst>
        </pc:spChg>
      </pc:sldChg>
      <pc:sldChg chg="add del">
        <pc:chgData name="拓也 井上" userId="36cefa26ecca6a8b" providerId="LiveId" clId="{654E1465-D65A-515B-9566-95ABAE39F78F}" dt="2026-07-27T11:46:49.443" v="4"/>
        <pc:sldMkLst>
          <pc:docMk/>
          <pc:sldMk cId="248841499" sldId="402"/>
        </pc:sldMkLst>
      </pc:sldChg>
      <pc:sldChg chg="modSp add del mod">
        <pc:chgData name="拓也 井上" userId="36cefa26ecca6a8b" providerId="LiveId" clId="{654E1465-D65A-515B-9566-95ABAE39F78F}" dt="2026-07-27T11:47:08.564" v="12" actId="20577"/>
        <pc:sldMkLst>
          <pc:docMk/>
          <pc:sldMk cId="2501997366" sldId="499"/>
        </pc:sldMkLst>
        <pc:spChg chg="mod">
          <ac:chgData name="拓也 井上" userId="36cefa26ecca6a8b" providerId="LiveId" clId="{654E1465-D65A-515B-9566-95ABAE39F78F}" dt="2026-07-27T11:47:08.564" v="12" actId="20577"/>
          <ac:spMkLst>
            <pc:docMk/>
            <pc:sldMk cId="2501997366" sldId="499"/>
            <ac:spMk id="17" creationId="{FADAD954-F788-17B4-4954-5A19C0C37BDB}"/>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3B85529-F70A-4750-9FED-7F46D522D6CB}" type="doc">
      <dgm:prSet loTypeId="urn:microsoft.com/office/officeart/2024/layout/NumberedTitleCardList#1" loCatId="list" qsTypeId="urn:microsoft.com/office/officeart/2005/8/quickstyle/3d3" qsCatId="3D" csTypeId="urn:microsoft.com/office/officeart/2005/8/colors/accent1_2" csCatId="accent1" phldr="1"/>
      <dgm:spPr/>
      <dgm:t>
        <a:bodyPr/>
        <a:lstStyle/>
        <a:p>
          <a:endParaRPr kumimoji="1" lang="ja-JP" altLang="en-US"/>
        </a:p>
      </dgm:t>
    </dgm:pt>
    <dgm:pt modelId="{BB8186F1-4D8D-4F1C-8A3F-E9750182C3BC}">
      <dgm:prSet phldrT="[テキスト]"/>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広瀬正和さん</a:t>
          </a:r>
          <a:endParaRPr kumimoji="1" lang="en-US" altLang="ja-JP">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gm:t>
    </dgm:pt>
    <dgm:pt modelId="{F6A3CC97-B1D0-4568-B79D-73B7C3DB2F4E}" type="parTrans" cxnId="{0FC7696E-A495-41B7-8A91-10453AA05F10}">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B6642FE9-9D8B-4BF9-9AE6-A4B052F3EA2B}" type="sibTrans" cxnId="{0FC7696E-A495-41B7-8A91-10453AA05F10}">
      <dgm:prSet phldrT="01" phldr="0"/>
      <dgm:spPr/>
      <dgm:t>
        <a:bodyPr/>
        <a:lstStyle/>
        <a:p>
          <a:r>
            <a:rPr>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01</a:t>
          </a:r>
        </a:p>
      </dgm:t>
    </dgm:pt>
    <dgm:pt modelId="{9D4579C2-549C-4E36-ADCD-807A30AC87BF}">
      <dgm:prSet phldrT="[テキスト]"/>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藤直之さん</a:t>
          </a:r>
          <a:endParaRPr kumimoji="1" lang="en-US" altLang="ja-JP">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gm:t>
    </dgm:pt>
    <dgm:pt modelId="{03E57B4E-B8DB-4AD7-8B18-C53DDE978EFE}" type="parTrans" cxnId="{A5DC40A2-DD3E-4991-96C9-326DF2FCB6D5}">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27929EAD-6052-41FF-8B67-AF7D936E0390}" type="sibTrans" cxnId="{A5DC40A2-DD3E-4991-96C9-326DF2FCB6D5}">
      <dgm:prSet phldrT="02"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02</a:t>
          </a:r>
        </a:p>
      </dgm:t>
    </dgm:pt>
    <dgm:pt modelId="{32783916-157E-4466-ADD3-4068200EA9E7}">
      <dgm:prSet phldrT="[テキスト]"/>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菅俣充さん</a:t>
          </a:r>
          <a:endParaRPr kumimoji="1" lang="ja-JP" altLang="en-US">
            <a:effectLst>
              <a:outerShdw blurRad="38100" dist="38100" dir="2700000" algn="tl">
                <a:srgbClr val="000000">
                  <a:alpha val="43137"/>
                </a:srgbClr>
              </a:outerShdw>
            </a:effectLst>
            <a:latin typeface="Meiryo UI"/>
            <a:ea typeface="Meiryo UI"/>
          </a:endParaRPr>
        </a:p>
        <a:p>
          <a:r>
            <a:rPr kumimoji="1" lang="ja-JP" altLang="en-US">
              <a:effectLst>
                <a:outerShdw blurRad="38100" dist="38100" dir="2700000" algn="tl">
                  <a:srgbClr val="000000">
                    <a:alpha val="43137"/>
                  </a:srgbClr>
                </a:outerShdw>
              </a:effectLst>
              <a:latin typeface="Meiryo UI"/>
              <a:ea typeface="Meiryo UI"/>
            </a:rPr>
            <a:t>関東・新潟営業所</a:t>
          </a:r>
        </a:p>
      </dgm:t>
    </dgm:pt>
    <dgm:pt modelId="{4F7CFC40-7992-40F5-B54F-DA5CD7B59DA4}" type="parTrans" cxnId="{138E49BB-DDA7-475D-A4DA-F829546D1563}">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681992B0-7757-4550-BF07-EC8C3E6B5591}" type="sibTrans" cxnId="{138E49BB-DDA7-475D-A4DA-F829546D1563}">
      <dgm:prSet phldrT="03"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03</a:t>
          </a:r>
        </a:p>
      </dgm:t>
    </dgm:pt>
    <dgm:pt modelId="{2958E64B-E2FC-4C7C-B297-C0822142C871}">
      <dgm:prSet phldrT="[テキスト]"/>
      <dgm:spPr/>
      <dgm:t>
        <a:bodyPr/>
        <a:lstStyle/>
        <a:p>
          <a:pPr rtl="0"/>
          <a:r>
            <a:rPr kumimoji="1" lang="ja-JP" altLang="en-US">
              <a:effectLst>
                <a:outerShdw blurRad="38100" dist="38100" dir="2700000" algn="tl">
                  <a:srgbClr val="000000">
                    <a:alpha val="43137"/>
                  </a:srgbClr>
                </a:outerShdw>
              </a:effectLst>
              <a:latin typeface="Meiryo UI"/>
              <a:ea typeface="Meiryo UI"/>
            </a:rPr>
            <a:t>森田由梨香さん</a:t>
          </a:r>
        </a:p>
        <a:p>
          <a:pPr rtl="0"/>
          <a:r>
            <a:rPr kumimoji="1" lang="ja-JP" altLang="en-US">
              <a:effectLst>
                <a:outerShdw blurRad="38100" dist="38100" dir="2700000" algn="tl">
                  <a:srgbClr val="000000">
                    <a:alpha val="43137"/>
                  </a:srgbClr>
                </a:outerShdw>
              </a:effectLst>
              <a:latin typeface="Meiryo UI"/>
              <a:ea typeface="Meiryo UI"/>
            </a:rPr>
            <a:t>首都圏第一営業所</a:t>
          </a:r>
          <a:endParaRPr kumimoji="1" lang="ja-JP">
            <a:effectLst>
              <a:outerShdw blurRad="38100" dist="38100" dir="2700000" algn="tl">
                <a:srgbClr val="000000">
                  <a:alpha val="43137"/>
                </a:srgbClr>
              </a:outerShdw>
            </a:effectLst>
          </a:endParaRPr>
        </a:p>
      </dgm:t>
    </dgm:pt>
    <dgm:pt modelId="{0206639D-6D46-480A-8AFF-4CEC78AF0F4C}" type="parTrans" cxnId="{E55A6F15-C820-428A-9A9D-CF867ED99ABD}">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AFE0B7CE-5D13-4E42-813E-15AF889D9106}" type="sibTrans" cxnId="{E55A6F15-C820-428A-9A9D-CF867ED99ABD}">
      <dgm:prSet phldrT="04"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04</a:t>
          </a:r>
        </a:p>
      </dgm:t>
    </dgm:pt>
    <dgm:pt modelId="{7B6B7B79-4675-40F5-887D-ECCA77238154}">
      <dgm:prSet phldrT="[テキスト]"/>
      <dgm:spPr/>
      <dgm:t>
        <a:bodyPr/>
        <a:lstStyle/>
        <a:p>
          <a:r>
            <a:rPr kumimoji="1" lang="ja-JP" altLang="en-US">
              <a:effectLst>
                <a:outerShdw blurRad="38100" dist="38100" dir="2700000" algn="tl">
                  <a:srgbClr val="000000">
                    <a:alpha val="43137"/>
                  </a:srgbClr>
                </a:outerShdw>
              </a:effectLst>
              <a:latin typeface="Meiryo UI"/>
              <a:ea typeface="Meiryo UI"/>
            </a:rPr>
            <a:t>井上拓也さん</a:t>
          </a:r>
        </a:p>
        <a:p>
          <a:r>
            <a:rPr kumimoji="1" lang="ja-JP" altLang="en-US">
              <a:effectLst>
                <a:outerShdw blurRad="38100" dist="38100" dir="2700000" algn="tl">
                  <a:srgbClr val="000000">
                    <a:alpha val="43137"/>
                  </a:srgbClr>
                </a:outerShdw>
              </a:effectLst>
              <a:latin typeface="Meiryo UI"/>
              <a:ea typeface="Meiryo UI"/>
            </a:rPr>
            <a:t>関東甲信北陸営業所</a:t>
          </a:r>
        </a:p>
      </dgm:t>
    </dgm:pt>
    <dgm:pt modelId="{797B3C42-55B6-416C-B23F-C20DD9AEC73F}" type="parTrans" cxnId="{4A205C94-32E3-4FB5-904B-45B85854154D}">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ADEEDE36-5E15-4EB3-9060-FB728839363A}" type="sibTrans" cxnId="{4A205C94-32E3-4FB5-904B-45B85854154D}">
      <dgm:prSet phldrT="05"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05</a:t>
          </a:r>
        </a:p>
      </dgm:t>
    </dgm:pt>
    <dgm:pt modelId="{48F22D86-A0F2-47FB-A49B-EA81CC2DED97}">
      <dgm:prSet phldrT="[テキスト]"/>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早川徹さん</a:t>
          </a:r>
          <a:endParaRPr kumimoji="1" lang="en-US" altLang="ja-JP">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gm:t>
    </dgm:pt>
    <dgm:pt modelId="{83A5E9FE-F64E-4640-AFEF-B94FEEE5333B}" type="parTrans" cxnId="{8CA5681B-E089-4EF1-A39F-A2C04042A906}">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92B2BAFB-2ECA-4E40-9F20-0A1C56B0A416}" type="sibTrans" cxnId="{8CA5681B-E089-4EF1-A39F-A2C04042A906}">
      <dgm:prSet phldrT="06"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06</a:t>
          </a:r>
        </a:p>
      </dgm:t>
    </dgm:pt>
    <dgm:pt modelId="{3CAD313A-0762-434E-855A-3186959C14E0}">
      <dgm:prSet phldrT="[テキスト]"/>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中山航さん</a:t>
          </a:r>
          <a:endParaRPr kumimoji="1" lang="en-US" altLang="ja-JP">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近畿営業所</a:t>
          </a:r>
        </a:p>
      </dgm:t>
    </dgm:pt>
    <dgm:pt modelId="{CD6B353A-A339-41E3-8D60-670A3EE8CF9F}" type="parTrans" cxnId="{FB14B0D2-36DA-4ECC-90EC-8A6B1896F341}">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B1C86B84-C6B4-4FAA-A4E0-62E8EE799ED5}" type="sibTrans" cxnId="{FB14B0D2-36DA-4ECC-90EC-8A6B1896F341}">
      <dgm:prSet phldrT="07"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07</a:t>
          </a:r>
        </a:p>
      </dgm:t>
    </dgm:pt>
    <dgm:pt modelId="{AADE4A29-391E-4656-A93A-5061E8E0368F}" type="pres">
      <dgm:prSet presAssocID="{03B85529-F70A-4750-9FED-7F46D522D6CB}" presName="Name0" presStyleCnt="0">
        <dgm:presLayoutVars>
          <dgm:dir/>
          <dgm:animLvl val="lvl"/>
          <dgm:resizeHandles val="exact"/>
        </dgm:presLayoutVars>
      </dgm:prSet>
      <dgm:spPr/>
    </dgm:pt>
    <dgm:pt modelId="{B38823E7-9137-4844-AA39-54F585FDB7E4}" type="pres">
      <dgm:prSet presAssocID="{BB8186F1-4D8D-4F1C-8A3F-E9750182C3BC}" presName="compositeNode" presStyleCnt="0">
        <dgm:presLayoutVars>
          <dgm:bulletEnabled val="1"/>
        </dgm:presLayoutVars>
      </dgm:prSet>
      <dgm:spPr/>
    </dgm:pt>
    <dgm:pt modelId="{A080688E-08E3-435C-85E6-43689A127273}" type="pres">
      <dgm:prSet presAssocID="{BB8186F1-4D8D-4F1C-8A3F-E9750182C3BC}" presName="bgRect" presStyleLbl="fgAcc1" presStyleIdx="0" presStyleCnt="7"/>
      <dgm:spPr/>
    </dgm:pt>
    <dgm:pt modelId="{0E8EE4A5-58D7-41AC-B6B1-D0B65540F95D}" type="pres">
      <dgm:prSet presAssocID="{B6642FE9-9D8B-4BF9-9AE6-A4B052F3EA2B}" presName="sibTransNodeRect" presStyleLbl="bgShp" presStyleIdx="0" presStyleCnt="0">
        <dgm:presLayoutVars>
          <dgm:chMax val="0"/>
          <dgm:bulletEnabled/>
        </dgm:presLayoutVars>
      </dgm:prSet>
      <dgm:spPr/>
    </dgm:pt>
    <dgm:pt modelId="{87C6D550-2CD4-498A-A034-951E2B3FDB38}" type="pres">
      <dgm:prSet presAssocID="{BB8186F1-4D8D-4F1C-8A3F-E9750182C3BC}" presName="nodeRect" presStyleLbl="parChTrans1D1" presStyleIdx="0" presStyleCnt="0">
        <dgm:presLayoutVars>
          <dgm:bulletEnabled val="1"/>
        </dgm:presLayoutVars>
      </dgm:prSet>
      <dgm:spPr/>
    </dgm:pt>
    <dgm:pt modelId="{BCDA101A-9E87-4180-AC8A-9FAE60C973E4}" type="pres">
      <dgm:prSet presAssocID="{B6642FE9-9D8B-4BF9-9AE6-A4B052F3EA2B}" presName="sibTrans" presStyleCnt="0"/>
      <dgm:spPr/>
    </dgm:pt>
    <dgm:pt modelId="{2B4FB054-DD74-446B-ABAE-BE513872EDB7}" type="pres">
      <dgm:prSet presAssocID="{9D4579C2-549C-4E36-ADCD-807A30AC87BF}" presName="compositeNode" presStyleCnt="0">
        <dgm:presLayoutVars>
          <dgm:bulletEnabled val="1"/>
        </dgm:presLayoutVars>
      </dgm:prSet>
      <dgm:spPr/>
    </dgm:pt>
    <dgm:pt modelId="{4C6D55FC-7AFE-450D-A3F6-B289CC98E468}" type="pres">
      <dgm:prSet presAssocID="{9D4579C2-549C-4E36-ADCD-807A30AC87BF}" presName="bgRect" presStyleLbl="fgAcc1" presStyleIdx="1" presStyleCnt="7"/>
      <dgm:spPr/>
    </dgm:pt>
    <dgm:pt modelId="{7FF21B61-C7E6-4652-A878-8116A44B181B}" type="pres">
      <dgm:prSet presAssocID="{27929EAD-6052-41FF-8B67-AF7D936E0390}" presName="sibTransNodeRect" presStyleLbl="bgShp" presStyleIdx="0" presStyleCnt="0">
        <dgm:presLayoutVars>
          <dgm:chMax val="0"/>
          <dgm:bulletEnabled/>
        </dgm:presLayoutVars>
      </dgm:prSet>
      <dgm:spPr/>
    </dgm:pt>
    <dgm:pt modelId="{0790A5DC-F788-4527-BBA6-914092D8CA6D}" type="pres">
      <dgm:prSet presAssocID="{9D4579C2-549C-4E36-ADCD-807A30AC87BF}" presName="nodeRect" presStyleLbl="parChTrans1D1" presStyleIdx="0" presStyleCnt="0">
        <dgm:presLayoutVars>
          <dgm:bulletEnabled val="1"/>
        </dgm:presLayoutVars>
      </dgm:prSet>
      <dgm:spPr/>
    </dgm:pt>
    <dgm:pt modelId="{021298B4-4532-40C2-AC2D-FFA843FEFEDE}" type="pres">
      <dgm:prSet presAssocID="{27929EAD-6052-41FF-8B67-AF7D936E0390}" presName="sibTrans" presStyleCnt="0"/>
      <dgm:spPr/>
    </dgm:pt>
    <dgm:pt modelId="{C48E5267-E899-4805-8855-EBF8129FB628}" type="pres">
      <dgm:prSet presAssocID="{32783916-157E-4466-ADD3-4068200EA9E7}" presName="compositeNode" presStyleCnt="0">
        <dgm:presLayoutVars>
          <dgm:bulletEnabled val="1"/>
        </dgm:presLayoutVars>
      </dgm:prSet>
      <dgm:spPr/>
    </dgm:pt>
    <dgm:pt modelId="{B2551D55-18D2-464C-89E7-029111DAA796}" type="pres">
      <dgm:prSet presAssocID="{32783916-157E-4466-ADD3-4068200EA9E7}" presName="bgRect" presStyleLbl="fgAcc1" presStyleIdx="2" presStyleCnt="7"/>
      <dgm:spPr/>
    </dgm:pt>
    <dgm:pt modelId="{31D3F57C-87CF-476C-938B-28015F23DEB9}" type="pres">
      <dgm:prSet presAssocID="{681992B0-7757-4550-BF07-EC8C3E6B5591}" presName="sibTransNodeRect" presStyleLbl="bgShp" presStyleIdx="0" presStyleCnt="0">
        <dgm:presLayoutVars>
          <dgm:chMax val="0"/>
          <dgm:bulletEnabled/>
        </dgm:presLayoutVars>
      </dgm:prSet>
      <dgm:spPr/>
    </dgm:pt>
    <dgm:pt modelId="{300EDA17-CD19-4B1B-AC1C-4FB3552FD21D}" type="pres">
      <dgm:prSet presAssocID="{32783916-157E-4466-ADD3-4068200EA9E7}" presName="nodeRect" presStyleLbl="parChTrans1D1" presStyleIdx="0" presStyleCnt="0">
        <dgm:presLayoutVars>
          <dgm:bulletEnabled val="1"/>
        </dgm:presLayoutVars>
      </dgm:prSet>
      <dgm:spPr/>
    </dgm:pt>
    <dgm:pt modelId="{0E31BCB4-A0D0-4BD9-B929-10F05905872C}" type="pres">
      <dgm:prSet presAssocID="{681992B0-7757-4550-BF07-EC8C3E6B5591}" presName="sibTrans" presStyleCnt="0"/>
      <dgm:spPr/>
    </dgm:pt>
    <dgm:pt modelId="{63C68671-1A05-4F50-A485-48293A6929C4}" type="pres">
      <dgm:prSet presAssocID="{2958E64B-E2FC-4C7C-B297-C0822142C871}" presName="compositeNode" presStyleCnt="0">
        <dgm:presLayoutVars>
          <dgm:bulletEnabled val="1"/>
        </dgm:presLayoutVars>
      </dgm:prSet>
      <dgm:spPr/>
    </dgm:pt>
    <dgm:pt modelId="{B64A6869-3771-41CE-BD3A-30479DBC0A06}" type="pres">
      <dgm:prSet presAssocID="{2958E64B-E2FC-4C7C-B297-C0822142C871}" presName="bgRect" presStyleLbl="fgAcc1" presStyleIdx="3" presStyleCnt="7"/>
      <dgm:spPr/>
    </dgm:pt>
    <dgm:pt modelId="{8D4D5760-C982-4AC0-AD41-50FEA18DA049}" type="pres">
      <dgm:prSet presAssocID="{AFE0B7CE-5D13-4E42-813E-15AF889D9106}" presName="sibTransNodeRect" presStyleLbl="bgShp" presStyleIdx="0" presStyleCnt="0">
        <dgm:presLayoutVars>
          <dgm:chMax val="0"/>
          <dgm:bulletEnabled/>
        </dgm:presLayoutVars>
      </dgm:prSet>
      <dgm:spPr/>
    </dgm:pt>
    <dgm:pt modelId="{7043F631-B4D5-481E-BCE4-7A82C4D084BF}" type="pres">
      <dgm:prSet presAssocID="{2958E64B-E2FC-4C7C-B297-C0822142C871}" presName="nodeRect" presStyleLbl="parChTrans1D1" presStyleIdx="0" presStyleCnt="0">
        <dgm:presLayoutVars>
          <dgm:bulletEnabled val="1"/>
        </dgm:presLayoutVars>
      </dgm:prSet>
      <dgm:spPr/>
    </dgm:pt>
    <dgm:pt modelId="{48AF6C25-0289-4699-9CDE-2F1C0AFE0A4E}" type="pres">
      <dgm:prSet presAssocID="{AFE0B7CE-5D13-4E42-813E-15AF889D9106}" presName="sibTrans" presStyleCnt="0"/>
      <dgm:spPr/>
    </dgm:pt>
    <dgm:pt modelId="{4E3888B3-0FA1-4FA9-95A5-4DF05C7DA07C}" type="pres">
      <dgm:prSet presAssocID="{7B6B7B79-4675-40F5-887D-ECCA77238154}" presName="compositeNode" presStyleCnt="0">
        <dgm:presLayoutVars>
          <dgm:bulletEnabled val="1"/>
        </dgm:presLayoutVars>
      </dgm:prSet>
      <dgm:spPr/>
    </dgm:pt>
    <dgm:pt modelId="{8093F356-20E1-4280-BC99-9887605E6BCF}" type="pres">
      <dgm:prSet presAssocID="{7B6B7B79-4675-40F5-887D-ECCA77238154}" presName="bgRect" presStyleLbl="fgAcc1" presStyleIdx="4" presStyleCnt="7"/>
      <dgm:spPr/>
    </dgm:pt>
    <dgm:pt modelId="{9B4DE1DC-8E0E-4FF0-8126-A90761FF94F0}" type="pres">
      <dgm:prSet presAssocID="{ADEEDE36-5E15-4EB3-9060-FB728839363A}" presName="sibTransNodeRect" presStyleLbl="bgShp" presStyleIdx="0" presStyleCnt="0">
        <dgm:presLayoutVars>
          <dgm:chMax val="0"/>
          <dgm:bulletEnabled/>
        </dgm:presLayoutVars>
      </dgm:prSet>
      <dgm:spPr/>
    </dgm:pt>
    <dgm:pt modelId="{2DA0C161-3273-4843-B4CE-3364F74BA688}" type="pres">
      <dgm:prSet presAssocID="{7B6B7B79-4675-40F5-887D-ECCA77238154}" presName="nodeRect" presStyleLbl="parChTrans1D1" presStyleIdx="0" presStyleCnt="0">
        <dgm:presLayoutVars>
          <dgm:bulletEnabled val="1"/>
        </dgm:presLayoutVars>
      </dgm:prSet>
      <dgm:spPr/>
    </dgm:pt>
    <dgm:pt modelId="{7D385B09-08CE-49DE-B671-9895980686E6}" type="pres">
      <dgm:prSet presAssocID="{ADEEDE36-5E15-4EB3-9060-FB728839363A}" presName="sibTrans" presStyleCnt="0"/>
      <dgm:spPr/>
    </dgm:pt>
    <dgm:pt modelId="{D60B1E5F-DCB4-452E-B977-1E00122E3505}" type="pres">
      <dgm:prSet presAssocID="{48F22D86-A0F2-47FB-A49B-EA81CC2DED97}" presName="compositeNode" presStyleCnt="0">
        <dgm:presLayoutVars>
          <dgm:bulletEnabled val="1"/>
        </dgm:presLayoutVars>
      </dgm:prSet>
      <dgm:spPr/>
    </dgm:pt>
    <dgm:pt modelId="{5EA9B79B-7FD2-40C6-8CD8-187B6D8BFABA}" type="pres">
      <dgm:prSet presAssocID="{48F22D86-A0F2-47FB-A49B-EA81CC2DED97}" presName="bgRect" presStyleLbl="fgAcc1" presStyleIdx="5" presStyleCnt="7"/>
      <dgm:spPr/>
    </dgm:pt>
    <dgm:pt modelId="{18C7778A-3502-4516-A4B2-37F2693F96FB}" type="pres">
      <dgm:prSet presAssocID="{92B2BAFB-2ECA-4E40-9F20-0A1C56B0A416}" presName="sibTransNodeRect" presStyleLbl="bgShp" presStyleIdx="0" presStyleCnt="0">
        <dgm:presLayoutVars>
          <dgm:chMax val="0"/>
          <dgm:bulletEnabled/>
        </dgm:presLayoutVars>
      </dgm:prSet>
      <dgm:spPr/>
    </dgm:pt>
    <dgm:pt modelId="{CEA0F690-C043-4D0A-920D-D240FD4E560C}" type="pres">
      <dgm:prSet presAssocID="{48F22D86-A0F2-47FB-A49B-EA81CC2DED97}" presName="nodeRect" presStyleLbl="parChTrans1D1" presStyleIdx="0" presStyleCnt="0">
        <dgm:presLayoutVars>
          <dgm:bulletEnabled val="1"/>
        </dgm:presLayoutVars>
      </dgm:prSet>
      <dgm:spPr/>
    </dgm:pt>
    <dgm:pt modelId="{47334656-510F-4C4A-A861-0EB2C7CF394B}" type="pres">
      <dgm:prSet presAssocID="{92B2BAFB-2ECA-4E40-9F20-0A1C56B0A416}" presName="sibTrans" presStyleCnt="0"/>
      <dgm:spPr/>
    </dgm:pt>
    <dgm:pt modelId="{46BCA9A9-37C0-490E-8ECA-920B9802916A}" type="pres">
      <dgm:prSet presAssocID="{3CAD313A-0762-434E-855A-3186959C14E0}" presName="compositeNode" presStyleCnt="0">
        <dgm:presLayoutVars>
          <dgm:bulletEnabled val="1"/>
        </dgm:presLayoutVars>
      </dgm:prSet>
      <dgm:spPr/>
    </dgm:pt>
    <dgm:pt modelId="{CA888CED-7953-4585-B4D7-05B747E4FE8C}" type="pres">
      <dgm:prSet presAssocID="{3CAD313A-0762-434E-855A-3186959C14E0}" presName="bgRect" presStyleLbl="fgAcc1" presStyleIdx="6" presStyleCnt="7"/>
      <dgm:spPr/>
    </dgm:pt>
    <dgm:pt modelId="{C2F5A284-C492-4399-A874-2766E85D6E32}" type="pres">
      <dgm:prSet presAssocID="{B1C86B84-C6B4-4FAA-A4E0-62E8EE799ED5}" presName="sibTransNodeRect" presStyleLbl="bgShp" presStyleIdx="0" presStyleCnt="0">
        <dgm:presLayoutVars>
          <dgm:chMax val="0"/>
          <dgm:bulletEnabled/>
        </dgm:presLayoutVars>
      </dgm:prSet>
      <dgm:spPr/>
    </dgm:pt>
    <dgm:pt modelId="{729D5C8E-5096-4FDE-9C30-25E7639153F0}" type="pres">
      <dgm:prSet presAssocID="{3CAD313A-0762-434E-855A-3186959C14E0}" presName="nodeRect" presStyleLbl="parChTrans1D1" presStyleIdx="0" presStyleCnt="0">
        <dgm:presLayoutVars>
          <dgm:bulletEnabled val="1"/>
        </dgm:presLayoutVars>
      </dgm:prSet>
      <dgm:spPr/>
    </dgm:pt>
  </dgm:ptLst>
  <dgm:cxnLst>
    <dgm:cxn modelId="{B5F03114-6906-44CE-ABDD-C6FAFBA09AD4}" type="presOf" srcId="{32783916-157E-4466-ADD3-4068200EA9E7}" destId="{300EDA17-CD19-4B1B-AC1C-4FB3552FD21D}" srcOrd="1" destOrd="0" presId="urn:microsoft.com/office/officeart/2024/layout/NumberedTitleCardList#1"/>
    <dgm:cxn modelId="{E55A6F15-C820-428A-9A9D-CF867ED99ABD}" srcId="{03B85529-F70A-4750-9FED-7F46D522D6CB}" destId="{2958E64B-E2FC-4C7C-B297-C0822142C871}" srcOrd="3" destOrd="0" parTransId="{0206639D-6D46-480A-8AFF-4CEC78AF0F4C}" sibTransId="{AFE0B7CE-5D13-4E42-813E-15AF889D9106}"/>
    <dgm:cxn modelId="{8CA5681B-E089-4EF1-A39F-A2C04042A906}" srcId="{03B85529-F70A-4750-9FED-7F46D522D6CB}" destId="{48F22D86-A0F2-47FB-A49B-EA81CC2DED97}" srcOrd="5" destOrd="0" parTransId="{83A5E9FE-F64E-4640-AFEF-B94FEEE5333B}" sibTransId="{92B2BAFB-2ECA-4E40-9F20-0A1C56B0A416}"/>
    <dgm:cxn modelId="{3B1BD61C-D74A-4F8A-99FF-612AB3B5999F}" type="presOf" srcId="{2958E64B-E2FC-4C7C-B297-C0822142C871}" destId="{7043F631-B4D5-481E-BCE4-7A82C4D084BF}" srcOrd="1" destOrd="0" presId="urn:microsoft.com/office/officeart/2024/layout/NumberedTitleCardList#1"/>
    <dgm:cxn modelId="{ED1FDB2D-61D5-44A2-972F-5353DA8D0020}" type="presOf" srcId="{48F22D86-A0F2-47FB-A49B-EA81CC2DED97}" destId="{5EA9B79B-7FD2-40C6-8CD8-187B6D8BFABA}" srcOrd="0" destOrd="0" presId="urn:microsoft.com/office/officeart/2024/layout/NumberedTitleCardList#1"/>
    <dgm:cxn modelId="{2161CA39-8CAC-4EE4-BA72-ECE8D4184165}" type="presOf" srcId="{BB8186F1-4D8D-4F1C-8A3F-E9750182C3BC}" destId="{87C6D550-2CD4-498A-A034-951E2B3FDB38}" srcOrd="1" destOrd="0" presId="urn:microsoft.com/office/officeart/2024/layout/NumberedTitleCardList#1"/>
    <dgm:cxn modelId="{67F4FD39-4F68-467D-9B97-49DCF89B4E82}" type="presOf" srcId="{9D4579C2-549C-4E36-ADCD-807A30AC87BF}" destId="{0790A5DC-F788-4527-BBA6-914092D8CA6D}" srcOrd="1" destOrd="0" presId="urn:microsoft.com/office/officeart/2024/layout/NumberedTitleCardList#1"/>
    <dgm:cxn modelId="{C414144A-8394-465D-A1B9-F7257D10E5AE}" type="presOf" srcId="{32783916-157E-4466-ADD3-4068200EA9E7}" destId="{B2551D55-18D2-464C-89E7-029111DAA796}" srcOrd="0" destOrd="0" presId="urn:microsoft.com/office/officeart/2024/layout/NumberedTitleCardList#1"/>
    <dgm:cxn modelId="{6CCFB252-1A65-40C2-B25A-7DE6311C5E68}" type="presOf" srcId="{ADEEDE36-5E15-4EB3-9060-FB728839363A}" destId="{9B4DE1DC-8E0E-4FF0-8126-A90761FF94F0}" srcOrd="0" destOrd="0" presId="urn:microsoft.com/office/officeart/2024/layout/NumberedTitleCardList#1"/>
    <dgm:cxn modelId="{F46F2356-35EE-472A-A9A2-834443A7B303}" type="presOf" srcId="{AFE0B7CE-5D13-4E42-813E-15AF889D9106}" destId="{8D4D5760-C982-4AC0-AD41-50FEA18DA049}" srcOrd="0" destOrd="0" presId="urn:microsoft.com/office/officeart/2024/layout/NumberedTitleCardList#1"/>
    <dgm:cxn modelId="{D1ABE361-A9A1-49DF-A275-7927F77C29FE}" type="presOf" srcId="{2958E64B-E2FC-4C7C-B297-C0822142C871}" destId="{B64A6869-3771-41CE-BD3A-30479DBC0A06}" srcOrd="0" destOrd="0" presId="urn:microsoft.com/office/officeart/2024/layout/NumberedTitleCardList#1"/>
    <dgm:cxn modelId="{0FC7696E-A495-41B7-8A91-10453AA05F10}" srcId="{03B85529-F70A-4750-9FED-7F46D522D6CB}" destId="{BB8186F1-4D8D-4F1C-8A3F-E9750182C3BC}" srcOrd="0" destOrd="0" parTransId="{F6A3CC97-B1D0-4568-B79D-73B7C3DB2F4E}" sibTransId="{B6642FE9-9D8B-4BF9-9AE6-A4B052F3EA2B}"/>
    <dgm:cxn modelId="{15DE5C77-F847-4D1C-A337-DC38FE7E71C5}" type="presOf" srcId="{92B2BAFB-2ECA-4E40-9F20-0A1C56B0A416}" destId="{18C7778A-3502-4516-A4B2-37F2693F96FB}" srcOrd="0" destOrd="0" presId="urn:microsoft.com/office/officeart/2024/layout/NumberedTitleCardList#1"/>
    <dgm:cxn modelId="{0ED3F680-3595-4824-AEF4-95A663B0A7BD}" type="presOf" srcId="{3CAD313A-0762-434E-855A-3186959C14E0}" destId="{729D5C8E-5096-4FDE-9C30-25E7639153F0}" srcOrd="1" destOrd="0" presId="urn:microsoft.com/office/officeart/2024/layout/NumberedTitleCardList#1"/>
    <dgm:cxn modelId="{E7FA7682-FECD-48AA-833D-A2E257C42B71}" type="presOf" srcId="{7B6B7B79-4675-40F5-887D-ECCA77238154}" destId="{8093F356-20E1-4280-BC99-9887605E6BCF}" srcOrd="0" destOrd="0" presId="urn:microsoft.com/office/officeart/2024/layout/NumberedTitleCardList#1"/>
    <dgm:cxn modelId="{5FE23586-851F-4A48-93C0-F1E24C891715}" type="presOf" srcId="{681992B0-7757-4550-BF07-EC8C3E6B5591}" destId="{31D3F57C-87CF-476C-938B-28015F23DEB9}" srcOrd="0" destOrd="0" presId="urn:microsoft.com/office/officeart/2024/layout/NumberedTitleCardList#1"/>
    <dgm:cxn modelId="{4A205C94-32E3-4FB5-904B-45B85854154D}" srcId="{03B85529-F70A-4750-9FED-7F46D522D6CB}" destId="{7B6B7B79-4675-40F5-887D-ECCA77238154}" srcOrd="4" destOrd="0" parTransId="{797B3C42-55B6-416C-B23F-C20DD9AEC73F}" sibTransId="{ADEEDE36-5E15-4EB3-9060-FB728839363A}"/>
    <dgm:cxn modelId="{A5DC40A2-DD3E-4991-96C9-326DF2FCB6D5}" srcId="{03B85529-F70A-4750-9FED-7F46D522D6CB}" destId="{9D4579C2-549C-4E36-ADCD-807A30AC87BF}" srcOrd="1" destOrd="0" parTransId="{03E57B4E-B8DB-4AD7-8B18-C53DDE978EFE}" sibTransId="{27929EAD-6052-41FF-8B67-AF7D936E0390}"/>
    <dgm:cxn modelId="{138E49BB-DDA7-475D-A4DA-F829546D1563}" srcId="{03B85529-F70A-4750-9FED-7F46D522D6CB}" destId="{32783916-157E-4466-ADD3-4068200EA9E7}" srcOrd="2" destOrd="0" parTransId="{4F7CFC40-7992-40F5-B54F-DA5CD7B59DA4}" sibTransId="{681992B0-7757-4550-BF07-EC8C3E6B5591}"/>
    <dgm:cxn modelId="{692BFFC8-BF40-4048-852D-B61969B400D0}" type="presOf" srcId="{48F22D86-A0F2-47FB-A49B-EA81CC2DED97}" destId="{CEA0F690-C043-4D0A-920D-D240FD4E560C}" srcOrd="1" destOrd="0" presId="urn:microsoft.com/office/officeart/2024/layout/NumberedTitleCardList#1"/>
    <dgm:cxn modelId="{D027AECA-C5B9-4040-8D63-639188DF1FFA}" type="presOf" srcId="{03B85529-F70A-4750-9FED-7F46D522D6CB}" destId="{AADE4A29-391E-4656-A93A-5061E8E0368F}" srcOrd="0" destOrd="0" presId="urn:microsoft.com/office/officeart/2024/layout/NumberedTitleCardList#1"/>
    <dgm:cxn modelId="{FB14B0D2-36DA-4ECC-90EC-8A6B1896F341}" srcId="{03B85529-F70A-4750-9FED-7F46D522D6CB}" destId="{3CAD313A-0762-434E-855A-3186959C14E0}" srcOrd="6" destOrd="0" parTransId="{CD6B353A-A339-41E3-8D60-670A3EE8CF9F}" sibTransId="{B1C86B84-C6B4-4FAA-A4E0-62E8EE799ED5}"/>
    <dgm:cxn modelId="{238497D4-5BA8-462D-B151-D11D923CD1CF}" type="presOf" srcId="{3CAD313A-0762-434E-855A-3186959C14E0}" destId="{CA888CED-7953-4585-B4D7-05B747E4FE8C}" srcOrd="0" destOrd="0" presId="urn:microsoft.com/office/officeart/2024/layout/NumberedTitleCardList#1"/>
    <dgm:cxn modelId="{3B80A1D8-9071-4AFC-8C71-5D8A8B1E082F}" type="presOf" srcId="{27929EAD-6052-41FF-8B67-AF7D936E0390}" destId="{7FF21B61-C7E6-4652-A878-8116A44B181B}" srcOrd="0" destOrd="0" presId="urn:microsoft.com/office/officeart/2024/layout/NumberedTitleCardList#1"/>
    <dgm:cxn modelId="{7896DFDA-8EDE-4B0D-BD20-CA1E53F15D6D}" type="presOf" srcId="{B1C86B84-C6B4-4FAA-A4E0-62E8EE799ED5}" destId="{C2F5A284-C492-4399-A874-2766E85D6E32}" srcOrd="0" destOrd="0" presId="urn:microsoft.com/office/officeart/2024/layout/NumberedTitleCardList#1"/>
    <dgm:cxn modelId="{E10615DE-B173-4258-B52F-70DBE0B7AEDD}" type="presOf" srcId="{9D4579C2-549C-4E36-ADCD-807A30AC87BF}" destId="{4C6D55FC-7AFE-450D-A3F6-B289CC98E468}" srcOrd="0" destOrd="0" presId="urn:microsoft.com/office/officeart/2024/layout/NumberedTitleCardList#1"/>
    <dgm:cxn modelId="{FF575BE4-AF07-4E27-A325-E7E3CA3BF70A}" type="presOf" srcId="{7B6B7B79-4675-40F5-887D-ECCA77238154}" destId="{2DA0C161-3273-4843-B4CE-3364F74BA688}" srcOrd="1" destOrd="0" presId="urn:microsoft.com/office/officeart/2024/layout/NumberedTitleCardList#1"/>
    <dgm:cxn modelId="{78A1FEE5-C5F5-43AD-8D5B-1070EC698489}" type="presOf" srcId="{B6642FE9-9D8B-4BF9-9AE6-A4B052F3EA2B}" destId="{0E8EE4A5-58D7-41AC-B6B1-D0B65540F95D}" srcOrd="0" destOrd="0" presId="urn:microsoft.com/office/officeart/2024/layout/NumberedTitleCardList#1"/>
    <dgm:cxn modelId="{86AE48EC-E411-4C44-B62A-47653866E70A}" type="presOf" srcId="{BB8186F1-4D8D-4F1C-8A3F-E9750182C3BC}" destId="{A080688E-08E3-435C-85E6-43689A127273}" srcOrd="0" destOrd="0" presId="urn:microsoft.com/office/officeart/2024/layout/NumberedTitleCardList#1"/>
    <dgm:cxn modelId="{24D42230-A82C-45B3-9ED4-35FA0A7DE135}" type="presParOf" srcId="{AADE4A29-391E-4656-A93A-5061E8E0368F}" destId="{B38823E7-9137-4844-AA39-54F585FDB7E4}" srcOrd="0" destOrd="0" presId="urn:microsoft.com/office/officeart/2024/layout/NumberedTitleCardList#1"/>
    <dgm:cxn modelId="{DDAC9509-4BB9-4DC1-98E2-58C8DD926FCB}" type="presParOf" srcId="{B38823E7-9137-4844-AA39-54F585FDB7E4}" destId="{A080688E-08E3-435C-85E6-43689A127273}" srcOrd="0" destOrd="0" presId="urn:microsoft.com/office/officeart/2024/layout/NumberedTitleCardList#1"/>
    <dgm:cxn modelId="{8D8EA4FB-72E6-466D-8BF6-1342986E6045}" type="presParOf" srcId="{B38823E7-9137-4844-AA39-54F585FDB7E4}" destId="{0E8EE4A5-58D7-41AC-B6B1-D0B65540F95D}" srcOrd="1" destOrd="0" presId="urn:microsoft.com/office/officeart/2024/layout/NumberedTitleCardList#1"/>
    <dgm:cxn modelId="{C88A516D-337D-42FC-B813-2E0469434AE4}" type="presParOf" srcId="{B38823E7-9137-4844-AA39-54F585FDB7E4}" destId="{87C6D550-2CD4-498A-A034-951E2B3FDB38}" srcOrd="2" destOrd="0" presId="urn:microsoft.com/office/officeart/2024/layout/NumberedTitleCardList#1"/>
    <dgm:cxn modelId="{BACD3B3D-4E35-4D23-BBF7-AF0CD8CF5BD2}" type="presParOf" srcId="{AADE4A29-391E-4656-A93A-5061E8E0368F}" destId="{BCDA101A-9E87-4180-AC8A-9FAE60C973E4}" srcOrd="1" destOrd="0" presId="urn:microsoft.com/office/officeart/2024/layout/NumberedTitleCardList#1"/>
    <dgm:cxn modelId="{D6F449D0-329F-4761-8A1C-48C2FBC6BC9C}" type="presParOf" srcId="{AADE4A29-391E-4656-A93A-5061E8E0368F}" destId="{2B4FB054-DD74-446B-ABAE-BE513872EDB7}" srcOrd="2" destOrd="0" presId="urn:microsoft.com/office/officeart/2024/layout/NumberedTitleCardList#1"/>
    <dgm:cxn modelId="{F7CB3DCA-3BCA-4122-B290-7241458B7BFF}" type="presParOf" srcId="{2B4FB054-DD74-446B-ABAE-BE513872EDB7}" destId="{4C6D55FC-7AFE-450D-A3F6-B289CC98E468}" srcOrd="0" destOrd="0" presId="urn:microsoft.com/office/officeart/2024/layout/NumberedTitleCardList#1"/>
    <dgm:cxn modelId="{A36475E9-5983-4513-977E-8CFBD00C5D18}" type="presParOf" srcId="{2B4FB054-DD74-446B-ABAE-BE513872EDB7}" destId="{7FF21B61-C7E6-4652-A878-8116A44B181B}" srcOrd="1" destOrd="0" presId="urn:microsoft.com/office/officeart/2024/layout/NumberedTitleCardList#1"/>
    <dgm:cxn modelId="{82DA02AC-CE69-4FC1-8BDF-FE8EBB662E08}" type="presParOf" srcId="{2B4FB054-DD74-446B-ABAE-BE513872EDB7}" destId="{0790A5DC-F788-4527-BBA6-914092D8CA6D}" srcOrd="2" destOrd="0" presId="urn:microsoft.com/office/officeart/2024/layout/NumberedTitleCardList#1"/>
    <dgm:cxn modelId="{E7666053-9E47-434F-805C-2288F87650A8}" type="presParOf" srcId="{AADE4A29-391E-4656-A93A-5061E8E0368F}" destId="{021298B4-4532-40C2-AC2D-FFA843FEFEDE}" srcOrd="3" destOrd="0" presId="urn:microsoft.com/office/officeart/2024/layout/NumberedTitleCardList#1"/>
    <dgm:cxn modelId="{E3E06BFD-6D20-46FB-A381-33361E653239}" type="presParOf" srcId="{AADE4A29-391E-4656-A93A-5061E8E0368F}" destId="{C48E5267-E899-4805-8855-EBF8129FB628}" srcOrd="4" destOrd="0" presId="urn:microsoft.com/office/officeart/2024/layout/NumberedTitleCardList#1"/>
    <dgm:cxn modelId="{48935F18-8897-4D7C-B5FC-D2B15FF83F5A}" type="presParOf" srcId="{C48E5267-E899-4805-8855-EBF8129FB628}" destId="{B2551D55-18D2-464C-89E7-029111DAA796}" srcOrd="0" destOrd="0" presId="urn:microsoft.com/office/officeart/2024/layout/NumberedTitleCardList#1"/>
    <dgm:cxn modelId="{E1ACCF95-0756-499B-9D9C-78F19641B17B}" type="presParOf" srcId="{C48E5267-E899-4805-8855-EBF8129FB628}" destId="{31D3F57C-87CF-476C-938B-28015F23DEB9}" srcOrd="1" destOrd="0" presId="urn:microsoft.com/office/officeart/2024/layout/NumberedTitleCardList#1"/>
    <dgm:cxn modelId="{FEFEAE85-A1A7-4AE1-B592-B929479260E8}" type="presParOf" srcId="{C48E5267-E899-4805-8855-EBF8129FB628}" destId="{300EDA17-CD19-4B1B-AC1C-4FB3552FD21D}" srcOrd="2" destOrd="0" presId="urn:microsoft.com/office/officeart/2024/layout/NumberedTitleCardList#1"/>
    <dgm:cxn modelId="{4BF4C83A-8993-4829-9448-EE43CA7EDADB}" type="presParOf" srcId="{AADE4A29-391E-4656-A93A-5061E8E0368F}" destId="{0E31BCB4-A0D0-4BD9-B929-10F05905872C}" srcOrd="5" destOrd="0" presId="urn:microsoft.com/office/officeart/2024/layout/NumberedTitleCardList#1"/>
    <dgm:cxn modelId="{9598DC4F-A3B0-4B4F-B469-8B3625D94339}" type="presParOf" srcId="{AADE4A29-391E-4656-A93A-5061E8E0368F}" destId="{63C68671-1A05-4F50-A485-48293A6929C4}" srcOrd="6" destOrd="0" presId="urn:microsoft.com/office/officeart/2024/layout/NumberedTitleCardList#1"/>
    <dgm:cxn modelId="{43BD6248-BA10-4072-814D-DD631079279E}" type="presParOf" srcId="{63C68671-1A05-4F50-A485-48293A6929C4}" destId="{B64A6869-3771-41CE-BD3A-30479DBC0A06}" srcOrd="0" destOrd="0" presId="urn:microsoft.com/office/officeart/2024/layout/NumberedTitleCardList#1"/>
    <dgm:cxn modelId="{292CE510-F060-4E86-9F80-5B0C05D06598}" type="presParOf" srcId="{63C68671-1A05-4F50-A485-48293A6929C4}" destId="{8D4D5760-C982-4AC0-AD41-50FEA18DA049}" srcOrd="1" destOrd="0" presId="urn:microsoft.com/office/officeart/2024/layout/NumberedTitleCardList#1"/>
    <dgm:cxn modelId="{B8C0A15B-971C-4E19-8080-4CB738FC304A}" type="presParOf" srcId="{63C68671-1A05-4F50-A485-48293A6929C4}" destId="{7043F631-B4D5-481E-BCE4-7A82C4D084BF}" srcOrd="2" destOrd="0" presId="urn:microsoft.com/office/officeart/2024/layout/NumberedTitleCardList#1"/>
    <dgm:cxn modelId="{2B1E60E0-3F33-4F35-A374-2CC9AEADFDB2}" type="presParOf" srcId="{AADE4A29-391E-4656-A93A-5061E8E0368F}" destId="{48AF6C25-0289-4699-9CDE-2F1C0AFE0A4E}" srcOrd="7" destOrd="0" presId="urn:microsoft.com/office/officeart/2024/layout/NumberedTitleCardList#1"/>
    <dgm:cxn modelId="{339D8686-1E9A-466A-945C-9DD819371D56}" type="presParOf" srcId="{AADE4A29-391E-4656-A93A-5061E8E0368F}" destId="{4E3888B3-0FA1-4FA9-95A5-4DF05C7DA07C}" srcOrd="8" destOrd="0" presId="urn:microsoft.com/office/officeart/2024/layout/NumberedTitleCardList#1"/>
    <dgm:cxn modelId="{56032845-6C01-4F85-BDA4-9A696DC02BE1}" type="presParOf" srcId="{4E3888B3-0FA1-4FA9-95A5-4DF05C7DA07C}" destId="{8093F356-20E1-4280-BC99-9887605E6BCF}" srcOrd="0" destOrd="0" presId="urn:microsoft.com/office/officeart/2024/layout/NumberedTitleCardList#1"/>
    <dgm:cxn modelId="{80FD2F69-7C15-4090-94B9-EA64A462FF1F}" type="presParOf" srcId="{4E3888B3-0FA1-4FA9-95A5-4DF05C7DA07C}" destId="{9B4DE1DC-8E0E-4FF0-8126-A90761FF94F0}" srcOrd="1" destOrd="0" presId="urn:microsoft.com/office/officeart/2024/layout/NumberedTitleCardList#1"/>
    <dgm:cxn modelId="{9D2AF02F-110B-4DBD-B510-A05A5EEC5A73}" type="presParOf" srcId="{4E3888B3-0FA1-4FA9-95A5-4DF05C7DA07C}" destId="{2DA0C161-3273-4843-B4CE-3364F74BA688}" srcOrd="2" destOrd="0" presId="urn:microsoft.com/office/officeart/2024/layout/NumberedTitleCardList#1"/>
    <dgm:cxn modelId="{FA99D3C3-94D8-48DB-BF6B-0637E1B0AEE0}" type="presParOf" srcId="{AADE4A29-391E-4656-A93A-5061E8E0368F}" destId="{7D385B09-08CE-49DE-B671-9895980686E6}" srcOrd="9" destOrd="0" presId="urn:microsoft.com/office/officeart/2024/layout/NumberedTitleCardList#1"/>
    <dgm:cxn modelId="{5C5ACB08-CAF2-45A7-B4E8-66247441823D}" type="presParOf" srcId="{AADE4A29-391E-4656-A93A-5061E8E0368F}" destId="{D60B1E5F-DCB4-452E-B977-1E00122E3505}" srcOrd="10" destOrd="0" presId="urn:microsoft.com/office/officeart/2024/layout/NumberedTitleCardList#1"/>
    <dgm:cxn modelId="{D1567079-B6E2-45FC-BBEA-AD5371D9EE0A}" type="presParOf" srcId="{D60B1E5F-DCB4-452E-B977-1E00122E3505}" destId="{5EA9B79B-7FD2-40C6-8CD8-187B6D8BFABA}" srcOrd="0" destOrd="0" presId="urn:microsoft.com/office/officeart/2024/layout/NumberedTitleCardList#1"/>
    <dgm:cxn modelId="{34B98DCC-5DFD-4B07-A694-4605AE6F71EE}" type="presParOf" srcId="{D60B1E5F-DCB4-452E-B977-1E00122E3505}" destId="{18C7778A-3502-4516-A4B2-37F2693F96FB}" srcOrd="1" destOrd="0" presId="urn:microsoft.com/office/officeart/2024/layout/NumberedTitleCardList#1"/>
    <dgm:cxn modelId="{E12F7E1F-94F1-47EA-9606-9A98E717E2A6}" type="presParOf" srcId="{D60B1E5F-DCB4-452E-B977-1E00122E3505}" destId="{CEA0F690-C043-4D0A-920D-D240FD4E560C}" srcOrd="2" destOrd="0" presId="urn:microsoft.com/office/officeart/2024/layout/NumberedTitleCardList#1"/>
    <dgm:cxn modelId="{0395AB8E-DE44-4F83-A28D-00121C842E91}" type="presParOf" srcId="{AADE4A29-391E-4656-A93A-5061E8E0368F}" destId="{47334656-510F-4C4A-A861-0EB2C7CF394B}" srcOrd="11" destOrd="0" presId="urn:microsoft.com/office/officeart/2024/layout/NumberedTitleCardList#1"/>
    <dgm:cxn modelId="{D9E016CD-B6FE-4F5C-9AD7-C83DAE3CE633}" type="presParOf" srcId="{AADE4A29-391E-4656-A93A-5061E8E0368F}" destId="{46BCA9A9-37C0-490E-8ECA-920B9802916A}" srcOrd="12" destOrd="0" presId="urn:microsoft.com/office/officeart/2024/layout/NumberedTitleCardList#1"/>
    <dgm:cxn modelId="{4C88D6CA-95FA-4595-996F-849F8F6E1525}" type="presParOf" srcId="{46BCA9A9-37C0-490E-8ECA-920B9802916A}" destId="{CA888CED-7953-4585-B4D7-05B747E4FE8C}" srcOrd="0" destOrd="0" presId="urn:microsoft.com/office/officeart/2024/layout/NumberedTitleCardList#1"/>
    <dgm:cxn modelId="{110988EC-66F1-4BE5-8B49-1EE167084CC1}" type="presParOf" srcId="{46BCA9A9-37C0-490E-8ECA-920B9802916A}" destId="{C2F5A284-C492-4399-A874-2766E85D6E32}" srcOrd="1" destOrd="0" presId="urn:microsoft.com/office/officeart/2024/layout/NumberedTitleCardList#1"/>
    <dgm:cxn modelId="{29BA53A6-6E18-4640-A891-096DB4BC026B}" type="presParOf" srcId="{46BCA9A9-37C0-490E-8ECA-920B9802916A}" destId="{729D5C8E-5096-4FDE-9C30-25E7639153F0}" srcOrd="2" destOrd="0" presId="urn:microsoft.com/office/officeart/2024/layout/NumberedTitleCardList#1"/>
  </dgm:cxnLst>
  <dgm:bg>
    <a:noFill/>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080688E-08E3-435C-85E6-43689A127273}">
      <dsp:nvSpPr>
        <dsp:cNvPr id="0" name=""/>
        <dsp:cNvSpPr/>
      </dsp:nvSpPr>
      <dsp:spPr>
        <a:xfrm>
          <a:off x="6337"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広瀬正和さん</a:t>
          </a:r>
          <a:endParaRPr kumimoji="1" lang="en-US" altLang="ja-JP"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sp:txBody>
      <dsp:txXfrm>
        <a:off x="6337" y="2527723"/>
        <a:ext cx="1561526" cy="1124298"/>
      </dsp:txXfrm>
    </dsp:sp>
    <dsp:sp modelId="{0E8EE4A5-58D7-41AC-B6B1-D0B65540F95D}">
      <dsp:nvSpPr>
        <dsp:cNvPr id="0" name=""/>
        <dsp:cNvSpPr/>
      </dsp:nvSpPr>
      <dsp:spPr>
        <a:xfrm>
          <a:off x="6337"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01</a:t>
          </a:r>
        </a:p>
      </dsp:txBody>
      <dsp:txXfrm>
        <a:off x="6337" y="1778190"/>
        <a:ext cx="1561526" cy="749532"/>
      </dsp:txXfrm>
    </dsp:sp>
    <dsp:sp modelId="{4C6D55FC-7AFE-450D-A3F6-B289CC98E468}">
      <dsp:nvSpPr>
        <dsp:cNvPr id="0" name=""/>
        <dsp:cNvSpPr/>
      </dsp:nvSpPr>
      <dsp:spPr>
        <a:xfrm>
          <a:off x="1692785"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藤直之さん</a:t>
          </a:r>
          <a:endParaRPr kumimoji="1" lang="en-US" altLang="ja-JP"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sp:txBody>
      <dsp:txXfrm>
        <a:off x="1692785" y="2527723"/>
        <a:ext cx="1561526" cy="1124298"/>
      </dsp:txXfrm>
    </dsp:sp>
    <dsp:sp modelId="{7FF21B61-C7E6-4652-A878-8116A44B181B}">
      <dsp:nvSpPr>
        <dsp:cNvPr id="0" name=""/>
        <dsp:cNvSpPr/>
      </dsp:nvSpPr>
      <dsp:spPr>
        <a:xfrm>
          <a:off x="1692785"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02</a:t>
          </a:r>
        </a:p>
      </dsp:txBody>
      <dsp:txXfrm>
        <a:off x="1692785" y="1778190"/>
        <a:ext cx="1561526" cy="749532"/>
      </dsp:txXfrm>
    </dsp:sp>
    <dsp:sp modelId="{B2551D55-18D2-464C-89E7-029111DAA796}">
      <dsp:nvSpPr>
        <dsp:cNvPr id="0" name=""/>
        <dsp:cNvSpPr/>
      </dsp:nvSpPr>
      <dsp:spPr>
        <a:xfrm>
          <a:off x="3379233"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菅俣充さん</a:t>
          </a:r>
          <a:endParaRPr kumimoji="1" lang="ja-JP" altLang="en-US" sz="1200" kern="1200">
            <a:effectLst>
              <a:outerShdw blurRad="38100" dist="38100" dir="2700000" algn="tl">
                <a:srgbClr val="000000">
                  <a:alpha val="43137"/>
                </a:srgbClr>
              </a:outerShdw>
            </a:effectLst>
            <a:latin typeface="Meiryo UI"/>
            <a:ea typeface="Meiryo UI"/>
          </a:endParaRP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a:ea typeface="Meiryo UI"/>
            </a:rPr>
            <a:t>関東・新潟営業所</a:t>
          </a:r>
        </a:p>
      </dsp:txBody>
      <dsp:txXfrm>
        <a:off x="3379233" y="2527723"/>
        <a:ext cx="1561526" cy="1124298"/>
      </dsp:txXfrm>
    </dsp:sp>
    <dsp:sp modelId="{31D3F57C-87CF-476C-938B-28015F23DEB9}">
      <dsp:nvSpPr>
        <dsp:cNvPr id="0" name=""/>
        <dsp:cNvSpPr/>
      </dsp:nvSpPr>
      <dsp:spPr>
        <a:xfrm>
          <a:off x="3379233"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03</a:t>
          </a:r>
        </a:p>
      </dsp:txBody>
      <dsp:txXfrm>
        <a:off x="3379233" y="1778190"/>
        <a:ext cx="1561526" cy="749532"/>
      </dsp:txXfrm>
    </dsp:sp>
    <dsp:sp modelId="{B64A6869-3771-41CE-BD3A-30479DBC0A06}">
      <dsp:nvSpPr>
        <dsp:cNvPr id="0" name=""/>
        <dsp:cNvSpPr/>
      </dsp:nvSpPr>
      <dsp:spPr>
        <a:xfrm>
          <a:off x="5065681"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rtl="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a:ea typeface="Meiryo UI"/>
            </a:rPr>
            <a:t>森田由梨香さん</a:t>
          </a:r>
        </a:p>
        <a:p>
          <a:pPr marL="0" lvl="0" indent="0" algn="l" defTabSz="533400" rtl="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a:ea typeface="Meiryo UI"/>
            </a:rPr>
            <a:t>首都圏第一営業所</a:t>
          </a:r>
          <a:endParaRPr kumimoji="1" lang="ja-JP" altLang="en-US" sz="1200" kern="1200">
            <a:effectLst>
              <a:outerShdw blurRad="38100" dist="38100" dir="2700000" algn="tl">
                <a:srgbClr val="000000">
                  <a:alpha val="43137"/>
                </a:srgbClr>
              </a:outerShdw>
            </a:effectLst>
          </a:endParaRPr>
        </a:p>
      </dsp:txBody>
      <dsp:txXfrm>
        <a:off x="5065681" y="2527723"/>
        <a:ext cx="1561526" cy="1124298"/>
      </dsp:txXfrm>
    </dsp:sp>
    <dsp:sp modelId="{8D4D5760-C982-4AC0-AD41-50FEA18DA049}">
      <dsp:nvSpPr>
        <dsp:cNvPr id="0" name=""/>
        <dsp:cNvSpPr/>
      </dsp:nvSpPr>
      <dsp:spPr>
        <a:xfrm>
          <a:off x="5065681"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04</a:t>
          </a:r>
        </a:p>
      </dsp:txBody>
      <dsp:txXfrm>
        <a:off x="5065681" y="1778190"/>
        <a:ext cx="1561526" cy="749532"/>
      </dsp:txXfrm>
    </dsp:sp>
    <dsp:sp modelId="{8093F356-20E1-4280-BC99-9887605E6BCF}">
      <dsp:nvSpPr>
        <dsp:cNvPr id="0" name=""/>
        <dsp:cNvSpPr/>
      </dsp:nvSpPr>
      <dsp:spPr>
        <a:xfrm>
          <a:off x="6752130"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a:ea typeface="Meiryo UI"/>
            </a:rPr>
            <a:t>井上拓也さん</a:t>
          </a: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a:ea typeface="Meiryo UI"/>
            </a:rPr>
            <a:t>関東甲信北陸営業所</a:t>
          </a:r>
        </a:p>
      </dsp:txBody>
      <dsp:txXfrm>
        <a:off x="6752130" y="2527723"/>
        <a:ext cx="1561526" cy="1124298"/>
      </dsp:txXfrm>
    </dsp:sp>
    <dsp:sp modelId="{9B4DE1DC-8E0E-4FF0-8126-A90761FF94F0}">
      <dsp:nvSpPr>
        <dsp:cNvPr id="0" name=""/>
        <dsp:cNvSpPr/>
      </dsp:nvSpPr>
      <dsp:spPr>
        <a:xfrm>
          <a:off x="6752130"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05</a:t>
          </a:r>
        </a:p>
      </dsp:txBody>
      <dsp:txXfrm>
        <a:off x="6752130" y="1778190"/>
        <a:ext cx="1561526" cy="749532"/>
      </dsp:txXfrm>
    </dsp:sp>
    <dsp:sp modelId="{5EA9B79B-7FD2-40C6-8CD8-187B6D8BFABA}">
      <dsp:nvSpPr>
        <dsp:cNvPr id="0" name=""/>
        <dsp:cNvSpPr/>
      </dsp:nvSpPr>
      <dsp:spPr>
        <a:xfrm>
          <a:off x="8438578"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早川徹さん</a:t>
          </a:r>
          <a:endParaRPr kumimoji="1" lang="en-US" altLang="ja-JP"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sp:txBody>
      <dsp:txXfrm>
        <a:off x="8438578" y="2527723"/>
        <a:ext cx="1561526" cy="1124298"/>
      </dsp:txXfrm>
    </dsp:sp>
    <dsp:sp modelId="{18C7778A-3502-4516-A4B2-37F2693F96FB}">
      <dsp:nvSpPr>
        <dsp:cNvPr id="0" name=""/>
        <dsp:cNvSpPr/>
      </dsp:nvSpPr>
      <dsp:spPr>
        <a:xfrm>
          <a:off x="8438578"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06</a:t>
          </a:r>
        </a:p>
      </dsp:txBody>
      <dsp:txXfrm>
        <a:off x="8438578" y="1778190"/>
        <a:ext cx="1561526" cy="749532"/>
      </dsp:txXfrm>
    </dsp:sp>
    <dsp:sp modelId="{CA888CED-7953-4585-B4D7-05B747E4FE8C}">
      <dsp:nvSpPr>
        <dsp:cNvPr id="0" name=""/>
        <dsp:cNvSpPr/>
      </dsp:nvSpPr>
      <dsp:spPr>
        <a:xfrm>
          <a:off x="10125026"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中山航さん</a:t>
          </a:r>
          <a:endParaRPr kumimoji="1" lang="en-US" altLang="ja-JP"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近畿営業所</a:t>
          </a:r>
        </a:p>
      </dsp:txBody>
      <dsp:txXfrm>
        <a:off x="10125026" y="2527723"/>
        <a:ext cx="1561526" cy="1124298"/>
      </dsp:txXfrm>
    </dsp:sp>
    <dsp:sp modelId="{C2F5A284-C492-4399-A874-2766E85D6E32}">
      <dsp:nvSpPr>
        <dsp:cNvPr id="0" name=""/>
        <dsp:cNvSpPr/>
      </dsp:nvSpPr>
      <dsp:spPr>
        <a:xfrm>
          <a:off x="10125026"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07</a:t>
          </a:r>
        </a:p>
      </dsp:txBody>
      <dsp:txXfrm>
        <a:off x="10125026" y="1778190"/>
        <a:ext cx="1561526" cy="749532"/>
      </dsp:txXfrm>
    </dsp:sp>
  </dsp:spTree>
</dsp:drawing>
</file>

<file path=ppt/diagrams/layout1.xml><?xml version="1.0" encoding="utf-8"?>
<dgm:layoutDef xmlns:dgm="http://schemas.openxmlformats.org/drawingml/2006/diagram" xmlns:a="http://schemas.openxmlformats.org/drawingml/2006/main" uniqueId="urn:microsoft.com/office/officeart/2024/layout/NumberedTitleCardList#1">
  <dgm:title val=""/>
  <dgm:desc val=""/>
  <dgm:catLst>
    <dgm:cat type="list" pri="8100"/>
  </dgm:catLst>
  <dgm:sampData>
    <dgm:dataModel>
      <dgm:ptLst>
        <dgm:pt modelId="0" type="doc"/>
        <dgm:pt modelId="1">
          <dgm:prSet phldr="1"/>
        </dgm:pt>
        <dgm:pt modelId="2">
          <dgm:prSet phldr="1"/>
        </dgm:pt>
        <dgm:pt modelId="3">
          <dgm:prSet phldr="1"/>
        </dgm:pt>
        <dgm:pt modelId="101" type="sibTrans" cxnId="{65E86F0A-D270-4099-B08B-A2DC00CCA9A8}">
          <dgm:prSet phldrT="01"/>
          <dgm:t>
            <a:bodyPr/>
            <a:lstStyle/>
            <a:p>
              <a:r>
                <a:t>01</a:t>
              </a:r>
            </a:p>
          </dgm:t>
        </dgm:pt>
        <dgm:pt modelId="201" type="sibTrans" cxnId="{996DB9E2-43E4-4C32-913C-1B4D21716AFE}">
          <dgm:prSet phldrT="02"/>
          <dgm:t>
            <a:bodyPr/>
            <a:lstStyle/>
            <a:p>
              <a:r>
                <a:t>02</a:t>
              </a:r>
            </a:p>
          </dgm:t>
        </dgm:pt>
        <dgm:pt modelId="301" type="sibTrans" cxnId="{C4ED3F72-69EB-4E67-8F0D-A1A861DC08ED}">
          <dgm:prSet phldrT="03"/>
          <dgm:t>
            <a:bodyPr/>
            <a:lstStyle/>
            <a:p>
              <a:r>
                <a:t>03</a:t>
              </a:r>
            </a:p>
          </dgm:t>
        </dgm:pt>
      </dgm:ptLst>
      <dgm:cxnLst>
        <dgm:cxn modelId="4" srcId="0" destId="1" srcOrd="0" destOrd="0" sibTransId="101"/>
        <dgm:cxn modelId="5" srcId="0" destId="2" srcOrd="1" destOrd="0" sibTransId="201"/>
        <dgm:cxn modelId="6" srcId="0" destId="3" srcOrd="2" destOrd="0" sibTransId="301"/>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43" srcId="4" destId="41" srcOrd="0" destOrd="0"/>
      </dgm:cxnLst>
      <dgm:bg/>
      <dgm:whole/>
    </dgm:dataModel>
  </dgm:clrData>
  <dgm:layoutNode name="Name0">
    <dgm:varLst>
      <dgm:dir/>
      <dgm:animLvl val="lvl"/>
      <dgm:resizeHandles val="exact"/>
    </dgm:varLst>
    <dgm:choose name="dirChoose">
      <dgm:if name="dirNorm" func="var" arg="dir" op="equ" val="norm">
        <dgm:alg type="lin">
          <dgm:param type="linDir" val="fromL"/>
          <dgm:param type="nodeVertAlign" val="t"/>
        </dgm:alg>
      </dgm:if>
      <dgm:else name="dirRev">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sibTransNodeRect" op="equ"/>
      <dgm:constr type="primFontSz" for="des" forName="nodeRect" op="equ"/>
    </dgm:constrLst>
    <dgm:ruleLst/>
    <dgm:forEach name="Name4" axis="ch" ptType="node">
      <dgm:layoutNode name="compositeNode">
        <dgm:varLst>
          <dgm:bulletEnabled val="1"/>
        </dgm:varLst>
        <dgm:alg type="composite"/>
        <dgm:constrLst>
          <dgm:constr type="h" refType="w" op="lte" fact="1.2"/>
          <dgm:constr type="w" for="ch" forName="bgRect" refType="w"/>
          <dgm:constr type="h" for="ch" forName="bgRect" refType="h"/>
          <dgm:constr type="t" for="ch" forName="bgRect"/>
          <dgm:constr type="l" for="ch" forName="bgRect"/>
          <dgm:constr type="w" for="ch" forName="sibTransNodeRect" refType="w" refFor="ch" refForName="bgRect"/>
          <dgm:constr type="h" for="ch" forName="sibTransNodeRect" refType="h" refFor="ch" refForName="bgRect" fact="0.4"/>
          <dgm:constr type="t" for="ch" forName="sibTransNodeRect"/>
          <dgm:constr type="l" for="ch" forName="sibTransNodeRect"/>
          <dgm:constr type="r" for="ch" forName="nodeRect" refType="r" refFor="ch" refForName="bgRect"/>
          <dgm:constr type="h" for="ch" forName="nodeRect" refType="h" refFor="ch" refForName="bgRect" fact="0.6"/>
          <dgm:constr type="t" for="ch" forName="nodeRect" refType="b" refFor="ch" refForName="sibTransNodeRect"/>
          <dgm:constr type="l" for="ch" forName="nodeRect" refType="l" refFor="ch" refForName="bgRect"/>
        </dgm:constrLst>
        <dgm:ruleLst>
          <dgm:rule type="w" for="ch" forName="nodeRect" val="NaN" fact="NaN" max="30"/>
        </dgm:ruleLst>
        <dgm:layoutNode name="bgRect" styleLbl="fgAcc1">
          <dgm:alg type="sp"/>
          <dgm:shape xmlns:r="http://schemas.openxmlformats.org/officeDocument/2006/relationships" type="roundRect" r:blip="">
            <dgm:adjLst>
              <dgm:adj idx="1" val="0.1"/>
            </dgm:adjLst>
          </dgm:shape>
          <dgm:presOf axis="self"/>
          <dgm:constrLst/>
          <dgm:ruleLst/>
        </dgm:layoutNode>
        <dgm:forEach name="Name19" axis="followSib" ptType="sibTrans" hideLastTrans="0" cnt="1">
          <dgm:layoutNode name="sibTransNodeRect" styleLbl="bgShp">
            <dgm:varLst>
              <dgm:chMax val="0"/>
              <dgm:bulletEnabled/>
            </dgm:varLst>
            <dgm:presOf axis="self" ptType="sibTrans"/>
            <dgm:choose name="numAlignDir">
              <dgm:if name="numAlignNorm" func="var" arg="dir" op="equ" val="norm">
                <dgm:alg type="tx">
                  <dgm:param type="parTxLTRAlign" val="l"/>
                  <dgm:param type="parTxRTLAlign" val="l"/>
                </dgm:alg>
              </dgm:if>
              <dgm:else name="numAlignRev">
                <dgm:alg type="tx">
                  <dgm:param type="parTxLTRAlign" val="r"/>
                  <dgm:param type="parTxRTLAlign" val="r"/>
                </dgm:alg>
              </dgm:else>
            </dgm:choose>
            <dgm:shape xmlns:r="http://schemas.openxmlformats.org/officeDocument/2006/relationships" type="rect" r:blip="" hideGeom="1">
              <dgm:adjLst/>
            </dgm:shape>
            <dgm:constrLst>
              <dgm:constr type="primFontSz" val="66"/>
              <dgm:constr type="tMarg" val="13"/>
              <dgm:constr type="lMarg" refType="w" fact="0.1"/>
              <dgm:constr type="rMarg" refType="w" fact="0.05"/>
              <dgm:constr type="bMarg" val="13"/>
            </dgm:constrLst>
            <dgm:ruleLst>
              <dgm:rule type="primFontSz" val="14" fact="NaN" max="NaN"/>
              <dgm:rule type="tMarg" val="13" fact="NaN" max="NaN"/>
            </dgm:ruleLst>
          </dgm:layoutNode>
        </dgm:forEach>
        <dgm:layoutNode name="nodeRect" styleLbl="parChTrans1D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OrSelf" ptType="node"/>
          <dgm:constrLst>
            <dgm:constr type="primFontSz" val="26"/>
            <dgm:constr type="tMarg"/>
            <dgm:constr type="lMarg" refType="w" fact="0.1"/>
            <dgm:constr type="rMarg" refType="w" fact="0.05"/>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1">
            <a:buAutoNum type="arabicParenBoth"/>
          </dgm1611:buPr>
        </dgm1611:autoBuNodeInfo>
      </dgm1611:autoBuNodeInfoLst>
    </a:ext>
  </dgm:extLst>
</dgm:layoutDef>
</file>

<file path=ppt/diagrams/quickStyle1.xml><?xml version="1.0" encoding="utf-8"?>
<dgm:styleDef xmlns:dgm="http://schemas.openxmlformats.org/drawingml/2006/diagram" xmlns:a="http://schemas.openxmlformats.org/drawingml/2006/main" uniqueId="urn:microsoft.com/office/officeart/2005/8/quickstyle/3d3">
  <dgm:title val=""/>
  <dgm:desc val=""/>
  <dgm:catLst>
    <dgm:cat type="3D" pri="11300"/>
  </dgm:catLst>
  <dgm:scene3d>
    <a:camera prst="orthographicFront"/>
    <a:lightRig rig="threePt" dir="t"/>
  </dgm:scene3d>
  <dgm:styleLbl name="node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l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vennNode1">
    <dgm:scene3d>
      <a:camera prst="orthographicFront">
        <a:rot lat="0" lon="0" rev="0"/>
      </a:camera>
      <a:lightRig rig="contrasting" dir="t">
        <a:rot lat="0" lon="0" rev="1200000"/>
      </a:lightRig>
    </dgm:scene3d>
    <dgm:sp3d contourW="12700" prstMaterial="clear">
      <a:bevelT w="177800" h="254000"/>
      <a:bevelB w="152400"/>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f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alignImgPlace1">
    <dgm:scene3d>
      <a:camera prst="orthographicFront">
        <a:rot lat="0" lon="0" rev="0"/>
      </a:camera>
      <a:lightRig rig="contrasting" dir="t">
        <a:rot lat="0" lon="0" rev="1200000"/>
      </a:lightRig>
    </dgm:scene3d>
    <dgm:sp3d contourW="12700" prstMaterial="flat">
      <a:bevelT w="177800" h="254000"/>
      <a:bevelB w="152400"/>
    </dgm:sp3d>
    <dgm:txPr/>
    <dgm:style>
      <a:lnRef idx="0">
        <a:scrgbClr r="0" g="0" b="0"/>
      </a:lnRef>
      <a:fillRef idx="1">
        <a:scrgbClr r="0" g="0" b="0"/>
      </a:fillRef>
      <a:effectRef idx="1">
        <a:scrgbClr r="0" g="0" b="0"/>
      </a:effectRef>
      <a:fontRef idx="minor"/>
    </dgm:style>
  </dgm:styleLbl>
  <dgm:styleLbl name="b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sibTrans2D1">
    <dgm:scene3d>
      <a:camera prst="orthographicFront">
        <a:rot lat="0" lon="0" rev="0"/>
      </a:camera>
      <a:lightRig rig="contrasting" dir="t">
        <a:rot lat="0" lon="0" rev="1200000"/>
      </a:lightRig>
    </dgm:scene3d>
    <dgm:sp3d z="-182000" contourW="19050" prstMaterial="metal">
      <a:bevelT w="88900" h="203200"/>
      <a:bevelB w="165100" h="254000"/>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ibTrans1D1">
    <dgm:scene3d>
      <a:camera prst="orthographicFront">
        <a:rot lat="0" lon="0" rev="0"/>
      </a:camera>
      <a:lightRig rig="contrasting" dir="t">
        <a:rot lat="0" lon="0" rev="1200000"/>
      </a:lightRig>
    </dgm:scene3d>
    <dgm:sp3d z="-110000"/>
    <dgm:txPr/>
    <dgm:style>
      <a:lnRef idx="1">
        <a:scrgbClr r="0" g="0" b="0"/>
      </a:lnRef>
      <a:fillRef idx="0">
        <a:scrgbClr r="0" g="0" b="0"/>
      </a:fillRef>
      <a:effectRef idx="0">
        <a:scrgbClr r="0" g="0" b="0"/>
      </a:effectRef>
      <a:fontRef idx="minor"/>
    </dgm:style>
  </dgm:styleLbl>
  <dgm:styleLbl name="callout">
    <dgm:scene3d>
      <a:camera prst="orthographicFront">
        <a:rot lat="0" lon="0" rev="0"/>
      </a:camera>
      <a:lightRig rig="contrasting" dir="t">
        <a:rot lat="0" lon="0" rev="1200000"/>
      </a:lightRig>
    </dgm:scene3d>
    <dgm:sp3d z="10000"/>
    <dgm:txPr/>
    <dgm:style>
      <a:lnRef idx="2">
        <a:scrgbClr r="0" g="0" b="0"/>
      </a:lnRef>
      <a:fillRef idx="1">
        <a:scrgbClr r="0" g="0" b="0"/>
      </a:fillRef>
      <a:effectRef idx="0">
        <a:scrgbClr r="0" g="0" b="0"/>
      </a:effectRef>
      <a:fontRef idx="minor"/>
    </dgm:style>
  </dgm:styleLbl>
  <dgm:styleLbl name="asst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parChTrans2D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1D1">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2">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3">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4">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con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tr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FgAcc1">
    <dgm:scene3d>
      <a:camera prst="orthographicFront">
        <a:rot lat="0" lon="0" rev="0"/>
      </a:camera>
      <a:lightRig rig="contrasting" dir="t">
        <a:rot lat="0" lon="0" rev="1200000"/>
      </a:lightRig>
    </dgm:scene3d>
    <dgm:sp3d z="300000" contourW="12700" prstMaterial="flat">
      <a:bevelT w="177800" h="254000"/>
      <a:bevelB w="152400"/>
    </dgm:sp3d>
    <dgm:txPr/>
    <dgm:style>
      <a:lnRef idx="0">
        <a:scrgbClr r="0" g="0" b="0"/>
      </a:lnRef>
      <a:fillRef idx="1">
        <a:scrgbClr r="0" g="0" b="0"/>
      </a:fillRef>
      <a:effectRef idx="0">
        <a:scrgbClr r="0" g="0" b="0"/>
      </a:effectRef>
      <a:fontRef idx="minor"/>
    </dgm:style>
  </dgm:styleLbl>
  <dgm:styleLbl name="solid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Follow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0">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2">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3">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4">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hp">
    <dgm:scene3d>
      <a:camera prst="orthographicFront">
        <a:rot lat="0" lon="0" rev="0"/>
      </a:camera>
      <a:lightRig rig="contrasting" dir="t">
        <a:rot lat="0" lon="0" rev="1200000"/>
      </a:lightRig>
    </dgm:scene3d>
    <dgm:sp3d z="-300000" prstMaterial="plastic"/>
    <dgm:txPr/>
    <dgm:style>
      <a:lnRef idx="1">
        <a:scrgbClr r="0" g="0" b="0"/>
      </a:lnRef>
      <a:fillRef idx="1">
        <a:scrgbClr r="0" g="0" b="0"/>
      </a:fillRef>
      <a:effectRef idx="0">
        <a:scrgbClr r="0" g="0" b="0"/>
      </a:effectRef>
      <a:fontRef idx="minor"/>
    </dgm:style>
  </dgm:styleLbl>
  <dgm:styleLbl name="dkBgShp">
    <dgm:scene3d>
      <a:camera prst="orthographicFront">
        <a:rot lat="0" lon="0" rev="0"/>
      </a:camera>
      <a:lightRig rig="contrasting" dir="t">
        <a:rot lat="0" lon="0" rev="1200000"/>
      </a:lightRig>
    </dgm:scene3d>
    <dgm:sp3d contourW="12700" prstMaterial="flat">
      <a:bevelT w="100800" h="154000"/>
      <a:bevelB w="152400"/>
    </dgm:sp3d>
    <dgm:txPr/>
    <dgm:style>
      <a:lnRef idx="0">
        <a:scrgbClr r="0" g="0" b="0"/>
      </a:lnRef>
      <a:fillRef idx="1">
        <a:scrgbClr r="0" g="0" b="0"/>
      </a:fillRef>
      <a:effectRef idx="0">
        <a:scrgbClr r="0" g="0" b="0"/>
      </a:effectRef>
      <a:fontRef idx="minor"/>
    </dgm:style>
  </dgm:styleLbl>
  <dgm:styleLbl name="trBgShp">
    <dgm:scene3d>
      <a:camera prst="orthographicFront">
        <a:rot lat="0" lon="0" rev="0"/>
      </a:camera>
      <a:lightRig rig="contrasting" dir="t">
        <a:rot lat="0" lon="0" rev="1200000"/>
      </a:lightRig>
    </dgm:scene3d>
    <dgm:sp3d z="-152400" prstMaterial="matte"/>
    <dgm:txPr/>
    <dgm:style>
      <a:lnRef idx="1">
        <a:scrgbClr r="0" g="0" b="0"/>
      </a:lnRef>
      <a:fillRef idx="1">
        <a:scrgbClr r="0" g="0" b="0"/>
      </a:fillRef>
      <a:effectRef idx="0">
        <a:scrgbClr r="0" g="0" b="0"/>
      </a:effectRef>
      <a:fontRef idx="minor"/>
    </dgm:style>
  </dgm:styleLbl>
  <dgm:styleLbl name="fgShp">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1">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jpeg"/><Relationship Id="rId4" Type="http://schemas.openxmlformats.org/officeDocument/2006/relationships/image" Target="../media/image1.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3.jpe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svg"/><Relationship Id="rId3" Type="http://schemas.openxmlformats.org/officeDocument/2006/relationships/image" Target="../media/image1.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jpeg"/><Relationship Id="rId3" Type="http://schemas.openxmlformats.org/officeDocument/2006/relationships/image" Target="../media/image1.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eg"/><Relationship Id="rId3" Type="http://schemas.openxmlformats.org/officeDocument/2006/relationships/image" Target="../media/image1.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svg"/><Relationship Id="rId3" Type="http://schemas.openxmlformats.org/officeDocument/2006/relationships/image" Target="../media/image1.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8.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jpeg"/><Relationship Id="rId3" Type="http://schemas.openxmlformats.org/officeDocument/2006/relationships/image" Target="../media/image1.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7.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8.sv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3.jpe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3.jpe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7/27/26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7/27/26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7/27/26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Blank Page">
    <p:spTree>
      <p:nvGrpSpPr>
        <p:cNvPr id="1" name=""/>
        <p:cNvGrpSpPr/>
        <p:nvPr/>
      </p:nvGrpSpPr>
      <p:grpSpPr>
        <a:xfrm>
          <a:off x="0" y="0"/>
          <a:ext cx="0" cy="0"/>
          <a:chOff x="0" y="0"/>
          <a:chExt cx="0" cy="0"/>
        </a:xfrm>
      </p:grpSpPr>
      <p:pic>
        <p:nvPicPr>
          <p:cNvPr id="42" name="Logo">
            <a:extLst>
              <a:ext uri="{FF2B5EF4-FFF2-40B4-BE49-F238E27FC236}">
                <a16:creationId xmlns:a16="http://schemas.microsoft.com/office/drawing/2014/main" id="{572B6447-BD74-E19F-F82F-B6AB6B813F32}"/>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632463954"/>
      </p:ext>
    </p:extLst>
  </p:cSld>
  <p:clrMapOvr>
    <a:masterClrMapping/>
  </p:clrMapOvr>
  <p:extLst>
    <p:ext uri="{DCECCB84-F9BA-43D5-87BE-67443E8EF086}">
      <p15:sldGuideLst xmlns:p15="http://schemas.microsoft.com/office/powerpoint/2012/main">
        <p15:guide id="3" pos="2615">
          <p15:clr>
            <a:srgbClr val="9FCC3B"/>
          </p15:clr>
        </p15:guide>
        <p15:guide id="4" pos="2706">
          <p15:clr>
            <a:srgbClr val="9FCC3B"/>
          </p15:clr>
        </p15:guide>
        <p15:guide id="5" pos="4974">
          <p15:clr>
            <a:srgbClr val="9FCC3B"/>
          </p15:clr>
        </p15:guide>
        <p15:guide id="6" pos="5065">
          <p15:clr>
            <a:srgbClr val="9FCC3B"/>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 Title slide 1">
    <p:bg>
      <p:bgPr>
        <a:blipFill>
          <a:blip r:embed="rId2"/>
          <a:tile tx="0" ty="0" sx="100000" sy="100000" flip="none" algn="tl"/>
        </a:blipFill>
        <a:effectLst/>
      </p:bgPr>
    </p:bg>
    <p:spTree>
      <p:nvGrpSpPr>
        <p:cNvPr id="1" name=""/>
        <p:cNvGrpSpPr/>
        <p:nvPr/>
      </p:nvGrpSpPr>
      <p:grpSpPr>
        <a:xfrm>
          <a:off x="0" y="0"/>
          <a:ext cx="0" cy="0"/>
          <a:chOff x="0" y="0"/>
          <a:chExt cx="0" cy="0"/>
        </a:xfrm>
      </p:grpSpPr>
      <p:pic>
        <p:nvPicPr>
          <p:cNvPr id="6" name="Gradient background">
            <a:extLst>
              <a:ext uri="{FF2B5EF4-FFF2-40B4-BE49-F238E27FC236}">
                <a16:creationId xmlns:a16="http://schemas.microsoft.com/office/drawing/2014/main" id="{92928F57-07A1-1A1B-92F7-6684E21D98A1}"/>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a:fillRect/>
          </a:stretch>
        </p:blipFill>
        <p:spPr bwMode="hidden">
          <a:xfrm>
            <a:off x="0" y="6057900"/>
            <a:ext cx="12192000" cy="800100"/>
          </a:xfrm>
          <a:prstGeom prst="rect">
            <a:avLst/>
          </a:prstGeom>
        </p:spPr>
      </p:pic>
      <p:sp>
        <p:nvSpPr>
          <p:cNvPr id="7" name="Title 1">
            <a:extLst>
              <a:ext uri="{FF2B5EF4-FFF2-40B4-BE49-F238E27FC236}">
                <a16:creationId xmlns:a16="http://schemas.microsoft.com/office/drawing/2014/main" id="{DE11E6EF-7DEE-709C-8F7C-C05A9D414CD0}"/>
              </a:ext>
            </a:extLst>
          </p:cNvPr>
          <p:cNvSpPr>
            <a:spLocks noGrp="1"/>
          </p:cNvSpPr>
          <p:nvPr>
            <p:ph type="ctrTitle" hasCustomPrompt="1"/>
          </p:nvPr>
        </p:nvSpPr>
        <p:spPr bwMode="gray">
          <a:xfrm>
            <a:off x="551384" y="726029"/>
            <a:ext cx="10080000" cy="3687997"/>
          </a:xfrm>
        </p:spPr>
        <p:txBody>
          <a:bodyPr anchor="t">
            <a:spAutoFit/>
          </a:bodyPr>
          <a:lstStyle>
            <a:lvl1pPr algn="l">
              <a:lnSpc>
                <a:spcPct val="83000"/>
              </a:lnSpc>
              <a:defRPr sz="9600" spc="0" baseline="0">
                <a:solidFill>
                  <a:schemeClr val="tx1"/>
                </a:solidFill>
              </a:defRPr>
            </a:lvl1pPr>
          </a:lstStyle>
          <a:p>
            <a:r>
              <a:rPr lang="en-US" noProof="0"/>
              <a:t>Edit presentation title (maximum three lines)</a:t>
            </a:r>
          </a:p>
        </p:txBody>
      </p:sp>
      <p:sp>
        <p:nvSpPr>
          <p:cNvPr id="8" name="Subtitle 2">
            <a:extLst>
              <a:ext uri="{FF2B5EF4-FFF2-40B4-BE49-F238E27FC236}">
                <a16:creationId xmlns:a16="http://schemas.microsoft.com/office/drawing/2014/main" id="{156DCA5C-54BE-B570-7771-24B6F32B8654}"/>
              </a:ext>
            </a:extLst>
          </p:cNvPr>
          <p:cNvSpPr>
            <a:spLocks noGrp="1"/>
          </p:cNvSpPr>
          <p:nvPr>
            <p:ph type="subTitle" idx="1" hasCustomPrompt="1"/>
          </p:nvPr>
        </p:nvSpPr>
        <p:spPr bwMode="gray">
          <a:xfrm>
            <a:off x="551384" y="4554387"/>
            <a:ext cx="5472608"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Click to edit Name Surname</a:t>
            </a:r>
          </a:p>
        </p:txBody>
      </p:sp>
      <p:sp>
        <p:nvSpPr>
          <p:cNvPr id="9" name="Text Placeholder 1">
            <a:extLst>
              <a:ext uri="{FF2B5EF4-FFF2-40B4-BE49-F238E27FC236}">
                <a16:creationId xmlns:a16="http://schemas.microsoft.com/office/drawing/2014/main" id="{9CEC8C55-6D9F-A0BC-1D15-F83CA5ED26DA}"/>
              </a:ext>
            </a:extLst>
          </p:cNvPr>
          <p:cNvSpPr>
            <a:spLocks noGrp="1"/>
          </p:cNvSpPr>
          <p:nvPr>
            <p:ph type="body" sz="quarter" idx="12" hasCustomPrompt="1"/>
          </p:nvPr>
        </p:nvSpPr>
        <p:spPr bwMode="gray">
          <a:xfrm>
            <a:off x="6168505" y="4554387"/>
            <a:ext cx="4464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Click to edit date</a:t>
            </a:r>
          </a:p>
        </p:txBody>
      </p:sp>
      <p:sp>
        <p:nvSpPr>
          <p:cNvPr id="10" name="Text Placeholder 2">
            <a:extLst>
              <a:ext uri="{FF2B5EF4-FFF2-40B4-BE49-F238E27FC236}">
                <a16:creationId xmlns:a16="http://schemas.microsoft.com/office/drawing/2014/main" id="{F5B90D9E-31F6-9A74-2145-A6288C92CE44}"/>
              </a:ext>
            </a:extLst>
          </p:cNvPr>
          <p:cNvSpPr>
            <a:spLocks noGrp="1"/>
          </p:cNvSpPr>
          <p:nvPr>
            <p:ph type="body" sz="quarter" idx="13" hasCustomPrompt="1"/>
          </p:nvPr>
        </p:nvSpPr>
        <p:spPr bwMode="gray">
          <a:xfrm>
            <a:off x="551383" y="5022439"/>
            <a:ext cx="5472000" cy="184666"/>
          </a:xfrm>
        </p:spPr>
        <p:txBody>
          <a:bodyPr>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bwMode="gray">
          <a:xfrm>
            <a:off x="551394" y="6301888"/>
            <a:ext cx="1691980" cy="252837"/>
          </a:xfrm>
          <a:prstGeom prst="rect">
            <a:avLst/>
          </a:prstGeom>
        </p:spPr>
      </p:pic>
      <p:sp>
        <p:nvSpPr>
          <p:cNvPr id="3" name="Footer Placeholder 2">
            <a:extLst>
              <a:ext uri="{FF2B5EF4-FFF2-40B4-BE49-F238E27FC236}">
                <a16:creationId xmlns:a16="http://schemas.microsoft.com/office/drawing/2014/main" id="{C2AEE872-17BA-5687-6409-5D696FD2CCF8}"/>
              </a:ext>
            </a:extLst>
          </p:cNvPr>
          <p:cNvSpPr>
            <a:spLocks noGrp="1"/>
          </p:cNvSpPr>
          <p:nvPr>
            <p:ph type="ftr" sz="quarter" idx="15"/>
          </p:nvPr>
        </p:nvSpPr>
        <p:spPr/>
        <p:txBody>
          <a:bodyPr/>
          <a:lstStyle/>
          <a:p>
            <a:pPr algn="l"/>
            <a:endParaRPr lang="en-US" noProof="0"/>
          </a:p>
        </p:txBody>
      </p:sp>
      <p:sp>
        <p:nvSpPr>
          <p:cNvPr id="4" name="Slide Number Placeholder 3">
            <a:extLst>
              <a:ext uri="{FF2B5EF4-FFF2-40B4-BE49-F238E27FC236}">
                <a16:creationId xmlns:a16="http://schemas.microsoft.com/office/drawing/2014/main" id="{E100544A-606F-A954-EFCC-B2A52625FFC6}"/>
              </a:ext>
            </a:extLst>
          </p:cNvPr>
          <p:cNvSpPr>
            <a:spLocks noGrp="1"/>
          </p:cNvSpPr>
          <p:nvPr>
            <p:ph type="sldNum" sz="quarter" idx="16"/>
          </p:nvPr>
        </p:nvSpPr>
        <p:spPr/>
        <p:txBody>
          <a:bodyPr/>
          <a:lstStyle/>
          <a:p>
            <a:fld id="{1EDD9F3E-8BFD-4E3C-98D1-767322780FDD}" type="slidenum">
              <a:rPr lang="en-US" noProof="0" smtClean="0"/>
              <a:pPr/>
              <a:t>‹#›</a:t>
            </a:fld>
            <a:endParaRPr lang="en-US" noProof="0"/>
          </a:p>
        </p:txBody>
      </p:sp>
    </p:spTree>
    <p:extLst>
      <p:ext uri="{BB962C8B-B14F-4D97-AF65-F5344CB8AC3E}">
        <p14:creationId xmlns:p14="http://schemas.microsoft.com/office/powerpoint/2010/main" val="23134022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 Title slid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595B2D-557F-82D7-1FBB-918B87784154}"/>
              </a:ext>
            </a:extLst>
          </p:cNvPr>
          <p:cNvSpPr>
            <a:spLocks noGrp="1"/>
          </p:cNvSpPr>
          <p:nvPr>
            <p:ph type="ctrTitle" hasCustomPrompt="1"/>
          </p:nvPr>
        </p:nvSpPr>
        <p:spPr bwMode="gray">
          <a:xfrm>
            <a:off x="551384" y="726029"/>
            <a:ext cx="10080000" cy="3687997"/>
          </a:xfrm>
        </p:spPr>
        <p:txBody>
          <a:bodyPr anchor="t">
            <a:spAutoFit/>
          </a:bodyPr>
          <a:lstStyle>
            <a:lvl1pPr algn="l">
              <a:lnSpc>
                <a:spcPct val="83000"/>
              </a:lnSpc>
              <a:defRPr sz="9600" spc="0" baseline="0">
                <a:solidFill>
                  <a:schemeClr val="tx1"/>
                </a:solidFill>
              </a:defRPr>
            </a:lvl1pPr>
          </a:lstStyle>
          <a:p>
            <a:r>
              <a:rPr lang="en-US" noProof="0"/>
              <a:t>Edit presentation title (maximum three lines)</a:t>
            </a:r>
          </a:p>
        </p:txBody>
      </p:sp>
      <p:sp>
        <p:nvSpPr>
          <p:cNvPr id="3" name="Subtitle 2">
            <a:extLst>
              <a:ext uri="{FF2B5EF4-FFF2-40B4-BE49-F238E27FC236}">
                <a16:creationId xmlns:a16="http://schemas.microsoft.com/office/drawing/2014/main" id="{B0416517-6E31-5EB2-9E14-48277588B58E}"/>
              </a:ext>
            </a:extLst>
          </p:cNvPr>
          <p:cNvSpPr>
            <a:spLocks noGrp="1"/>
          </p:cNvSpPr>
          <p:nvPr>
            <p:ph type="subTitle" idx="1" hasCustomPrompt="1"/>
          </p:nvPr>
        </p:nvSpPr>
        <p:spPr bwMode="gray">
          <a:xfrm>
            <a:off x="551384" y="4554387"/>
            <a:ext cx="5472608"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Click to edit Name Surname</a:t>
            </a:r>
          </a:p>
        </p:txBody>
      </p:sp>
      <p:sp>
        <p:nvSpPr>
          <p:cNvPr id="5" name="Text Placeholder 1">
            <a:extLst>
              <a:ext uri="{FF2B5EF4-FFF2-40B4-BE49-F238E27FC236}">
                <a16:creationId xmlns:a16="http://schemas.microsoft.com/office/drawing/2014/main" id="{9652521A-CD45-F485-9C10-82CE67ACE2F5}"/>
              </a:ext>
            </a:extLst>
          </p:cNvPr>
          <p:cNvSpPr>
            <a:spLocks noGrp="1"/>
          </p:cNvSpPr>
          <p:nvPr>
            <p:ph type="body" sz="quarter" idx="12" hasCustomPrompt="1"/>
          </p:nvPr>
        </p:nvSpPr>
        <p:spPr bwMode="gray">
          <a:xfrm>
            <a:off x="6168505" y="4554387"/>
            <a:ext cx="4464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Click to edit date</a:t>
            </a:r>
          </a:p>
        </p:txBody>
      </p:sp>
      <p:sp>
        <p:nvSpPr>
          <p:cNvPr id="11" name="Text Placeholder 2">
            <a:extLst>
              <a:ext uri="{FF2B5EF4-FFF2-40B4-BE49-F238E27FC236}">
                <a16:creationId xmlns:a16="http://schemas.microsoft.com/office/drawing/2014/main" id="{E6ED980B-9D65-A198-AE5E-5981B5E21230}"/>
              </a:ext>
            </a:extLst>
          </p:cNvPr>
          <p:cNvSpPr>
            <a:spLocks noGrp="1"/>
          </p:cNvSpPr>
          <p:nvPr>
            <p:ph type="body" sz="quarter" idx="13" hasCustomPrompt="1"/>
          </p:nvPr>
        </p:nvSpPr>
        <p:spPr bwMode="gray">
          <a:xfrm>
            <a:off x="551383" y="5022439"/>
            <a:ext cx="5472000" cy="184666"/>
          </a:xfrm>
        </p:spPr>
        <p:txBody>
          <a:bodyPr>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pic>
        <p:nvPicPr>
          <p:cNvPr id="4" name="Gradient background">
            <a:extLst>
              <a:ext uri="{FF2B5EF4-FFF2-40B4-BE49-F238E27FC236}">
                <a16:creationId xmlns:a16="http://schemas.microsoft.com/office/drawing/2014/main" id="{8724D9F6-3E07-EAAB-9C0A-FB3B644A654D}"/>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a:fillRect/>
          </a:stretch>
        </p:blipFill>
        <p:spPr bwMode="hidden">
          <a:xfrm>
            <a:off x="0" y="1"/>
            <a:ext cx="12192000" cy="303274"/>
          </a:xfrm>
          <a:prstGeom prst="rect">
            <a:avLst/>
          </a:prstGeom>
        </p:spPr>
      </p:pic>
    </p:spTree>
    <p:extLst>
      <p:ext uri="{BB962C8B-B14F-4D97-AF65-F5344CB8AC3E}">
        <p14:creationId xmlns:p14="http://schemas.microsoft.com/office/powerpoint/2010/main" val="49943405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 Title slide 3">
    <p:spTree>
      <p:nvGrpSpPr>
        <p:cNvPr id="1" name=""/>
        <p:cNvGrpSpPr/>
        <p:nvPr/>
      </p:nvGrpSpPr>
      <p:grpSpPr>
        <a:xfrm>
          <a:off x="0" y="0"/>
          <a:ext cx="0" cy="0"/>
          <a:chOff x="0" y="0"/>
          <a:chExt cx="0" cy="0"/>
        </a:xfrm>
      </p:grpSpPr>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
        <p:nvSpPr>
          <p:cNvPr id="4" name="Title 1">
            <a:extLst>
              <a:ext uri="{FF2B5EF4-FFF2-40B4-BE49-F238E27FC236}">
                <a16:creationId xmlns:a16="http://schemas.microsoft.com/office/drawing/2014/main" id="{751C14DD-9794-E6F9-AF00-3571E64B8936}"/>
              </a:ext>
            </a:extLst>
          </p:cNvPr>
          <p:cNvSpPr>
            <a:spLocks noGrp="1"/>
          </p:cNvSpPr>
          <p:nvPr>
            <p:ph type="ctrTitle" hasCustomPrompt="1"/>
          </p:nvPr>
        </p:nvSpPr>
        <p:spPr bwMode="gray">
          <a:xfrm>
            <a:off x="551384" y="726029"/>
            <a:ext cx="10080000" cy="3687997"/>
          </a:xfrm>
        </p:spPr>
        <p:txBody>
          <a:bodyPr anchor="t">
            <a:spAutoFit/>
          </a:bodyPr>
          <a:lstStyle>
            <a:lvl1pPr algn="l">
              <a:lnSpc>
                <a:spcPct val="83000"/>
              </a:lnSpc>
              <a:defRPr sz="9600" spc="0" baseline="0">
                <a:solidFill>
                  <a:schemeClr val="tx1"/>
                </a:solidFill>
              </a:defRPr>
            </a:lvl1pPr>
          </a:lstStyle>
          <a:p>
            <a:r>
              <a:rPr lang="en-US" noProof="0"/>
              <a:t>Edit presentation title (maximum three lines)</a:t>
            </a:r>
          </a:p>
        </p:txBody>
      </p:sp>
      <p:sp>
        <p:nvSpPr>
          <p:cNvPr id="7" name="Subtitle 2">
            <a:extLst>
              <a:ext uri="{FF2B5EF4-FFF2-40B4-BE49-F238E27FC236}">
                <a16:creationId xmlns:a16="http://schemas.microsoft.com/office/drawing/2014/main" id="{1DBE46BF-4100-2DC3-ABDE-7C925CA29CCA}"/>
              </a:ext>
            </a:extLst>
          </p:cNvPr>
          <p:cNvSpPr>
            <a:spLocks noGrp="1"/>
          </p:cNvSpPr>
          <p:nvPr>
            <p:ph type="subTitle" idx="1" hasCustomPrompt="1"/>
          </p:nvPr>
        </p:nvSpPr>
        <p:spPr bwMode="gray">
          <a:xfrm>
            <a:off x="551384" y="4554387"/>
            <a:ext cx="5472608"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Click to edit Name Surname</a:t>
            </a:r>
          </a:p>
        </p:txBody>
      </p:sp>
      <p:sp>
        <p:nvSpPr>
          <p:cNvPr id="8" name="Text Placeholder 1">
            <a:extLst>
              <a:ext uri="{FF2B5EF4-FFF2-40B4-BE49-F238E27FC236}">
                <a16:creationId xmlns:a16="http://schemas.microsoft.com/office/drawing/2014/main" id="{88B367B8-A7CD-7CB8-9517-8197F72C4C2B}"/>
              </a:ext>
            </a:extLst>
          </p:cNvPr>
          <p:cNvSpPr>
            <a:spLocks noGrp="1"/>
          </p:cNvSpPr>
          <p:nvPr>
            <p:ph type="body" sz="quarter" idx="12" hasCustomPrompt="1"/>
          </p:nvPr>
        </p:nvSpPr>
        <p:spPr bwMode="gray">
          <a:xfrm>
            <a:off x="6168505" y="4554387"/>
            <a:ext cx="4464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Click to edit date</a:t>
            </a:r>
          </a:p>
        </p:txBody>
      </p:sp>
      <p:sp>
        <p:nvSpPr>
          <p:cNvPr id="9" name="Text Placeholder 2">
            <a:extLst>
              <a:ext uri="{FF2B5EF4-FFF2-40B4-BE49-F238E27FC236}">
                <a16:creationId xmlns:a16="http://schemas.microsoft.com/office/drawing/2014/main" id="{E5AA0FEE-BD89-5565-F585-CC60A499B784}"/>
              </a:ext>
            </a:extLst>
          </p:cNvPr>
          <p:cNvSpPr>
            <a:spLocks noGrp="1"/>
          </p:cNvSpPr>
          <p:nvPr>
            <p:ph type="body" sz="quarter" idx="13" hasCustomPrompt="1"/>
          </p:nvPr>
        </p:nvSpPr>
        <p:spPr bwMode="gray">
          <a:xfrm>
            <a:off x="551383" y="5022439"/>
            <a:ext cx="5472000" cy="184666"/>
          </a:xfrm>
        </p:spPr>
        <p:txBody>
          <a:bodyPr>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spTree>
    <p:extLst>
      <p:ext uri="{BB962C8B-B14F-4D97-AF65-F5344CB8AC3E}">
        <p14:creationId xmlns:p14="http://schemas.microsoft.com/office/powerpoint/2010/main" val="1353846325"/>
      </p:ext>
    </p:extLst>
  </p:cSld>
  <p:clrMapOvr>
    <a:masterClrMapping/>
  </p:clrMapOvr>
  <p:extLst>
    <p:ext uri="{DCECCB84-F9BA-43D5-87BE-67443E8EF086}">
      <p15:sldGuideLst xmlns:p15="http://schemas.microsoft.com/office/powerpoint/2012/main">
        <p15:guide id="1" pos="6698">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 Title slide with image 4">
    <p:spTree>
      <p:nvGrpSpPr>
        <p:cNvPr id="1" name=""/>
        <p:cNvGrpSpPr/>
        <p:nvPr/>
      </p:nvGrpSpPr>
      <p:grpSpPr>
        <a:xfrm>
          <a:off x="0" y="0"/>
          <a:ext cx="0" cy="0"/>
          <a:chOff x="0" y="0"/>
          <a:chExt cx="0" cy="0"/>
        </a:xfrm>
      </p:grpSpPr>
      <p:sp>
        <p:nvSpPr>
          <p:cNvPr id="6" name="Gradient background">
            <a:extLst>
              <a:ext uri="{FF2B5EF4-FFF2-40B4-BE49-F238E27FC236}">
                <a16:creationId xmlns:a16="http://schemas.microsoft.com/office/drawing/2014/main" id="{7129C899-CA72-B0BF-E98C-9CCD2CE9E8B9}"/>
              </a:ext>
            </a:extLst>
          </p:cNvPr>
          <p:cNvSpPr/>
          <p:nvPr userDrawn="1"/>
        </p:nvSpPr>
        <p:spPr bwMode="hidden">
          <a:xfrm flipH="1">
            <a:off x="-1" y="2420888"/>
            <a:ext cx="4281056" cy="4437112"/>
          </a:xfrm>
          <a:prstGeom prst="rect">
            <a:avLst/>
          </a:prstGeom>
          <a:blipFill>
            <a:blip>
              <a:extLst>
                <a:ext uri="{96DAC541-7B7A-43D3-8B79-37D633B846F1}">
                  <asvg:svgBlip xmlns:asvg="http://schemas.microsoft.com/office/drawing/2016/SVG/main" r:embed="rId2"/>
                </a:ext>
              </a:extLst>
            </a:blip>
            <a:stretch>
              <a:fillRect l="-811" t="-811" r="-811" b="-811"/>
            </a:stretch>
          </a:blip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noProof="0"/>
          </a:p>
        </p:txBody>
      </p:sp>
      <p:sp>
        <p:nvSpPr>
          <p:cNvPr id="2" name="Title 1">
            <a:extLst>
              <a:ext uri="{FF2B5EF4-FFF2-40B4-BE49-F238E27FC236}">
                <a16:creationId xmlns:a16="http://schemas.microsoft.com/office/drawing/2014/main" id="{B3595B2D-557F-82D7-1FBB-918B87784154}"/>
              </a:ext>
            </a:extLst>
          </p:cNvPr>
          <p:cNvSpPr>
            <a:spLocks noGrp="1"/>
          </p:cNvSpPr>
          <p:nvPr>
            <p:ph type="ctrTitle" hasCustomPrompt="1"/>
          </p:nvPr>
        </p:nvSpPr>
        <p:spPr bwMode="gray">
          <a:xfrm>
            <a:off x="551385" y="3429000"/>
            <a:ext cx="3384607" cy="1532727"/>
          </a:xfrm>
        </p:spPr>
        <p:txBody>
          <a:bodyPr wrap="square" anchor="t">
            <a:spAutoFit/>
          </a:bodyPr>
          <a:lstStyle>
            <a:lvl1pPr algn="l">
              <a:lnSpc>
                <a:spcPct val="83000"/>
              </a:lnSpc>
              <a:defRPr sz="4000" spc="0" baseline="0">
                <a:solidFill>
                  <a:schemeClr val="tx1"/>
                </a:solidFill>
              </a:defRPr>
            </a:lvl1pPr>
          </a:lstStyle>
          <a:p>
            <a:r>
              <a:rPr lang="en-US" noProof="0"/>
              <a:t>Presentation title (max. three lines)</a:t>
            </a:r>
          </a:p>
        </p:txBody>
      </p:sp>
      <p:sp>
        <p:nvSpPr>
          <p:cNvPr id="3" name="Subtitle 2">
            <a:extLst>
              <a:ext uri="{FF2B5EF4-FFF2-40B4-BE49-F238E27FC236}">
                <a16:creationId xmlns:a16="http://schemas.microsoft.com/office/drawing/2014/main" id="{B0416517-6E31-5EB2-9E14-48277588B58E}"/>
              </a:ext>
            </a:extLst>
          </p:cNvPr>
          <p:cNvSpPr>
            <a:spLocks noGrp="1"/>
          </p:cNvSpPr>
          <p:nvPr>
            <p:ph type="subTitle" idx="1" hasCustomPrompt="1"/>
          </p:nvPr>
        </p:nvSpPr>
        <p:spPr bwMode="gray">
          <a:xfrm>
            <a:off x="551384" y="470856"/>
            <a:ext cx="3240000"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Edit Name Surname</a:t>
            </a:r>
          </a:p>
        </p:txBody>
      </p:sp>
      <p:sp>
        <p:nvSpPr>
          <p:cNvPr id="5" name="Text Placeholder 1">
            <a:extLst>
              <a:ext uri="{FF2B5EF4-FFF2-40B4-BE49-F238E27FC236}">
                <a16:creationId xmlns:a16="http://schemas.microsoft.com/office/drawing/2014/main" id="{08C8A5A2-EC78-EC54-A690-5119D6E64A2E}"/>
              </a:ext>
            </a:extLst>
          </p:cNvPr>
          <p:cNvSpPr>
            <a:spLocks noGrp="1"/>
          </p:cNvSpPr>
          <p:nvPr>
            <p:ph type="body" sz="quarter" idx="12" hasCustomPrompt="1"/>
          </p:nvPr>
        </p:nvSpPr>
        <p:spPr bwMode="gray">
          <a:xfrm>
            <a:off x="3935992" y="470856"/>
            <a:ext cx="2088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Edit date</a:t>
            </a:r>
          </a:p>
        </p:txBody>
      </p:sp>
      <p:sp>
        <p:nvSpPr>
          <p:cNvPr id="11" name="Text Placeholder 2">
            <a:extLst>
              <a:ext uri="{FF2B5EF4-FFF2-40B4-BE49-F238E27FC236}">
                <a16:creationId xmlns:a16="http://schemas.microsoft.com/office/drawing/2014/main" id="{E6ED980B-9D65-A198-AE5E-5981B5E21230}"/>
              </a:ext>
            </a:extLst>
          </p:cNvPr>
          <p:cNvSpPr>
            <a:spLocks noGrp="1"/>
          </p:cNvSpPr>
          <p:nvPr>
            <p:ph type="body" sz="quarter" idx="13" hasCustomPrompt="1"/>
          </p:nvPr>
        </p:nvSpPr>
        <p:spPr bwMode="gray">
          <a:xfrm>
            <a:off x="551381" y="938908"/>
            <a:ext cx="5472000" cy="184666"/>
          </a:xfrm>
        </p:spPr>
        <p:txBody>
          <a:bodyPr wrap="square">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sp>
        <p:nvSpPr>
          <p:cNvPr id="8" name="Picture Placeholder 1">
            <a:extLst>
              <a:ext uri="{FF2B5EF4-FFF2-40B4-BE49-F238E27FC236}">
                <a16:creationId xmlns:a16="http://schemas.microsoft.com/office/drawing/2014/main" id="{30DD2D3B-1714-F49A-B6C1-3FDB1CE0D98F}"/>
              </a:ext>
            </a:extLst>
          </p:cNvPr>
          <p:cNvSpPr>
            <a:spLocks noGrp="1"/>
          </p:cNvSpPr>
          <p:nvPr>
            <p:ph type="pic" sz="quarter" idx="14"/>
          </p:nvPr>
        </p:nvSpPr>
        <p:spPr bwMode="gray">
          <a:xfrm>
            <a:off x="4425055" y="2420888"/>
            <a:ext cx="7766945" cy="4437112"/>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7" name="Rectangle orange">
            <a:extLst>
              <a:ext uri="{FF2B5EF4-FFF2-40B4-BE49-F238E27FC236}">
                <a16:creationId xmlns:a16="http://schemas.microsoft.com/office/drawing/2014/main" id="{812F2B87-FA36-EC70-E097-2108BCF02D3B}"/>
              </a:ext>
            </a:extLst>
          </p:cNvPr>
          <p:cNvSpPr/>
          <p:nvPr userDrawn="1"/>
        </p:nvSpPr>
        <p:spPr bwMode="gray">
          <a:xfrm>
            <a:off x="4281055" y="1844824"/>
            <a:ext cx="144000" cy="576064"/>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03272997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 Title slide with image 5">
    <p:spTree>
      <p:nvGrpSpPr>
        <p:cNvPr id="1" name=""/>
        <p:cNvGrpSpPr/>
        <p:nvPr/>
      </p:nvGrpSpPr>
      <p:grpSpPr>
        <a:xfrm>
          <a:off x="0" y="0"/>
          <a:ext cx="0" cy="0"/>
          <a:chOff x="0" y="0"/>
          <a:chExt cx="0" cy="0"/>
        </a:xfrm>
      </p:grpSpPr>
      <p:sp>
        <p:nvSpPr>
          <p:cNvPr id="6" name="Gradient background">
            <a:extLst>
              <a:ext uri="{FF2B5EF4-FFF2-40B4-BE49-F238E27FC236}">
                <a16:creationId xmlns:a16="http://schemas.microsoft.com/office/drawing/2014/main" id="{7129C899-CA72-B0BF-E98C-9CCD2CE9E8B9}"/>
              </a:ext>
            </a:extLst>
          </p:cNvPr>
          <p:cNvSpPr/>
          <p:nvPr userDrawn="1"/>
        </p:nvSpPr>
        <p:spPr bwMode="hidden">
          <a:xfrm>
            <a:off x="0" y="2420888"/>
            <a:ext cx="4281056" cy="4437112"/>
          </a:xfrm>
          <a:prstGeom prst="rect">
            <a:avLst/>
          </a:prstGeom>
          <a:blipFill>
            <a:blip r:embed="rId2" cstate="screen">
              <a:extLst>
                <a:ext uri="{28A0092B-C50C-407E-A947-70E740481C1C}">
                  <a14:useLocalDpi xmlns:a14="http://schemas.microsoft.com/office/drawing/2010/main"/>
                </a:ext>
              </a:extLst>
            </a:blip>
            <a:stretch>
              <a:fillRect/>
            </a:stretch>
          </a:blip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noProof="0"/>
          </a:p>
        </p:txBody>
      </p:sp>
      <p:sp>
        <p:nvSpPr>
          <p:cNvPr id="3" name="Subtitle 2">
            <a:extLst>
              <a:ext uri="{FF2B5EF4-FFF2-40B4-BE49-F238E27FC236}">
                <a16:creationId xmlns:a16="http://schemas.microsoft.com/office/drawing/2014/main" id="{B0416517-6E31-5EB2-9E14-48277588B58E}"/>
              </a:ext>
            </a:extLst>
          </p:cNvPr>
          <p:cNvSpPr>
            <a:spLocks noGrp="1"/>
          </p:cNvSpPr>
          <p:nvPr>
            <p:ph type="subTitle" idx="1" hasCustomPrompt="1"/>
          </p:nvPr>
        </p:nvSpPr>
        <p:spPr bwMode="gray">
          <a:xfrm>
            <a:off x="551384" y="470856"/>
            <a:ext cx="3240000"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Edit Name Surname</a:t>
            </a:r>
          </a:p>
        </p:txBody>
      </p:sp>
      <p:sp>
        <p:nvSpPr>
          <p:cNvPr id="5" name="Text Placeholder 1">
            <a:extLst>
              <a:ext uri="{FF2B5EF4-FFF2-40B4-BE49-F238E27FC236}">
                <a16:creationId xmlns:a16="http://schemas.microsoft.com/office/drawing/2014/main" id="{08C8A5A2-EC78-EC54-A690-5119D6E64A2E}"/>
              </a:ext>
            </a:extLst>
          </p:cNvPr>
          <p:cNvSpPr>
            <a:spLocks noGrp="1"/>
          </p:cNvSpPr>
          <p:nvPr>
            <p:ph type="body" sz="quarter" idx="12" hasCustomPrompt="1"/>
          </p:nvPr>
        </p:nvSpPr>
        <p:spPr bwMode="gray">
          <a:xfrm>
            <a:off x="3935992" y="470856"/>
            <a:ext cx="2088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Edit date</a:t>
            </a:r>
          </a:p>
        </p:txBody>
      </p:sp>
      <p:sp>
        <p:nvSpPr>
          <p:cNvPr id="11" name="Text Placeholder 2">
            <a:extLst>
              <a:ext uri="{FF2B5EF4-FFF2-40B4-BE49-F238E27FC236}">
                <a16:creationId xmlns:a16="http://schemas.microsoft.com/office/drawing/2014/main" id="{E6ED980B-9D65-A198-AE5E-5981B5E21230}"/>
              </a:ext>
            </a:extLst>
          </p:cNvPr>
          <p:cNvSpPr>
            <a:spLocks noGrp="1"/>
          </p:cNvSpPr>
          <p:nvPr>
            <p:ph type="body" sz="quarter" idx="13" hasCustomPrompt="1"/>
          </p:nvPr>
        </p:nvSpPr>
        <p:spPr bwMode="gray">
          <a:xfrm>
            <a:off x="551381" y="938908"/>
            <a:ext cx="5472000" cy="184666"/>
          </a:xfrm>
        </p:spPr>
        <p:txBody>
          <a:bodyPr wrap="square">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sp>
        <p:nvSpPr>
          <p:cNvPr id="8" name="Picture Placeholder 1">
            <a:extLst>
              <a:ext uri="{FF2B5EF4-FFF2-40B4-BE49-F238E27FC236}">
                <a16:creationId xmlns:a16="http://schemas.microsoft.com/office/drawing/2014/main" id="{30DD2D3B-1714-F49A-B6C1-3FDB1CE0D98F}"/>
              </a:ext>
            </a:extLst>
          </p:cNvPr>
          <p:cNvSpPr>
            <a:spLocks noGrp="1"/>
          </p:cNvSpPr>
          <p:nvPr>
            <p:ph type="pic" sz="quarter" idx="14"/>
          </p:nvPr>
        </p:nvSpPr>
        <p:spPr bwMode="gray">
          <a:xfrm>
            <a:off x="4425056" y="2420888"/>
            <a:ext cx="7766944" cy="4437112"/>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7" name="Rectangle orange">
            <a:extLst>
              <a:ext uri="{FF2B5EF4-FFF2-40B4-BE49-F238E27FC236}">
                <a16:creationId xmlns:a16="http://schemas.microsoft.com/office/drawing/2014/main" id="{812F2B87-FA36-EC70-E097-2108BCF02D3B}"/>
              </a:ext>
            </a:extLst>
          </p:cNvPr>
          <p:cNvSpPr/>
          <p:nvPr userDrawn="1"/>
        </p:nvSpPr>
        <p:spPr bwMode="gray">
          <a:xfrm>
            <a:off x="4281056" y="1844824"/>
            <a:ext cx="144000" cy="576064"/>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bwMode="gray">
          <a:xfrm>
            <a:off x="551394" y="6301888"/>
            <a:ext cx="1691980" cy="252837"/>
          </a:xfrm>
          <a:prstGeom prst="rect">
            <a:avLst/>
          </a:prstGeom>
        </p:spPr>
      </p:pic>
      <p:sp>
        <p:nvSpPr>
          <p:cNvPr id="2" name="Title 1">
            <a:extLst>
              <a:ext uri="{FF2B5EF4-FFF2-40B4-BE49-F238E27FC236}">
                <a16:creationId xmlns:a16="http://schemas.microsoft.com/office/drawing/2014/main" id="{7C4A620D-E72D-0599-539C-16ECD62CD3D9}"/>
              </a:ext>
            </a:extLst>
          </p:cNvPr>
          <p:cNvSpPr>
            <a:spLocks noGrp="1"/>
          </p:cNvSpPr>
          <p:nvPr>
            <p:ph type="ctrTitle" hasCustomPrompt="1"/>
          </p:nvPr>
        </p:nvSpPr>
        <p:spPr bwMode="gray">
          <a:xfrm>
            <a:off x="551385" y="3429000"/>
            <a:ext cx="3384607" cy="1532727"/>
          </a:xfrm>
        </p:spPr>
        <p:txBody>
          <a:bodyPr wrap="square" anchor="t">
            <a:spAutoFit/>
          </a:bodyPr>
          <a:lstStyle>
            <a:lvl1pPr algn="l">
              <a:lnSpc>
                <a:spcPct val="83000"/>
              </a:lnSpc>
              <a:defRPr sz="4000" spc="0" baseline="0">
                <a:solidFill>
                  <a:schemeClr val="tx1"/>
                </a:solidFill>
              </a:defRPr>
            </a:lvl1pPr>
          </a:lstStyle>
          <a:p>
            <a:r>
              <a:rPr lang="en-US" noProof="0"/>
              <a:t>Presentation title (max. three lines)</a:t>
            </a:r>
          </a:p>
        </p:txBody>
      </p:sp>
    </p:spTree>
    <p:extLst>
      <p:ext uri="{BB962C8B-B14F-4D97-AF65-F5344CB8AC3E}">
        <p14:creationId xmlns:p14="http://schemas.microsoft.com/office/powerpoint/2010/main" val="35052080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 Title slide with image 6">
    <p:spTree>
      <p:nvGrpSpPr>
        <p:cNvPr id="1" name=""/>
        <p:cNvGrpSpPr/>
        <p:nvPr/>
      </p:nvGrpSpPr>
      <p:grpSpPr>
        <a:xfrm>
          <a:off x="0" y="0"/>
          <a:ext cx="0" cy="0"/>
          <a:chOff x="0" y="0"/>
          <a:chExt cx="0" cy="0"/>
        </a:xfrm>
      </p:grpSpPr>
      <p:sp>
        <p:nvSpPr>
          <p:cNvPr id="6" name="Gradient background">
            <a:extLst>
              <a:ext uri="{FF2B5EF4-FFF2-40B4-BE49-F238E27FC236}">
                <a16:creationId xmlns:a16="http://schemas.microsoft.com/office/drawing/2014/main" id="{7129C899-CA72-B0BF-E98C-9CCD2CE9E8B9}"/>
              </a:ext>
            </a:extLst>
          </p:cNvPr>
          <p:cNvSpPr/>
          <p:nvPr userDrawn="1"/>
        </p:nvSpPr>
        <p:spPr bwMode="hidden">
          <a:xfrm flipH="1">
            <a:off x="615" y="2420888"/>
            <a:ext cx="4280440" cy="4437112"/>
          </a:xfrm>
          <a:prstGeom prst="rect">
            <a:avLst/>
          </a:prstGeom>
          <a:blipFill>
            <a:blip r:embed="rId2" cstate="screen">
              <a:extLst>
                <a:ext uri="{28A0092B-C50C-407E-A947-70E740481C1C}">
                  <a14:useLocalDpi xmlns:a14="http://schemas.microsoft.com/office/drawing/2010/main"/>
                </a:ext>
              </a:extLst>
            </a:blip>
            <a:stretch>
              <a:fillRect/>
            </a:stretch>
          </a:blip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noProof="0"/>
          </a:p>
        </p:txBody>
      </p:sp>
      <p:sp>
        <p:nvSpPr>
          <p:cNvPr id="3" name="Subtitle 2">
            <a:extLst>
              <a:ext uri="{FF2B5EF4-FFF2-40B4-BE49-F238E27FC236}">
                <a16:creationId xmlns:a16="http://schemas.microsoft.com/office/drawing/2014/main" id="{B0416517-6E31-5EB2-9E14-48277588B58E}"/>
              </a:ext>
            </a:extLst>
          </p:cNvPr>
          <p:cNvSpPr>
            <a:spLocks noGrp="1"/>
          </p:cNvSpPr>
          <p:nvPr>
            <p:ph type="subTitle" idx="1" hasCustomPrompt="1"/>
          </p:nvPr>
        </p:nvSpPr>
        <p:spPr bwMode="gray">
          <a:xfrm>
            <a:off x="551384" y="470856"/>
            <a:ext cx="3240000"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Edit Name Surname</a:t>
            </a:r>
          </a:p>
        </p:txBody>
      </p:sp>
      <p:sp>
        <p:nvSpPr>
          <p:cNvPr id="5" name="Text Placeholder 1">
            <a:extLst>
              <a:ext uri="{FF2B5EF4-FFF2-40B4-BE49-F238E27FC236}">
                <a16:creationId xmlns:a16="http://schemas.microsoft.com/office/drawing/2014/main" id="{08C8A5A2-EC78-EC54-A690-5119D6E64A2E}"/>
              </a:ext>
            </a:extLst>
          </p:cNvPr>
          <p:cNvSpPr>
            <a:spLocks noGrp="1"/>
          </p:cNvSpPr>
          <p:nvPr>
            <p:ph type="body" sz="quarter" idx="12" hasCustomPrompt="1"/>
          </p:nvPr>
        </p:nvSpPr>
        <p:spPr bwMode="gray">
          <a:xfrm>
            <a:off x="3935992" y="470856"/>
            <a:ext cx="2088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Edit date</a:t>
            </a:r>
          </a:p>
        </p:txBody>
      </p:sp>
      <p:sp>
        <p:nvSpPr>
          <p:cNvPr id="11" name="Text Placeholder 2">
            <a:extLst>
              <a:ext uri="{FF2B5EF4-FFF2-40B4-BE49-F238E27FC236}">
                <a16:creationId xmlns:a16="http://schemas.microsoft.com/office/drawing/2014/main" id="{E6ED980B-9D65-A198-AE5E-5981B5E21230}"/>
              </a:ext>
            </a:extLst>
          </p:cNvPr>
          <p:cNvSpPr>
            <a:spLocks noGrp="1"/>
          </p:cNvSpPr>
          <p:nvPr>
            <p:ph type="body" sz="quarter" idx="13" hasCustomPrompt="1"/>
          </p:nvPr>
        </p:nvSpPr>
        <p:spPr bwMode="gray">
          <a:xfrm>
            <a:off x="551381" y="938908"/>
            <a:ext cx="5472000" cy="184666"/>
          </a:xfrm>
        </p:spPr>
        <p:txBody>
          <a:bodyPr wrap="square">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sp>
        <p:nvSpPr>
          <p:cNvPr id="8" name="Picture Placeholder 1">
            <a:extLst>
              <a:ext uri="{FF2B5EF4-FFF2-40B4-BE49-F238E27FC236}">
                <a16:creationId xmlns:a16="http://schemas.microsoft.com/office/drawing/2014/main" id="{30DD2D3B-1714-F49A-B6C1-3FDB1CE0D98F}"/>
              </a:ext>
            </a:extLst>
          </p:cNvPr>
          <p:cNvSpPr>
            <a:spLocks noGrp="1"/>
          </p:cNvSpPr>
          <p:nvPr>
            <p:ph type="pic" sz="quarter" idx="14"/>
          </p:nvPr>
        </p:nvSpPr>
        <p:spPr bwMode="gray">
          <a:xfrm>
            <a:off x="4425055" y="2420888"/>
            <a:ext cx="7766945" cy="4437112"/>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7" name="Rectangle orange">
            <a:extLst>
              <a:ext uri="{FF2B5EF4-FFF2-40B4-BE49-F238E27FC236}">
                <a16:creationId xmlns:a16="http://schemas.microsoft.com/office/drawing/2014/main" id="{812F2B87-FA36-EC70-E097-2108BCF02D3B}"/>
              </a:ext>
            </a:extLst>
          </p:cNvPr>
          <p:cNvSpPr/>
          <p:nvPr userDrawn="1"/>
        </p:nvSpPr>
        <p:spPr bwMode="gray">
          <a:xfrm>
            <a:off x="4281055" y="1844824"/>
            <a:ext cx="144000" cy="576064"/>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bwMode="gray">
          <a:xfrm>
            <a:off x="551394" y="6301888"/>
            <a:ext cx="1691980" cy="252837"/>
          </a:xfrm>
          <a:prstGeom prst="rect">
            <a:avLst/>
          </a:prstGeom>
        </p:spPr>
      </p:pic>
      <p:sp>
        <p:nvSpPr>
          <p:cNvPr id="9" name="Title 1">
            <a:extLst>
              <a:ext uri="{FF2B5EF4-FFF2-40B4-BE49-F238E27FC236}">
                <a16:creationId xmlns:a16="http://schemas.microsoft.com/office/drawing/2014/main" id="{FEDBD3AB-8D5C-9430-21B5-DB44408225B2}"/>
              </a:ext>
            </a:extLst>
          </p:cNvPr>
          <p:cNvSpPr>
            <a:spLocks noGrp="1"/>
          </p:cNvSpPr>
          <p:nvPr>
            <p:ph type="ctrTitle" hasCustomPrompt="1"/>
          </p:nvPr>
        </p:nvSpPr>
        <p:spPr bwMode="gray">
          <a:xfrm>
            <a:off x="551385" y="3429000"/>
            <a:ext cx="3384607" cy="1532727"/>
          </a:xfrm>
        </p:spPr>
        <p:txBody>
          <a:bodyPr wrap="square" anchor="t">
            <a:spAutoFit/>
          </a:bodyPr>
          <a:lstStyle>
            <a:lvl1pPr algn="l">
              <a:lnSpc>
                <a:spcPct val="83000"/>
              </a:lnSpc>
              <a:defRPr sz="4000" spc="0" baseline="0">
                <a:solidFill>
                  <a:schemeClr val="tx1"/>
                </a:solidFill>
              </a:defRPr>
            </a:lvl1pPr>
          </a:lstStyle>
          <a:p>
            <a:r>
              <a:rPr lang="en-US" noProof="0"/>
              <a:t>Presentation title (max. three lines)</a:t>
            </a:r>
          </a:p>
        </p:txBody>
      </p:sp>
    </p:spTree>
    <p:extLst>
      <p:ext uri="{BB962C8B-B14F-4D97-AF65-F5344CB8AC3E}">
        <p14:creationId xmlns:p14="http://schemas.microsoft.com/office/powerpoint/2010/main" val="370862196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 Table of contents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26664"/>
            <a:ext cx="11088000" cy="914096"/>
          </a:xfrm>
        </p:spPr>
        <p:txBody>
          <a:bodyPr/>
          <a:lstStyle>
            <a:lvl1pPr>
              <a:defRPr sz="6600">
                <a:solidFill>
                  <a:schemeClr val="tx1"/>
                </a:solidFill>
              </a:defRPr>
            </a:lvl1pPr>
          </a:lstStyle>
          <a:p>
            <a:r>
              <a:rPr lang="en-US" noProof="0"/>
              <a:t>Edit table of contents</a:t>
            </a:r>
          </a:p>
        </p:txBody>
      </p:sp>
      <p:sp>
        <p:nvSpPr>
          <p:cNvPr id="15" name="Picture Placeholder 1">
            <a:extLst>
              <a:ext uri="{FF2B5EF4-FFF2-40B4-BE49-F238E27FC236}">
                <a16:creationId xmlns:a16="http://schemas.microsoft.com/office/drawing/2014/main" id="{35F424A1-9BB3-B324-997B-7DA2CBB4B02B}"/>
              </a:ext>
            </a:extLst>
          </p:cNvPr>
          <p:cNvSpPr>
            <a:spLocks noGrp="1"/>
          </p:cNvSpPr>
          <p:nvPr>
            <p:ph type="pic" sz="quarter" idx="15"/>
          </p:nvPr>
        </p:nvSpPr>
        <p:spPr bwMode="gray">
          <a:xfrm>
            <a:off x="551384"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3" name="Text Placeholder 1">
            <a:extLst>
              <a:ext uri="{FF2B5EF4-FFF2-40B4-BE49-F238E27FC236}">
                <a16:creationId xmlns:a16="http://schemas.microsoft.com/office/drawing/2014/main" id="{FF5F6786-619A-37D6-0082-EDF431617447}"/>
              </a:ext>
            </a:extLst>
          </p:cNvPr>
          <p:cNvSpPr>
            <a:spLocks noGrp="1"/>
          </p:cNvSpPr>
          <p:nvPr>
            <p:ph type="body" sz="quarter" idx="13" hasCustomPrompt="1"/>
          </p:nvPr>
        </p:nvSpPr>
        <p:spPr bwMode="gray">
          <a:xfrm>
            <a:off x="551384" y="465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14" name="Text Placeholder 2">
            <a:extLst>
              <a:ext uri="{FF2B5EF4-FFF2-40B4-BE49-F238E27FC236}">
                <a16:creationId xmlns:a16="http://schemas.microsoft.com/office/drawing/2014/main" id="{C8CA8EA4-F7B2-6078-77B7-8F2AB8EFAB03}"/>
              </a:ext>
            </a:extLst>
          </p:cNvPr>
          <p:cNvSpPr>
            <a:spLocks noGrp="1"/>
          </p:cNvSpPr>
          <p:nvPr>
            <p:ph type="body" sz="quarter" idx="14" hasCustomPrompt="1"/>
          </p:nvPr>
        </p:nvSpPr>
        <p:spPr bwMode="gray">
          <a:xfrm>
            <a:off x="803412" y="465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0" name="Picture Placeholder 2">
            <a:extLst>
              <a:ext uri="{FF2B5EF4-FFF2-40B4-BE49-F238E27FC236}">
                <a16:creationId xmlns:a16="http://schemas.microsoft.com/office/drawing/2014/main" id="{77D9958F-D7E9-E341-64EF-0414563D58C9}"/>
              </a:ext>
            </a:extLst>
          </p:cNvPr>
          <p:cNvSpPr>
            <a:spLocks noGrp="1"/>
          </p:cNvSpPr>
          <p:nvPr>
            <p:ph type="pic" sz="quarter" idx="18"/>
          </p:nvPr>
        </p:nvSpPr>
        <p:spPr bwMode="gray">
          <a:xfrm>
            <a:off x="3359696"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8" name="Text Placeholder 3">
            <a:extLst>
              <a:ext uri="{FF2B5EF4-FFF2-40B4-BE49-F238E27FC236}">
                <a16:creationId xmlns:a16="http://schemas.microsoft.com/office/drawing/2014/main" id="{55806D21-D8B0-D169-3BEA-BE646E92C058}"/>
              </a:ext>
            </a:extLst>
          </p:cNvPr>
          <p:cNvSpPr>
            <a:spLocks noGrp="1"/>
          </p:cNvSpPr>
          <p:nvPr>
            <p:ph type="body" sz="quarter" idx="16" hasCustomPrompt="1"/>
          </p:nvPr>
        </p:nvSpPr>
        <p:spPr bwMode="gray">
          <a:xfrm>
            <a:off x="3359696" y="465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19" name="Text Placeholder 4">
            <a:extLst>
              <a:ext uri="{FF2B5EF4-FFF2-40B4-BE49-F238E27FC236}">
                <a16:creationId xmlns:a16="http://schemas.microsoft.com/office/drawing/2014/main" id="{F1E53736-3FEA-0BB6-0AEC-B1FB5B19F9F4}"/>
              </a:ext>
            </a:extLst>
          </p:cNvPr>
          <p:cNvSpPr>
            <a:spLocks noGrp="1"/>
          </p:cNvSpPr>
          <p:nvPr>
            <p:ph type="body" sz="quarter" idx="17" hasCustomPrompt="1"/>
          </p:nvPr>
        </p:nvSpPr>
        <p:spPr bwMode="gray">
          <a:xfrm>
            <a:off x="3611724" y="465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3" name="Picture Placeholder 3">
            <a:extLst>
              <a:ext uri="{FF2B5EF4-FFF2-40B4-BE49-F238E27FC236}">
                <a16:creationId xmlns:a16="http://schemas.microsoft.com/office/drawing/2014/main" id="{BF6F1D10-A4CD-E6DC-2DE0-E4703326DA5B}"/>
              </a:ext>
            </a:extLst>
          </p:cNvPr>
          <p:cNvSpPr>
            <a:spLocks noGrp="1"/>
          </p:cNvSpPr>
          <p:nvPr>
            <p:ph type="pic" sz="quarter" idx="21"/>
          </p:nvPr>
        </p:nvSpPr>
        <p:spPr bwMode="gray">
          <a:xfrm>
            <a:off x="6168008"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1" name="Text Placeholder 5">
            <a:extLst>
              <a:ext uri="{FF2B5EF4-FFF2-40B4-BE49-F238E27FC236}">
                <a16:creationId xmlns:a16="http://schemas.microsoft.com/office/drawing/2014/main" id="{98EB2553-2FBB-C46C-B935-78FBAF6AAD00}"/>
              </a:ext>
            </a:extLst>
          </p:cNvPr>
          <p:cNvSpPr>
            <a:spLocks noGrp="1"/>
          </p:cNvSpPr>
          <p:nvPr>
            <p:ph type="body" sz="quarter" idx="19" hasCustomPrompt="1"/>
          </p:nvPr>
        </p:nvSpPr>
        <p:spPr bwMode="gray">
          <a:xfrm>
            <a:off x="6168008" y="465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22" name="Text Placeholder 6">
            <a:extLst>
              <a:ext uri="{FF2B5EF4-FFF2-40B4-BE49-F238E27FC236}">
                <a16:creationId xmlns:a16="http://schemas.microsoft.com/office/drawing/2014/main" id="{24CDD227-79BA-3E0A-A169-54BDF73EDD11}"/>
              </a:ext>
            </a:extLst>
          </p:cNvPr>
          <p:cNvSpPr>
            <a:spLocks noGrp="1"/>
          </p:cNvSpPr>
          <p:nvPr>
            <p:ph type="body" sz="quarter" idx="20" hasCustomPrompt="1"/>
          </p:nvPr>
        </p:nvSpPr>
        <p:spPr bwMode="gray">
          <a:xfrm>
            <a:off x="6420036" y="465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6" name="Picture Placeholder 4">
            <a:extLst>
              <a:ext uri="{FF2B5EF4-FFF2-40B4-BE49-F238E27FC236}">
                <a16:creationId xmlns:a16="http://schemas.microsoft.com/office/drawing/2014/main" id="{8EFC52AE-56A9-D690-BC97-D54E2DB805C9}"/>
              </a:ext>
            </a:extLst>
          </p:cNvPr>
          <p:cNvSpPr>
            <a:spLocks noGrp="1"/>
          </p:cNvSpPr>
          <p:nvPr>
            <p:ph type="pic" sz="quarter" idx="24"/>
          </p:nvPr>
        </p:nvSpPr>
        <p:spPr bwMode="gray">
          <a:xfrm>
            <a:off x="8976320"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4" name="Text Placeholder 7">
            <a:extLst>
              <a:ext uri="{FF2B5EF4-FFF2-40B4-BE49-F238E27FC236}">
                <a16:creationId xmlns:a16="http://schemas.microsoft.com/office/drawing/2014/main" id="{2245BFC4-DD57-EE1C-86D1-53BBE74E9EF2}"/>
              </a:ext>
            </a:extLst>
          </p:cNvPr>
          <p:cNvSpPr>
            <a:spLocks noGrp="1"/>
          </p:cNvSpPr>
          <p:nvPr>
            <p:ph type="body" sz="quarter" idx="22" hasCustomPrompt="1"/>
          </p:nvPr>
        </p:nvSpPr>
        <p:spPr bwMode="gray">
          <a:xfrm>
            <a:off x="8976320" y="465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25" name="Text Placeholder 8">
            <a:extLst>
              <a:ext uri="{FF2B5EF4-FFF2-40B4-BE49-F238E27FC236}">
                <a16:creationId xmlns:a16="http://schemas.microsoft.com/office/drawing/2014/main" id="{FA44FE0D-01E5-CFDE-EB9B-8D1C77A8FED6}"/>
              </a:ext>
            </a:extLst>
          </p:cNvPr>
          <p:cNvSpPr>
            <a:spLocks noGrp="1"/>
          </p:cNvSpPr>
          <p:nvPr>
            <p:ph type="body" sz="quarter" idx="23" hasCustomPrompt="1"/>
          </p:nvPr>
        </p:nvSpPr>
        <p:spPr bwMode="gray">
          <a:xfrm>
            <a:off x="9228348" y="465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pic>
        <p:nvPicPr>
          <p:cNvPr id="27" name="Logo">
            <a:extLst>
              <a:ext uri="{FF2B5EF4-FFF2-40B4-BE49-F238E27FC236}">
                <a16:creationId xmlns:a16="http://schemas.microsoft.com/office/drawing/2014/main" id="{6CB62FDA-7C32-F694-6DE6-E1D01DA97A10}"/>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4247329965"/>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7" pos="2026">
          <p15:clr>
            <a:srgbClr val="FBAE40"/>
          </p15:clr>
        </p15:guide>
        <p15:guide id="8" pos="2116">
          <p15:clr>
            <a:srgbClr val="FBAE40"/>
          </p15:clr>
        </p15:guide>
        <p15:guide id="9" pos="5564">
          <p15:clr>
            <a:srgbClr val="FBAE40"/>
          </p15:clr>
        </p15:guide>
        <p15:guide id="10" pos="5654">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 Table of contents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26664"/>
            <a:ext cx="11088000" cy="914096"/>
          </a:xfrm>
        </p:spPr>
        <p:txBody>
          <a:bodyPr/>
          <a:lstStyle>
            <a:lvl1pPr>
              <a:defRPr sz="6600">
                <a:solidFill>
                  <a:schemeClr val="tx1"/>
                </a:solidFill>
              </a:defRPr>
            </a:lvl1pPr>
          </a:lstStyle>
          <a:p>
            <a:r>
              <a:rPr lang="en-US" noProof="0"/>
              <a:t>Edit table of contents</a:t>
            </a:r>
          </a:p>
        </p:txBody>
      </p:sp>
      <p:sp>
        <p:nvSpPr>
          <p:cNvPr id="15" name="Picture Placeholder 1">
            <a:extLst>
              <a:ext uri="{FF2B5EF4-FFF2-40B4-BE49-F238E27FC236}">
                <a16:creationId xmlns:a16="http://schemas.microsoft.com/office/drawing/2014/main" id="{35F424A1-9BB3-B324-997B-7DA2CBB4B02B}"/>
              </a:ext>
            </a:extLst>
          </p:cNvPr>
          <p:cNvSpPr>
            <a:spLocks noGrp="1"/>
          </p:cNvSpPr>
          <p:nvPr>
            <p:ph type="pic" sz="quarter" idx="15"/>
          </p:nvPr>
        </p:nvSpPr>
        <p:spPr bwMode="gray">
          <a:xfrm>
            <a:off x="551384" y="1844824"/>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3" name="Text Placeholder 1">
            <a:extLst>
              <a:ext uri="{FF2B5EF4-FFF2-40B4-BE49-F238E27FC236}">
                <a16:creationId xmlns:a16="http://schemas.microsoft.com/office/drawing/2014/main" id="{FF5F6786-619A-37D6-0082-EDF431617447}"/>
              </a:ext>
            </a:extLst>
          </p:cNvPr>
          <p:cNvSpPr>
            <a:spLocks noGrp="1"/>
          </p:cNvSpPr>
          <p:nvPr>
            <p:ph type="body" sz="quarter" idx="13" hasCustomPrompt="1"/>
          </p:nvPr>
        </p:nvSpPr>
        <p:spPr bwMode="gray">
          <a:xfrm>
            <a:off x="551384" y="321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14" name="Text Placeholder 2">
            <a:extLst>
              <a:ext uri="{FF2B5EF4-FFF2-40B4-BE49-F238E27FC236}">
                <a16:creationId xmlns:a16="http://schemas.microsoft.com/office/drawing/2014/main" id="{C8CA8EA4-F7B2-6078-77B7-8F2AB8EFAB03}"/>
              </a:ext>
            </a:extLst>
          </p:cNvPr>
          <p:cNvSpPr>
            <a:spLocks noGrp="1"/>
          </p:cNvSpPr>
          <p:nvPr>
            <p:ph type="body" sz="quarter" idx="14" hasCustomPrompt="1"/>
          </p:nvPr>
        </p:nvSpPr>
        <p:spPr bwMode="gray">
          <a:xfrm>
            <a:off x="803412" y="321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0" name="Picture Placeholder 2">
            <a:extLst>
              <a:ext uri="{FF2B5EF4-FFF2-40B4-BE49-F238E27FC236}">
                <a16:creationId xmlns:a16="http://schemas.microsoft.com/office/drawing/2014/main" id="{77D9958F-D7E9-E341-64EF-0414563D58C9}"/>
              </a:ext>
            </a:extLst>
          </p:cNvPr>
          <p:cNvSpPr>
            <a:spLocks noGrp="1"/>
          </p:cNvSpPr>
          <p:nvPr>
            <p:ph type="pic" sz="quarter" idx="18"/>
          </p:nvPr>
        </p:nvSpPr>
        <p:spPr bwMode="gray">
          <a:xfrm>
            <a:off x="3359696" y="1844824"/>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8" name="Text Placeholder 3">
            <a:extLst>
              <a:ext uri="{FF2B5EF4-FFF2-40B4-BE49-F238E27FC236}">
                <a16:creationId xmlns:a16="http://schemas.microsoft.com/office/drawing/2014/main" id="{55806D21-D8B0-D169-3BEA-BE646E92C058}"/>
              </a:ext>
            </a:extLst>
          </p:cNvPr>
          <p:cNvSpPr>
            <a:spLocks noGrp="1"/>
          </p:cNvSpPr>
          <p:nvPr>
            <p:ph type="body" sz="quarter" idx="16" hasCustomPrompt="1"/>
          </p:nvPr>
        </p:nvSpPr>
        <p:spPr bwMode="gray">
          <a:xfrm>
            <a:off x="3359696" y="321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19" name="Text Placeholder 4">
            <a:extLst>
              <a:ext uri="{FF2B5EF4-FFF2-40B4-BE49-F238E27FC236}">
                <a16:creationId xmlns:a16="http://schemas.microsoft.com/office/drawing/2014/main" id="{F1E53736-3FEA-0BB6-0AEC-B1FB5B19F9F4}"/>
              </a:ext>
            </a:extLst>
          </p:cNvPr>
          <p:cNvSpPr>
            <a:spLocks noGrp="1"/>
          </p:cNvSpPr>
          <p:nvPr>
            <p:ph type="body" sz="quarter" idx="17" hasCustomPrompt="1"/>
          </p:nvPr>
        </p:nvSpPr>
        <p:spPr bwMode="gray">
          <a:xfrm>
            <a:off x="3611724" y="321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3" name="Picture Placeholder 3">
            <a:extLst>
              <a:ext uri="{FF2B5EF4-FFF2-40B4-BE49-F238E27FC236}">
                <a16:creationId xmlns:a16="http://schemas.microsoft.com/office/drawing/2014/main" id="{BF6F1D10-A4CD-E6DC-2DE0-E4703326DA5B}"/>
              </a:ext>
            </a:extLst>
          </p:cNvPr>
          <p:cNvSpPr>
            <a:spLocks noGrp="1"/>
          </p:cNvSpPr>
          <p:nvPr>
            <p:ph type="pic" sz="quarter" idx="21"/>
          </p:nvPr>
        </p:nvSpPr>
        <p:spPr bwMode="gray">
          <a:xfrm>
            <a:off x="6168008" y="1844824"/>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1" name="Text Placeholder 5">
            <a:extLst>
              <a:ext uri="{FF2B5EF4-FFF2-40B4-BE49-F238E27FC236}">
                <a16:creationId xmlns:a16="http://schemas.microsoft.com/office/drawing/2014/main" id="{98EB2553-2FBB-C46C-B935-78FBAF6AAD00}"/>
              </a:ext>
            </a:extLst>
          </p:cNvPr>
          <p:cNvSpPr>
            <a:spLocks noGrp="1"/>
          </p:cNvSpPr>
          <p:nvPr>
            <p:ph type="body" sz="quarter" idx="19" hasCustomPrompt="1"/>
          </p:nvPr>
        </p:nvSpPr>
        <p:spPr bwMode="gray">
          <a:xfrm>
            <a:off x="6168008" y="321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22" name="Text Placeholder 6">
            <a:extLst>
              <a:ext uri="{FF2B5EF4-FFF2-40B4-BE49-F238E27FC236}">
                <a16:creationId xmlns:a16="http://schemas.microsoft.com/office/drawing/2014/main" id="{24CDD227-79BA-3E0A-A169-54BDF73EDD11}"/>
              </a:ext>
            </a:extLst>
          </p:cNvPr>
          <p:cNvSpPr>
            <a:spLocks noGrp="1"/>
          </p:cNvSpPr>
          <p:nvPr>
            <p:ph type="body" sz="quarter" idx="20" hasCustomPrompt="1"/>
          </p:nvPr>
        </p:nvSpPr>
        <p:spPr bwMode="gray">
          <a:xfrm>
            <a:off x="6420036" y="321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6" name="Picture Placeholder 4">
            <a:extLst>
              <a:ext uri="{FF2B5EF4-FFF2-40B4-BE49-F238E27FC236}">
                <a16:creationId xmlns:a16="http://schemas.microsoft.com/office/drawing/2014/main" id="{8EFC52AE-56A9-D690-BC97-D54E2DB805C9}"/>
              </a:ext>
            </a:extLst>
          </p:cNvPr>
          <p:cNvSpPr>
            <a:spLocks noGrp="1"/>
          </p:cNvSpPr>
          <p:nvPr>
            <p:ph type="pic" sz="quarter" idx="24"/>
          </p:nvPr>
        </p:nvSpPr>
        <p:spPr bwMode="gray">
          <a:xfrm>
            <a:off x="8976320" y="1844824"/>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4" name="Text Placeholder 7">
            <a:extLst>
              <a:ext uri="{FF2B5EF4-FFF2-40B4-BE49-F238E27FC236}">
                <a16:creationId xmlns:a16="http://schemas.microsoft.com/office/drawing/2014/main" id="{2245BFC4-DD57-EE1C-86D1-53BBE74E9EF2}"/>
              </a:ext>
            </a:extLst>
          </p:cNvPr>
          <p:cNvSpPr>
            <a:spLocks noGrp="1"/>
          </p:cNvSpPr>
          <p:nvPr>
            <p:ph type="body" sz="quarter" idx="22" hasCustomPrompt="1"/>
          </p:nvPr>
        </p:nvSpPr>
        <p:spPr bwMode="gray">
          <a:xfrm>
            <a:off x="8976320" y="321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25" name="Text Placeholder 8">
            <a:extLst>
              <a:ext uri="{FF2B5EF4-FFF2-40B4-BE49-F238E27FC236}">
                <a16:creationId xmlns:a16="http://schemas.microsoft.com/office/drawing/2014/main" id="{FA44FE0D-01E5-CFDE-EB9B-8D1C77A8FED6}"/>
              </a:ext>
            </a:extLst>
          </p:cNvPr>
          <p:cNvSpPr>
            <a:spLocks noGrp="1"/>
          </p:cNvSpPr>
          <p:nvPr>
            <p:ph type="body" sz="quarter" idx="23" hasCustomPrompt="1"/>
          </p:nvPr>
        </p:nvSpPr>
        <p:spPr bwMode="gray">
          <a:xfrm>
            <a:off x="9228348" y="321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10" name="Picture Placeholder 5">
            <a:extLst>
              <a:ext uri="{FF2B5EF4-FFF2-40B4-BE49-F238E27FC236}">
                <a16:creationId xmlns:a16="http://schemas.microsoft.com/office/drawing/2014/main" id="{87E83465-E936-9562-7382-58B2C6BC3AC5}"/>
              </a:ext>
            </a:extLst>
          </p:cNvPr>
          <p:cNvSpPr>
            <a:spLocks noGrp="1"/>
          </p:cNvSpPr>
          <p:nvPr>
            <p:ph type="pic" sz="quarter" idx="27"/>
          </p:nvPr>
        </p:nvSpPr>
        <p:spPr bwMode="gray">
          <a:xfrm>
            <a:off x="551384" y="3933056"/>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8" name="Text Placeholder 9">
            <a:extLst>
              <a:ext uri="{FF2B5EF4-FFF2-40B4-BE49-F238E27FC236}">
                <a16:creationId xmlns:a16="http://schemas.microsoft.com/office/drawing/2014/main" id="{CEE294DF-F384-A74E-EE39-69C112F65FC7}"/>
              </a:ext>
            </a:extLst>
          </p:cNvPr>
          <p:cNvSpPr>
            <a:spLocks noGrp="1"/>
          </p:cNvSpPr>
          <p:nvPr>
            <p:ph type="body" sz="quarter" idx="25" hasCustomPrompt="1"/>
          </p:nvPr>
        </p:nvSpPr>
        <p:spPr bwMode="gray">
          <a:xfrm>
            <a:off x="551384" y="5301368"/>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9" name="Text Placeholder 10">
            <a:extLst>
              <a:ext uri="{FF2B5EF4-FFF2-40B4-BE49-F238E27FC236}">
                <a16:creationId xmlns:a16="http://schemas.microsoft.com/office/drawing/2014/main" id="{E3654B84-E40B-FCB1-3724-1DABC8B1737D}"/>
              </a:ext>
            </a:extLst>
          </p:cNvPr>
          <p:cNvSpPr>
            <a:spLocks noGrp="1"/>
          </p:cNvSpPr>
          <p:nvPr>
            <p:ph type="body" sz="quarter" idx="26" hasCustomPrompt="1"/>
          </p:nvPr>
        </p:nvSpPr>
        <p:spPr bwMode="gray">
          <a:xfrm>
            <a:off x="803384" y="5301368"/>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17" name="Picture Placeholder 6">
            <a:extLst>
              <a:ext uri="{FF2B5EF4-FFF2-40B4-BE49-F238E27FC236}">
                <a16:creationId xmlns:a16="http://schemas.microsoft.com/office/drawing/2014/main" id="{26F7F342-6CB9-4537-438D-BA9E5446D5C5}"/>
              </a:ext>
            </a:extLst>
          </p:cNvPr>
          <p:cNvSpPr>
            <a:spLocks noGrp="1"/>
          </p:cNvSpPr>
          <p:nvPr>
            <p:ph type="pic" sz="quarter" idx="30"/>
          </p:nvPr>
        </p:nvSpPr>
        <p:spPr bwMode="gray">
          <a:xfrm>
            <a:off x="3359696" y="3933056"/>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2" name="Text Placeholder 11">
            <a:extLst>
              <a:ext uri="{FF2B5EF4-FFF2-40B4-BE49-F238E27FC236}">
                <a16:creationId xmlns:a16="http://schemas.microsoft.com/office/drawing/2014/main" id="{78586DED-D6C9-416B-DE95-E998EB52076F}"/>
              </a:ext>
            </a:extLst>
          </p:cNvPr>
          <p:cNvSpPr>
            <a:spLocks noGrp="1"/>
          </p:cNvSpPr>
          <p:nvPr>
            <p:ph type="body" sz="quarter" idx="28" hasCustomPrompt="1"/>
          </p:nvPr>
        </p:nvSpPr>
        <p:spPr bwMode="gray">
          <a:xfrm>
            <a:off x="3359696" y="5301368"/>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16" name="Text Placeholder 12">
            <a:extLst>
              <a:ext uri="{FF2B5EF4-FFF2-40B4-BE49-F238E27FC236}">
                <a16:creationId xmlns:a16="http://schemas.microsoft.com/office/drawing/2014/main" id="{CB2BFA5B-027E-0A7B-FD2A-AAC3CBC9749C}"/>
              </a:ext>
            </a:extLst>
          </p:cNvPr>
          <p:cNvSpPr>
            <a:spLocks noGrp="1"/>
          </p:cNvSpPr>
          <p:nvPr>
            <p:ph type="body" sz="quarter" idx="29" hasCustomPrompt="1"/>
          </p:nvPr>
        </p:nvSpPr>
        <p:spPr bwMode="gray">
          <a:xfrm>
            <a:off x="3611724" y="5301368"/>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9" name="Picture Placeholder 7">
            <a:extLst>
              <a:ext uri="{FF2B5EF4-FFF2-40B4-BE49-F238E27FC236}">
                <a16:creationId xmlns:a16="http://schemas.microsoft.com/office/drawing/2014/main" id="{0F726FBF-CB4A-AF8D-5B1E-DCD4213344B7}"/>
              </a:ext>
            </a:extLst>
          </p:cNvPr>
          <p:cNvSpPr>
            <a:spLocks noGrp="1"/>
          </p:cNvSpPr>
          <p:nvPr>
            <p:ph type="pic" sz="quarter" idx="33"/>
          </p:nvPr>
        </p:nvSpPr>
        <p:spPr bwMode="gray">
          <a:xfrm>
            <a:off x="6168008" y="3933056"/>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7" name="Text Placeholder 13">
            <a:extLst>
              <a:ext uri="{FF2B5EF4-FFF2-40B4-BE49-F238E27FC236}">
                <a16:creationId xmlns:a16="http://schemas.microsoft.com/office/drawing/2014/main" id="{D0D834FA-1583-AE1B-9B41-FD20F66F2287}"/>
              </a:ext>
            </a:extLst>
          </p:cNvPr>
          <p:cNvSpPr>
            <a:spLocks noGrp="1"/>
          </p:cNvSpPr>
          <p:nvPr>
            <p:ph type="body" sz="quarter" idx="31" hasCustomPrompt="1"/>
          </p:nvPr>
        </p:nvSpPr>
        <p:spPr bwMode="gray">
          <a:xfrm>
            <a:off x="6168008" y="5301368"/>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28" name="Text Placeholder 14">
            <a:extLst>
              <a:ext uri="{FF2B5EF4-FFF2-40B4-BE49-F238E27FC236}">
                <a16:creationId xmlns:a16="http://schemas.microsoft.com/office/drawing/2014/main" id="{D640CFF1-EE63-44B9-98DB-23D254A8FD24}"/>
              </a:ext>
            </a:extLst>
          </p:cNvPr>
          <p:cNvSpPr>
            <a:spLocks noGrp="1"/>
          </p:cNvSpPr>
          <p:nvPr>
            <p:ph type="body" sz="quarter" idx="32" hasCustomPrompt="1"/>
          </p:nvPr>
        </p:nvSpPr>
        <p:spPr bwMode="gray">
          <a:xfrm>
            <a:off x="6420036" y="5301368"/>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32" name="Picture Placeholder 8">
            <a:extLst>
              <a:ext uri="{FF2B5EF4-FFF2-40B4-BE49-F238E27FC236}">
                <a16:creationId xmlns:a16="http://schemas.microsoft.com/office/drawing/2014/main" id="{EAC21E38-8163-B540-E913-991D485220F7}"/>
              </a:ext>
            </a:extLst>
          </p:cNvPr>
          <p:cNvSpPr>
            <a:spLocks noGrp="1"/>
          </p:cNvSpPr>
          <p:nvPr>
            <p:ph type="pic" sz="quarter" idx="36"/>
          </p:nvPr>
        </p:nvSpPr>
        <p:spPr bwMode="gray">
          <a:xfrm>
            <a:off x="8976320" y="3933056"/>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30" name="Text Placeholder 15">
            <a:extLst>
              <a:ext uri="{FF2B5EF4-FFF2-40B4-BE49-F238E27FC236}">
                <a16:creationId xmlns:a16="http://schemas.microsoft.com/office/drawing/2014/main" id="{1F29D8D5-6E5E-8B9E-0128-955D7E46C229}"/>
              </a:ext>
            </a:extLst>
          </p:cNvPr>
          <p:cNvSpPr>
            <a:spLocks noGrp="1"/>
          </p:cNvSpPr>
          <p:nvPr>
            <p:ph type="body" sz="quarter" idx="34" hasCustomPrompt="1"/>
          </p:nvPr>
        </p:nvSpPr>
        <p:spPr bwMode="gray">
          <a:xfrm>
            <a:off x="8976320" y="5301368"/>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31" name="Text Placeholder 16">
            <a:extLst>
              <a:ext uri="{FF2B5EF4-FFF2-40B4-BE49-F238E27FC236}">
                <a16:creationId xmlns:a16="http://schemas.microsoft.com/office/drawing/2014/main" id="{841AE9E9-C6DA-13DA-947A-F29639F25832}"/>
              </a:ext>
            </a:extLst>
          </p:cNvPr>
          <p:cNvSpPr>
            <a:spLocks noGrp="1"/>
          </p:cNvSpPr>
          <p:nvPr>
            <p:ph type="body" sz="quarter" idx="35" hasCustomPrompt="1"/>
          </p:nvPr>
        </p:nvSpPr>
        <p:spPr bwMode="gray">
          <a:xfrm>
            <a:off x="9228348" y="5301368"/>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pic>
        <p:nvPicPr>
          <p:cNvPr id="33" name="Logo">
            <a:extLst>
              <a:ext uri="{FF2B5EF4-FFF2-40B4-BE49-F238E27FC236}">
                <a16:creationId xmlns:a16="http://schemas.microsoft.com/office/drawing/2014/main" id="{7D38B19B-8E1F-2476-5E13-10CCDB1136EF}"/>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873303921"/>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7" pos="2026">
          <p15:clr>
            <a:srgbClr val="FBAE40"/>
          </p15:clr>
        </p15:guide>
        <p15:guide id="8" pos="2116">
          <p15:clr>
            <a:srgbClr val="FBAE40"/>
          </p15:clr>
        </p15:guide>
        <p15:guide id="9" pos="5564">
          <p15:clr>
            <a:srgbClr val="FBAE40"/>
          </p15:clr>
        </p15:guide>
        <p15:guide id="10" pos="5654">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26664"/>
            <a:ext cx="11088000" cy="914096"/>
          </a:xfrm>
        </p:spPr>
        <p:txBody>
          <a:bodyPr/>
          <a:lstStyle>
            <a:lvl1pPr>
              <a:defRPr sz="6600">
                <a:solidFill>
                  <a:schemeClr val="tx1"/>
                </a:solidFill>
              </a:defRPr>
            </a:lvl1pPr>
          </a:lstStyle>
          <a:p>
            <a:r>
              <a:rPr lang="en-US" noProof="0"/>
              <a:t>Agenda</a:t>
            </a:r>
          </a:p>
        </p:txBody>
      </p:sp>
      <p:pic>
        <p:nvPicPr>
          <p:cNvPr id="3" name="Logo">
            <a:extLst>
              <a:ext uri="{FF2B5EF4-FFF2-40B4-BE49-F238E27FC236}">
                <a16:creationId xmlns:a16="http://schemas.microsoft.com/office/drawing/2014/main" id="{80A9B968-2C0B-3E87-C3F8-5A609C6918BD}"/>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1469111759"/>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type="secHead" preserve="1">
  <p:cSld name=" Section Divider 1">
    <p:bg>
      <p:bgPr>
        <a:solidFill>
          <a:srgbClr val="FFFFFF"/>
        </a:solidFill>
        <a:effectLst/>
      </p:bgPr>
    </p:bg>
    <p:spTree>
      <p:nvGrpSpPr>
        <p:cNvPr id="1" name=""/>
        <p:cNvGrpSpPr/>
        <p:nvPr/>
      </p:nvGrpSpPr>
      <p:grpSpPr>
        <a:xfrm>
          <a:off x="0" y="0"/>
          <a:ext cx="0" cy="0"/>
          <a:chOff x="0" y="0"/>
          <a:chExt cx="0" cy="0"/>
        </a:xfrm>
      </p:grpSpPr>
      <p:pic>
        <p:nvPicPr>
          <p:cNvPr id="4" name="Gradient background">
            <a:extLst>
              <a:ext uri="{FF2B5EF4-FFF2-40B4-BE49-F238E27FC236}">
                <a16:creationId xmlns:a16="http://schemas.microsoft.com/office/drawing/2014/main" id="{95B531DC-EDFA-F406-F1A3-7CCD05D79506}"/>
              </a:ext>
            </a:extLst>
          </p:cNvPr>
          <p:cNvPicPr>
            <a:picLocks/>
          </p:cNvPicPr>
          <p:nvPr userDrawn="1"/>
        </p:nvPicPr>
        <p:blipFill>
          <a:blip>
            <a:extLst>
              <a:ext uri="{96DAC541-7B7A-43D3-8B79-37D633B846F1}">
                <asvg:svgBlip xmlns:asvg="http://schemas.microsoft.com/office/drawing/2016/SVG/main" r:embed="rId2"/>
              </a:ext>
            </a:extLst>
          </a:blip>
          <a:srcRect l="83735" t="784" r="487" b="784"/>
          <a:stretch>
            <a:fillRect/>
          </a:stretch>
        </p:blipFill>
        <p:spPr bwMode="hidden">
          <a:xfrm>
            <a:off x="11641138" y="1"/>
            <a:ext cx="555184" cy="6858000"/>
          </a:xfrm>
          <a:prstGeom prst="rect">
            <a:avLst/>
          </a:prstGeom>
        </p:spPr>
      </p:pic>
      <p:sp>
        <p:nvSpPr>
          <p:cNvPr id="2" name="Title 1">
            <a:extLst>
              <a:ext uri="{FF2B5EF4-FFF2-40B4-BE49-F238E27FC236}">
                <a16:creationId xmlns:a16="http://schemas.microsoft.com/office/drawing/2014/main" id="{B85CC55B-C320-BCEE-F065-D9048F6029B9}"/>
              </a:ext>
            </a:extLst>
          </p:cNvPr>
          <p:cNvSpPr>
            <a:spLocks noGrp="1"/>
          </p:cNvSpPr>
          <p:nvPr>
            <p:ph type="title" hasCustomPrompt="1"/>
          </p:nvPr>
        </p:nvSpPr>
        <p:spPr bwMode="gray">
          <a:xfrm>
            <a:off x="551384" y="512676"/>
            <a:ext cx="10440000" cy="2528962"/>
          </a:xfrm>
        </p:spPr>
        <p:txBody>
          <a:bodyPr anchor="t"/>
          <a:lstStyle>
            <a:lvl1pPr>
              <a:lnSpc>
                <a:spcPct val="83000"/>
              </a:lnSpc>
              <a:defRPr sz="6600"/>
            </a:lvl1pPr>
          </a:lstStyle>
          <a:p>
            <a:r>
              <a:rPr lang="en-US" noProof="0"/>
              <a:t>X. Click to edit section name (maximum three lines)</a:t>
            </a:r>
          </a:p>
        </p:txBody>
      </p:sp>
      <p:sp>
        <p:nvSpPr>
          <p:cNvPr id="3" name="Text Placeholder 1">
            <a:extLst>
              <a:ext uri="{FF2B5EF4-FFF2-40B4-BE49-F238E27FC236}">
                <a16:creationId xmlns:a16="http://schemas.microsoft.com/office/drawing/2014/main" id="{8656E0B2-AAD7-833E-F127-94C389D991A9}"/>
              </a:ext>
            </a:extLst>
          </p:cNvPr>
          <p:cNvSpPr>
            <a:spLocks noGrp="1"/>
          </p:cNvSpPr>
          <p:nvPr>
            <p:ph type="body" idx="1" hasCustomPrompt="1"/>
          </p:nvPr>
        </p:nvSpPr>
        <p:spPr bwMode="gray">
          <a:xfrm>
            <a:off x="551384" y="3320988"/>
            <a:ext cx="10440000" cy="369332"/>
          </a:xfrm>
          <a:prstGeom prst="rect">
            <a:avLst/>
          </a:prstGeom>
        </p:spPr>
        <p:txBody>
          <a:bodyPr>
            <a:spAutoFit/>
          </a:bodyPr>
          <a:lstStyle>
            <a:lvl1pPr marL="216000" indent="-216000">
              <a:spcBef>
                <a:spcPts val="800"/>
              </a:spcBef>
              <a:buFont typeface="Arial" panose="020B0604020202020204" pitchFamily="34" charset="0"/>
              <a:buChar char="•"/>
              <a:defRPr sz="2400" b="0">
                <a:solidFill>
                  <a:schemeClr val="tx1"/>
                </a:solidFill>
                <a:latin typeface="+mn-lt"/>
              </a:defRPr>
            </a:lvl1pPr>
            <a:lvl2pPr marL="216000" indent="-216000">
              <a:spcBef>
                <a:spcPts val="800"/>
              </a:spcBef>
              <a:buFont typeface="Arial" panose="020B0604020202020204" pitchFamily="34" charset="0"/>
              <a:buChar char="•"/>
              <a:defRPr sz="2400" b="0">
                <a:solidFill>
                  <a:schemeClr val="tx1"/>
                </a:solidFill>
                <a:latin typeface="+mn-lt"/>
              </a:defRPr>
            </a:lvl2pPr>
            <a:lvl3pPr marL="216000" indent="-216000">
              <a:spcBef>
                <a:spcPts val="800"/>
              </a:spcBef>
              <a:buFont typeface="Arial" panose="020B0604020202020204" pitchFamily="34" charset="0"/>
              <a:buChar char="•"/>
              <a:defRPr sz="2400" b="0">
                <a:solidFill>
                  <a:schemeClr val="tx1"/>
                </a:solidFill>
                <a:latin typeface="+mn-lt"/>
              </a:defRPr>
            </a:lvl3pPr>
            <a:lvl4pPr marL="216000" indent="-216000">
              <a:spcBef>
                <a:spcPts val="800"/>
              </a:spcBef>
              <a:buFont typeface="Arial" panose="020B0604020202020204" pitchFamily="34" charset="0"/>
              <a:buChar char="•"/>
              <a:defRPr sz="2400" b="0">
                <a:solidFill>
                  <a:schemeClr val="tx1"/>
                </a:solidFill>
                <a:latin typeface="+mn-lt"/>
              </a:defRPr>
            </a:lvl4pPr>
            <a:lvl5pPr marL="216000" indent="-216000">
              <a:spcBef>
                <a:spcPts val="800"/>
              </a:spcBef>
              <a:buFont typeface="Arial" panose="020B0604020202020204" pitchFamily="34" charset="0"/>
              <a:buChar char="•"/>
              <a:defRPr sz="2400" b="0">
                <a:solidFill>
                  <a:schemeClr val="tx1"/>
                </a:solidFill>
                <a:latin typeface="+mn-lt"/>
              </a:defRPr>
            </a:lvl5pPr>
            <a:lvl6pPr marL="216000" indent="-216000">
              <a:spcBef>
                <a:spcPts val="800"/>
              </a:spcBef>
              <a:buFont typeface="Arial" panose="020B0604020202020204" pitchFamily="34" charset="0"/>
              <a:buChar char="•"/>
              <a:defRPr sz="2400" b="0">
                <a:solidFill>
                  <a:schemeClr val="tx1"/>
                </a:solidFill>
                <a:latin typeface="+mn-lt"/>
              </a:defRPr>
            </a:lvl6pPr>
            <a:lvl7pPr marL="216000" indent="-216000">
              <a:spcBef>
                <a:spcPts val="800"/>
              </a:spcBef>
              <a:buFont typeface="Arial" panose="020B0604020202020204" pitchFamily="34" charset="0"/>
              <a:buChar char="•"/>
              <a:defRPr sz="2400" b="0">
                <a:solidFill>
                  <a:schemeClr val="tx1"/>
                </a:solidFill>
                <a:latin typeface="+mn-lt"/>
              </a:defRPr>
            </a:lvl7pPr>
            <a:lvl8pPr marL="216000" indent="-216000">
              <a:spcBef>
                <a:spcPts val="800"/>
              </a:spcBef>
              <a:buFont typeface="Arial" panose="020B0604020202020204" pitchFamily="34" charset="0"/>
              <a:buChar char="•"/>
              <a:defRPr sz="2400" b="0">
                <a:solidFill>
                  <a:schemeClr val="tx1"/>
                </a:solidFill>
                <a:latin typeface="+mn-lt"/>
              </a:defRPr>
            </a:lvl8pPr>
            <a:lvl9pPr marL="216000" indent="-216000">
              <a:spcBef>
                <a:spcPts val="800"/>
              </a:spcBef>
              <a:buFont typeface="Arial" panose="020B0604020202020204" pitchFamily="34" charset="0"/>
              <a:buChar char="•"/>
              <a:defRPr sz="2400" b="0">
                <a:solidFill>
                  <a:schemeClr val="tx1"/>
                </a:solidFill>
                <a:latin typeface="+mn-lt"/>
              </a:defRPr>
            </a:lvl9pPr>
          </a:lstStyle>
          <a:p>
            <a:pPr lvl="0"/>
            <a:r>
              <a:rPr lang="en-US" noProof="0"/>
              <a:t>Click to edit optional subpoint(s)</a:t>
            </a:r>
          </a:p>
        </p:txBody>
      </p:sp>
      <p:pic>
        <p:nvPicPr>
          <p:cNvPr id="10" name="Logo">
            <a:extLst>
              <a:ext uri="{FF2B5EF4-FFF2-40B4-BE49-F238E27FC236}">
                <a16:creationId xmlns:a16="http://schemas.microsoft.com/office/drawing/2014/main" id="{F5F7C4CC-8B8D-1C83-BF94-876E28A3522A}"/>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589400166"/>
      </p:ext>
    </p:extLst>
  </p:cSld>
  <p:clrMapOvr>
    <a:masterClrMapping/>
  </p:clrMapOvr>
  <p:extLst>
    <p:ext uri="{DCECCB84-F9BA-43D5-87BE-67443E8EF086}">
      <p15:sldGuideLst xmlns:p15="http://schemas.microsoft.com/office/powerpoint/2012/main">
        <p15:guide id="1" pos="6924">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type="secHead" preserve="1">
  <p:cSld name=" Section Divider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5CC55B-C320-BCEE-F065-D9048F6029B9}"/>
              </a:ext>
            </a:extLst>
          </p:cNvPr>
          <p:cNvSpPr>
            <a:spLocks noGrp="1"/>
          </p:cNvSpPr>
          <p:nvPr>
            <p:ph type="title" hasCustomPrompt="1"/>
          </p:nvPr>
        </p:nvSpPr>
        <p:spPr bwMode="gray">
          <a:xfrm>
            <a:off x="551384" y="512676"/>
            <a:ext cx="10440000" cy="2528962"/>
          </a:xfrm>
        </p:spPr>
        <p:txBody>
          <a:bodyPr anchor="t"/>
          <a:lstStyle>
            <a:lvl1pPr>
              <a:lnSpc>
                <a:spcPct val="83000"/>
              </a:lnSpc>
              <a:defRPr sz="6600"/>
            </a:lvl1pPr>
          </a:lstStyle>
          <a:p>
            <a:r>
              <a:rPr lang="en-US" noProof="0"/>
              <a:t>X. Click to edit section name (maximum three lines)</a:t>
            </a:r>
          </a:p>
        </p:txBody>
      </p:sp>
      <p:sp>
        <p:nvSpPr>
          <p:cNvPr id="3" name="Text Placeholder 1">
            <a:extLst>
              <a:ext uri="{FF2B5EF4-FFF2-40B4-BE49-F238E27FC236}">
                <a16:creationId xmlns:a16="http://schemas.microsoft.com/office/drawing/2014/main" id="{8656E0B2-AAD7-833E-F127-94C389D991A9}"/>
              </a:ext>
            </a:extLst>
          </p:cNvPr>
          <p:cNvSpPr>
            <a:spLocks noGrp="1"/>
          </p:cNvSpPr>
          <p:nvPr>
            <p:ph type="body" idx="1" hasCustomPrompt="1"/>
          </p:nvPr>
        </p:nvSpPr>
        <p:spPr bwMode="gray">
          <a:xfrm>
            <a:off x="551384" y="3320988"/>
            <a:ext cx="10440000" cy="369332"/>
          </a:xfrm>
          <a:prstGeom prst="rect">
            <a:avLst/>
          </a:prstGeom>
        </p:spPr>
        <p:txBody>
          <a:bodyPr>
            <a:spAutoFit/>
          </a:bodyPr>
          <a:lstStyle>
            <a:lvl1pPr marL="216000" indent="-216000">
              <a:spcBef>
                <a:spcPts val="800"/>
              </a:spcBef>
              <a:buFont typeface="Arial" panose="020B0604020202020204" pitchFamily="34" charset="0"/>
              <a:buChar char="•"/>
              <a:defRPr sz="2400" b="0">
                <a:solidFill>
                  <a:schemeClr val="tx1"/>
                </a:solidFill>
                <a:latin typeface="+mn-lt"/>
              </a:defRPr>
            </a:lvl1pPr>
            <a:lvl2pPr marL="216000" indent="-216000">
              <a:spcBef>
                <a:spcPts val="800"/>
              </a:spcBef>
              <a:buFont typeface="Arial" panose="020B0604020202020204" pitchFamily="34" charset="0"/>
              <a:buChar char="•"/>
              <a:defRPr sz="2400" b="0">
                <a:solidFill>
                  <a:schemeClr val="tx1"/>
                </a:solidFill>
                <a:latin typeface="+mn-lt"/>
              </a:defRPr>
            </a:lvl2pPr>
            <a:lvl3pPr marL="216000" indent="-216000">
              <a:spcBef>
                <a:spcPts val="800"/>
              </a:spcBef>
              <a:buFont typeface="Arial" panose="020B0604020202020204" pitchFamily="34" charset="0"/>
              <a:buChar char="•"/>
              <a:defRPr sz="2400" b="0">
                <a:solidFill>
                  <a:schemeClr val="tx1"/>
                </a:solidFill>
                <a:latin typeface="+mn-lt"/>
              </a:defRPr>
            </a:lvl3pPr>
            <a:lvl4pPr marL="216000" indent="-216000">
              <a:spcBef>
                <a:spcPts val="800"/>
              </a:spcBef>
              <a:buFont typeface="Arial" panose="020B0604020202020204" pitchFamily="34" charset="0"/>
              <a:buChar char="•"/>
              <a:defRPr sz="2400" b="0">
                <a:solidFill>
                  <a:schemeClr val="tx1"/>
                </a:solidFill>
                <a:latin typeface="+mn-lt"/>
              </a:defRPr>
            </a:lvl4pPr>
            <a:lvl5pPr marL="216000" indent="-216000">
              <a:spcBef>
                <a:spcPts val="800"/>
              </a:spcBef>
              <a:buFont typeface="Arial" panose="020B0604020202020204" pitchFamily="34" charset="0"/>
              <a:buChar char="•"/>
              <a:defRPr sz="2400" b="0">
                <a:solidFill>
                  <a:schemeClr val="tx1"/>
                </a:solidFill>
                <a:latin typeface="+mn-lt"/>
              </a:defRPr>
            </a:lvl5pPr>
            <a:lvl6pPr marL="216000" indent="-216000">
              <a:spcBef>
                <a:spcPts val="800"/>
              </a:spcBef>
              <a:buFont typeface="Arial" panose="020B0604020202020204" pitchFamily="34" charset="0"/>
              <a:buChar char="•"/>
              <a:defRPr sz="2400" b="0">
                <a:solidFill>
                  <a:schemeClr val="tx1"/>
                </a:solidFill>
                <a:latin typeface="+mn-lt"/>
              </a:defRPr>
            </a:lvl6pPr>
            <a:lvl7pPr marL="216000" indent="-216000">
              <a:spcBef>
                <a:spcPts val="800"/>
              </a:spcBef>
              <a:buFont typeface="Arial" panose="020B0604020202020204" pitchFamily="34" charset="0"/>
              <a:buChar char="•"/>
              <a:defRPr sz="2400" b="0">
                <a:solidFill>
                  <a:schemeClr val="tx1"/>
                </a:solidFill>
                <a:latin typeface="+mn-lt"/>
              </a:defRPr>
            </a:lvl7pPr>
            <a:lvl8pPr marL="216000" indent="-216000">
              <a:spcBef>
                <a:spcPts val="800"/>
              </a:spcBef>
              <a:buFont typeface="Arial" panose="020B0604020202020204" pitchFamily="34" charset="0"/>
              <a:buChar char="•"/>
              <a:defRPr sz="2400" b="0">
                <a:solidFill>
                  <a:schemeClr val="tx1"/>
                </a:solidFill>
                <a:latin typeface="+mn-lt"/>
              </a:defRPr>
            </a:lvl8pPr>
            <a:lvl9pPr marL="216000" indent="-216000">
              <a:spcBef>
                <a:spcPts val="800"/>
              </a:spcBef>
              <a:buFont typeface="Arial" panose="020B0604020202020204" pitchFamily="34" charset="0"/>
              <a:buChar char="•"/>
              <a:defRPr sz="2400" b="0">
                <a:solidFill>
                  <a:schemeClr val="tx1"/>
                </a:solidFill>
                <a:latin typeface="+mn-lt"/>
              </a:defRPr>
            </a:lvl9pPr>
          </a:lstStyle>
          <a:p>
            <a:pPr lvl="0"/>
            <a:r>
              <a:rPr lang="en-US" noProof="0"/>
              <a:t>Click to edit optional subpoint(s)</a:t>
            </a:r>
          </a:p>
        </p:txBody>
      </p:sp>
      <p:pic>
        <p:nvPicPr>
          <p:cNvPr id="10" name="Logo">
            <a:extLst>
              <a:ext uri="{FF2B5EF4-FFF2-40B4-BE49-F238E27FC236}">
                <a16:creationId xmlns:a16="http://schemas.microsoft.com/office/drawing/2014/main" id="{F5F7C4CC-8B8D-1C83-BF94-876E28A3522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pic>
        <p:nvPicPr>
          <p:cNvPr id="7" name="Graphic 6">
            <a:extLst>
              <a:ext uri="{FF2B5EF4-FFF2-40B4-BE49-F238E27FC236}">
                <a16:creationId xmlns:a16="http://schemas.microsoft.com/office/drawing/2014/main" id="{C319D055-168E-C9A6-4B8C-59B80F8FA40D}"/>
              </a:ext>
            </a:extLst>
          </p:cNvPr>
          <p:cNvPicPr>
            <a:picLocks noChangeAspect="1"/>
          </p:cNvPicPr>
          <p:nvPr userDrawn="1"/>
        </p:nvPicPr>
        <p:blipFill>
          <a:blip>
            <a:extLst>
              <a:ext uri="{96DAC541-7B7A-43D3-8B79-37D633B846F1}">
                <asvg:svgBlip xmlns:asvg="http://schemas.microsoft.com/office/drawing/2016/SVG/main" r:embed="rId3"/>
              </a:ext>
            </a:extLst>
          </a:blip>
          <a:srcRect r="90878"/>
          <a:stretch>
            <a:fillRect/>
          </a:stretch>
        </p:blipFill>
        <p:spPr>
          <a:xfrm flipH="1">
            <a:off x="11641138" y="0"/>
            <a:ext cx="558232" cy="6858000"/>
          </a:xfrm>
          <a:prstGeom prst="rect">
            <a:avLst/>
          </a:prstGeom>
        </p:spPr>
      </p:pic>
    </p:spTree>
    <p:extLst>
      <p:ext uri="{BB962C8B-B14F-4D97-AF65-F5344CB8AC3E}">
        <p14:creationId xmlns:p14="http://schemas.microsoft.com/office/powerpoint/2010/main" val="1915054142"/>
      </p:ext>
    </p:extLst>
  </p:cSld>
  <p:clrMapOvr>
    <a:masterClrMapping/>
  </p:clrMapOvr>
  <p:extLst>
    <p:ext uri="{DCECCB84-F9BA-43D5-87BE-67443E8EF086}">
      <p15:sldGuideLst xmlns:p15="http://schemas.microsoft.com/office/powerpoint/2012/main">
        <p15:guide id="1" pos="6924">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 Section Divider with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5CC55B-C320-BCEE-F065-D9048F6029B9}"/>
              </a:ext>
            </a:extLst>
          </p:cNvPr>
          <p:cNvSpPr>
            <a:spLocks noGrp="1"/>
          </p:cNvSpPr>
          <p:nvPr>
            <p:ph type="title" hasCustomPrompt="1"/>
          </p:nvPr>
        </p:nvSpPr>
        <p:spPr bwMode="gray">
          <a:xfrm>
            <a:off x="551384" y="512676"/>
            <a:ext cx="4926549" cy="2528962"/>
          </a:xfrm>
        </p:spPr>
        <p:txBody>
          <a:bodyPr anchor="t"/>
          <a:lstStyle>
            <a:lvl1pPr>
              <a:lnSpc>
                <a:spcPct val="83000"/>
              </a:lnSpc>
              <a:defRPr sz="6600"/>
            </a:lvl1pPr>
          </a:lstStyle>
          <a:p>
            <a:r>
              <a:rPr lang="en-US" noProof="0"/>
              <a:t>X. Section name (max. three lines)</a:t>
            </a:r>
          </a:p>
        </p:txBody>
      </p:sp>
      <p:sp>
        <p:nvSpPr>
          <p:cNvPr id="3" name="Text Placeholder 1">
            <a:extLst>
              <a:ext uri="{FF2B5EF4-FFF2-40B4-BE49-F238E27FC236}">
                <a16:creationId xmlns:a16="http://schemas.microsoft.com/office/drawing/2014/main" id="{8656E0B2-AAD7-833E-F127-94C389D991A9}"/>
              </a:ext>
            </a:extLst>
          </p:cNvPr>
          <p:cNvSpPr>
            <a:spLocks noGrp="1"/>
          </p:cNvSpPr>
          <p:nvPr>
            <p:ph type="body" idx="1" hasCustomPrompt="1"/>
          </p:nvPr>
        </p:nvSpPr>
        <p:spPr bwMode="gray">
          <a:xfrm>
            <a:off x="551384" y="3593291"/>
            <a:ext cx="5072628" cy="369332"/>
          </a:xfrm>
          <a:prstGeom prst="rect">
            <a:avLst/>
          </a:prstGeom>
        </p:spPr>
        <p:txBody>
          <a:bodyPr wrap="square">
            <a:spAutoFit/>
          </a:bodyPr>
          <a:lstStyle>
            <a:lvl1pPr marL="216000" indent="-216000">
              <a:spcBef>
                <a:spcPts val="800"/>
              </a:spcBef>
              <a:buFont typeface="Arial" panose="020B0604020202020204" pitchFamily="34" charset="0"/>
              <a:buChar char="•"/>
              <a:defRPr sz="2400" b="0">
                <a:solidFill>
                  <a:schemeClr val="tx1"/>
                </a:solidFill>
                <a:latin typeface="+mn-lt"/>
              </a:defRPr>
            </a:lvl1pPr>
            <a:lvl2pPr marL="216000" indent="-216000">
              <a:spcBef>
                <a:spcPts val="800"/>
              </a:spcBef>
              <a:buFont typeface="Arial" panose="020B0604020202020204" pitchFamily="34" charset="0"/>
              <a:buChar char="•"/>
              <a:defRPr sz="2400" b="0">
                <a:solidFill>
                  <a:schemeClr val="tx1"/>
                </a:solidFill>
                <a:latin typeface="+mn-lt"/>
              </a:defRPr>
            </a:lvl2pPr>
            <a:lvl3pPr marL="216000" indent="-216000">
              <a:spcBef>
                <a:spcPts val="800"/>
              </a:spcBef>
              <a:buFont typeface="Arial" panose="020B0604020202020204" pitchFamily="34" charset="0"/>
              <a:buChar char="•"/>
              <a:defRPr sz="2400" b="0">
                <a:solidFill>
                  <a:schemeClr val="tx1"/>
                </a:solidFill>
                <a:latin typeface="+mn-lt"/>
              </a:defRPr>
            </a:lvl3pPr>
            <a:lvl4pPr marL="216000" indent="-216000">
              <a:spcBef>
                <a:spcPts val="800"/>
              </a:spcBef>
              <a:buFont typeface="Arial" panose="020B0604020202020204" pitchFamily="34" charset="0"/>
              <a:buChar char="•"/>
              <a:defRPr sz="2400" b="0">
                <a:solidFill>
                  <a:schemeClr val="tx1"/>
                </a:solidFill>
                <a:latin typeface="+mn-lt"/>
              </a:defRPr>
            </a:lvl4pPr>
            <a:lvl5pPr marL="216000" indent="-216000">
              <a:spcBef>
                <a:spcPts val="800"/>
              </a:spcBef>
              <a:buFont typeface="Arial" panose="020B0604020202020204" pitchFamily="34" charset="0"/>
              <a:buChar char="•"/>
              <a:defRPr sz="2400" b="0">
                <a:solidFill>
                  <a:schemeClr val="tx1"/>
                </a:solidFill>
                <a:latin typeface="+mn-lt"/>
              </a:defRPr>
            </a:lvl5pPr>
            <a:lvl6pPr marL="216000" indent="-216000">
              <a:spcBef>
                <a:spcPts val="800"/>
              </a:spcBef>
              <a:buFont typeface="Arial" panose="020B0604020202020204" pitchFamily="34" charset="0"/>
              <a:buChar char="•"/>
              <a:defRPr sz="2400" b="0">
                <a:solidFill>
                  <a:schemeClr val="tx1"/>
                </a:solidFill>
                <a:latin typeface="+mn-lt"/>
              </a:defRPr>
            </a:lvl6pPr>
            <a:lvl7pPr marL="216000" indent="-216000">
              <a:spcBef>
                <a:spcPts val="800"/>
              </a:spcBef>
              <a:buFont typeface="Arial" panose="020B0604020202020204" pitchFamily="34" charset="0"/>
              <a:buChar char="•"/>
              <a:defRPr sz="2400" b="0">
                <a:solidFill>
                  <a:schemeClr val="tx1"/>
                </a:solidFill>
                <a:latin typeface="+mn-lt"/>
              </a:defRPr>
            </a:lvl7pPr>
            <a:lvl8pPr marL="216000" indent="-216000">
              <a:spcBef>
                <a:spcPts val="800"/>
              </a:spcBef>
              <a:buFont typeface="Arial" panose="020B0604020202020204" pitchFamily="34" charset="0"/>
              <a:buChar char="•"/>
              <a:defRPr sz="2400" b="0">
                <a:solidFill>
                  <a:schemeClr val="tx1"/>
                </a:solidFill>
                <a:latin typeface="+mn-lt"/>
              </a:defRPr>
            </a:lvl8pPr>
            <a:lvl9pPr marL="216000" indent="-216000">
              <a:spcBef>
                <a:spcPts val="800"/>
              </a:spcBef>
              <a:buFont typeface="Arial" panose="020B0604020202020204" pitchFamily="34" charset="0"/>
              <a:buChar char="•"/>
              <a:defRPr sz="2400" b="0">
                <a:solidFill>
                  <a:schemeClr val="tx1"/>
                </a:solidFill>
                <a:latin typeface="+mn-lt"/>
              </a:defRPr>
            </a:lvl9pPr>
          </a:lstStyle>
          <a:p>
            <a:pPr lvl="0"/>
            <a:r>
              <a:rPr lang="en-US" noProof="0"/>
              <a:t>Click to edit optional subpoint(s)</a:t>
            </a:r>
          </a:p>
        </p:txBody>
      </p:sp>
      <p:sp>
        <p:nvSpPr>
          <p:cNvPr id="4" name="Picture Placeholder 1">
            <a:extLst>
              <a:ext uri="{FF2B5EF4-FFF2-40B4-BE49-F238E27FC236}">
                <a16:creationId xmlns:a16="http://schemas.microsoft.com/office/drawing/2014/main" id="{4CA65FF8-CA33-78E1-DB61-531BB02E1EBD}"/>
              </a:ext>
            </a:extLst>
          </p:cNvPr>
          <p:cNvSpPr>
            <a:spLocks noGrp="1"/>
          </p:cNvSpPr>
          <p:nvPr>
            <p:ph type="pic" sz="quarter" idx="14"/>
          </p:nvPr>
        </p:nvSpPr>
        <p:spPr bwMode="gray">
          <a:xfrm>
            <a:off x="6168008" y="0"/>
            <a:ext cx="6023992"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pic>
        <p:nvPicPr>
          <p:cNvPr id="10" name="Logo">
            <a:extLst>
              <a:ext uri="{FF2B5EF4-FFF2-40B4-BE49-F238E27FC236}">
                <a16:creationId xmlns:a16="http://schemas.microsoft.com/office/drawing/2014/main" id="{F5F7C4CC-8B8D-1C83-BF94-876E28A3522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09715118"/>
      </p:ext>
    </p:extLst>
  </p:cSld>
  <p:clrMapOvr>
    <a:masterClrMapping/>
  </p:clrMapOvr>
  <p:extLst>
    <p:ext uri="{DCECCB84-F9BA-43D5-87BE-67443E8EF086}">
      <p15:sldGuideLst xmlns:p15="http://schemas.microsoft.com/office/powerpoint/2012/main">
        <p15:guide id="2" pos="3795">
          <p15:clr>
            <a:srgbClr val="FBAE40"/>
          </p15:clr>
        </p15:guide>
        <p15:guide id="3" pos="3885">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 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p:txBody>
          <a:bodyPr/>
          <a:lstStyle/>
          <a:p>
            <a:r>
              <a:rPr lang="en-US" noProof="0"/>
              <a:t>Click to edit slide title (maximum two lines)</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3F156D71-E0B5-D6E1-661C-545C3C90E20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2783693145"/>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 Title an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11088000" cy="415498"/>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11088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10" name="Logo">
            <a:extLst>
              <a:ext uri="{FF2B5EF4-FFF2-40B4-BE49-F238E27FC236}">
                <a16:creationId xmlns:a16="http://schemas.microsoft.com/office/drawing/2014/main" id="{B4620EFA-9440-BC50-A006-004423448191}"/>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1126573895"/>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nd text (One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5473179" cy="415498"/>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5473179"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10" name="Logo">
            <a:extLst>
              <a:ext uri="{FF2B5EF4-FFF2-40B4-BE49-F238E27FC236}">
                <a16:creationId xmlns:a16="http://schemas.microsoft.com/office/drawing/2014/main" id="{B4620EFA-9440-BC50-A006-004423448191}"/>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625629829"/>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 Title and text (two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11088000" cy="415498"/>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5472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 name="Text Placeholder 2">
            <a:extLst>
              <a:ext uri="{FF2B5EF4-FFF2-40B4-BE49-F238E27FC236}">
                <a16:creationId xmlns:a16="http://schemas.microsoft.com/office/drawing/2014/main" id="{969B420C-8A57-5FE0-A3B3-87E196E65D2A}"/>
              </a:ext>
            </a:extLst>
          </p:cNvPr>
          <p:cNvSpPr>
            <a:spLocks noGrp="1"/>
          </p:cNvSpPr>
          <p:nvPr>
            <p:ph type="body" sz="quarter" idx="14" hasCustomPrompt="1"/>
          </p:nvPr>
        </p:nvSpPr>
        <p:spPr bwMode="gray">
          <a:xfrm>
            <a:off x="6168008" y="1844824"/>
            <a:ext cx="5472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7" name="Logo">
            <a:extLst>
              <a:ext uri="{FF2B5EF4-FFF2-40B4-BE49-F238E27FC236}">
                <a16:creationId xmlns:a16="http://schemas.microsoft.com/office/drawing/2014/main" id="{3044E95F-CA3F-13A8-2786-33924D4D7A06}"/>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777272829"/>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153">
          <p15:clr>
            <a:srgbClr val="9FCC3B"/>
          </p15:clr>
        </p15:guide>
        <p15:guide id="14" pos="6244">
          <p15:clr>
            <a:srgbClr val="9FCC3B"/>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 Title and text (three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11088000" cy="415498"/>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3" y="1844824"/>
            <a:ext cx="3600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 name="Text Placeholder 2">
            <a:extLst>
              <a:ext uri="{FF2B5EF4-FFF2-40B4-BE49-F238E27FC236}">
                <a16:creationId xmlns:a16="http://schemas.microsoft.com/office/drawing/2014/main" id="{969B420C-8A57-5FE0-A3B3-87E196E65D2A}"/>
              </a:ext>
            </a:extLst>
          </p:cNvPr>
          <p:cNvSpPr>
            <a:spLocks noGrp="1"/>
          </p:cNvSpPr>
          <p:nvPr>
            <p:ph type="body" sz="quarter" idx="14" hasCustomPrompt="1"/>
          </p:nvPr>
        </p:nvSpPr>
        <p:spPr bwMode="gray">
          <a:xfrm>
            <a:off x="4295800" y="1844824"/>
            <a:ext cx="3600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7" name="Text Placeholder 3">
            <a:extLst>
              <a:ext uri="{FF2B5EF4-FFF2-40B4-BE49-F238E27FC236}">
                <a16:creationId xmlns:a16="http://schemas.microsoft.com/office/drawing/2014/main" id="{41804F57-3A4A-9DF7-253D-B1D02A1E5C58}"/>
              </a:ext>
            </a:extLst>
          </p:cNvPr>
          <p:cNvSpPr>
            <a:spLocks noGrp="1"/>
          </p:cNvSpPr>
          <p:nvPr>
            <p:ph type="body" sz="quarter" idx="15" hasCustomPrompt="1"/>
          </p:nvPr>
        </p:nvSpPr>
        <p:spPr bwMode="gray">
          <a:xfrm>
            <a:off x="8040216" y="1844824"/>
            <a:ext cx="3600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8" name="Logo">
            <a:extLst>
              <a:ext uri="{FF2B5EF4-FFF2-40B4-BE49-F238E27FC236}">
                <a16:creationId xmlns:a16="http://schemas.microsoft.com/office/drawing/2014/main" id="{E285D2F7-CECB-F944-A2C5-B4FE6727F643}"/>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982153892"/>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527">
          <p15:clr>
            <a:srgbClr val="9FCC3B"/>
          </p15:clr>
        </p15:guide>
        <p15:guide id="12" pos="1436">
          <p15:clr>
            <a:srgbClr val="9FCC3B"/>
          </p15:clr>
        </p15:guide>
        <p15:guide id="13" pos="6244">
          <p15:clr>
            <a:srgbClr val="9FCC3B"/>
          </p15:clr>
        </p15:guide>
        <p15:guide id="14" pos="6153">
          <p15:clr>
            <a:srgbClr val="9FCC3B"/>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 Title, text and image (Lef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6569120" y="476672"/>
            <a:ext cx="5072018" cy="830997"/>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6569120" y="1844824"/>
            <a:ext cx="5072018"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0" y="0"/>
            <a:ext cx="6023992"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pic>
        <p:nvPicPr>
          <p:cNvPr id="3" name="Logo">
            <a:extLst>
              <a:ext uri="{FF2B5EF4-FFF2-40B4-BE49-F238E27FC236}">
                <a16:creationId xmlns:a16="http://schemas.microsoft.com/office/drawing/2014/main" id="{8DF71F51-0B3A-FA94-83C0-0892861AA27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9912350" y="6301888"/>
            <a:ext cx="1691980" cy="252837"/>
          </a:xfrm>
          <a:prstGeom prst="rect">
            <a:avLst/>
          </a:prstGeom>
        </p:spPr>
      </p:pic>
    </p:spTree>
    <p:extLst>
      <p:ext uri="{BB962C8B-B14F-4D97-AF65-F5344CB8AC3E}">
        <p14:creationId xmlns:p14="http://schemas.microsoft.com/office/powerpoint/2010/main" val="121133435"/>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 Title, text and image (R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5072018" cy="830997"/>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5072018"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6168008" y="0"/>
            <a:ext cx="6023992"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pic>
        <p:nvPicPr>
          <p:cNvPr id="3" name="Logo">
            <a:extLst>
              <a:ext uri="{FF2B5EF4-FFF2-40B4-BE49-F238E27FC236}">
                <a16:creationId xmlns:a16="http://schemas.microsoft.com/office/drawing/2014/main" id="{8DF71F51-0B3A-FA94-83C0-0892861AA27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2255808818"/>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 Title, text and two images (Left)">
    <p:spTree>
      <p:nvGrpSpPr>
        <p:cNvPr id="1" name=""/>
        <p:cNvGrpSpPr/>
        <p:nvPr/>
      </p:nvGrpSpPr>
      <p:grpSpPr>
        <a:xfrm>
          <a:off x="0" y="0"/>
          <a:ext cx="0" cy="0"/>
          <a:chOff x="0" y="0"/>
          <a:chExt cx="0" cy="0"/>
        </a:xfrm>
      </p:grpSpPr>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0" y="0"/>
            <a:ext cx="6023992" cy="3357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4" name="Picture Placeholder 2">
            <a:extLst>
              <a:ext uri="{FF2B5EF4-FFF2-40B4-BE49-F238E27FC236}">
                <a16:creationId xmlns:a16="http://schemas.microsoft.com/office/drawing/2014/main" id="{1572822B-059A-B7AD-0BBE-CC9F10D80A89}"/>
              </a:ext>
            </a:extLst>
          </p:cNvPr>
          <p:cNvSpPr>
            <a:spLocks noGrp="1"/>
          </p:cNvSpPr>
          <p:nvPr>
            <p:ph type="pic" sz="quarter" idx="15"/>
          </p:nvPr>
        </p:nvSpPr>
        <p:spPr bwMode="gray">
          <a:xfrm>
            <a:off x="0" y="3501000"/>
            <a:ext cx="6023992" cy="3357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pic>
        <p:nvPicPr>
          <p:cNvPr id="5" name="Logo">
            <a:extLst>
              <a:ext uri="{FF2B5EF4-FFF2-40B4-BE49-F238E27FC236}">
                <a16:creationId xmlns:a16="http://schemas.microsoft.com/office/drawing/2014/main" id="{BF778B60-B2B6-2C1B-6489-97359DB62507}"/>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9912350" y="6301888"/>
            <a:ext cx="1691980" cy="252837"/>
          </a:xfrm>
          <a:prstGeom prst="rect">
            <a:avLst/>
          </a:prstGeom>
        </p:spPr>
      </p:pic>
      <p:sp>
        <p:nvSpPr>
          <p:cNvPr id="7" name="Title 1">
            <a:extLst>
              <a:ext uri="{FF2B5EF4-FFF2-40B4-BE49-F238E27FC236}">
                <a16:creationId xmlns:a16="http://schemas.microsoft.com/office/drawing/2014/main" id="{E2DDFF32-ABCB-33C4-9D6C-A673B4B538DF}"/>
              </a:ext>
            </a:extLst>
          </p:cNvPr>
          <p:cNvSpPr>
            <a:spLocks noGrp="1"/>
          </p:cNvSpPr>
          <p:nvPr>
            <p:ph type="title" hasCustomPrompt="1"/>
          </p:nvPr>
        </p:nvSpPr>
        <p:spPr bwMode="gray">
          <a:xfrm>
            <a:off x="6569120" y="476672"/>
            <a:ext cx="5072018" cy="830997"/>
          </a:xfrm>
        </p:spPr>
        <p:txBody>
          <a:bodyPr/>
          <a:lstStyle>
            <a:lvl1pPr>
              <a:defRPr/>
            </a:lvl1pPr>
          </a:lstStyle>
          <a:p>
            <a:r>
              <a:rPr lang="en-US" noProof="0"/>
              <a:t>Click to edit slide title (maximum two lines)</a:t>
            </a:r>
          </a:p>
        </p:txBody>
      </p:sp>
      <p:sp>
        <p:nvSpPr>
          <p:cNvPr id="9" name="Text Placeholder 1">
            <a:extLst>
              <a:ext uri="{FF2B5EF4-FFF2-40B4-BE49-F238E27FC236}">
                <a16:creationId xmlns:a16="http://schemas.microsoft.com/office/drawing/2014/main" id="{E09FD615-2E6A-9A47-5949-05F77046EE40}"/>
              </a:ext>
            </a:extLst>
          </p:cNvPr>
          <p:cNvSpPr>
            <a:spLocks noGrp="1"/>
          </p:cNvSpPr>
          <p:nvPr>
            <p:ph type="body" sz="quarter" idx="13" hasCustomPrompt="1"/>
          </p:nvPr>
        </p:nvSpPr>
        <p:spPr bwMode="gray">
          <a:xfrm>
            <a:off x="6569120" y="1844824"/>
            <a:ext cx="5072018"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3167460637"/>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153">
          <p15:clr>
            <a:srgbClr val="9FCC3B"/>
          </p15:clr>
        </p15:guide>
        <p15:guide id="14" pos="6244">
          <p15:clr>
            <a:srgbClr val="9FCC3B"/>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 Title, text and two images (R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5072018" cy="830997"/>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5072018"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6168008" y="0"/>
            <a:ext cx="6023992" cy="3357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4" name="Picture Placeholder 2">
            <a:extLst>
              <a:ext uri="{FF2B5EF4-FFF2-40B4-BE49-F238E27FC236}">
                <a16:creationId xmlns:a16="http://schemas.microsoft.com/office/drawing/2014/main" id="{1572822B-059A-B7AD-0BBE-CC9F10D80A89}"/>
              </a:ext>
            </a:extLst>
          </p:cNvPr>
          <p:cNvSpPr>
            <a:spLocks noGrp="1"/>
          </p:cNvSpPr>
          <p:nvPr>
            <p:ph type="pic" sz="quarter" idx="15"/>
          </p:nvPr>
        </p:nvSpPr>
        <p:spPr bwMode="gray">
          <a:xfrm>
            <a:off x="6168008" y="3501000"/>
            <a:ext cx="6023992" cy="3357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pic>
        <p:nvPicPr>
          <p:cNvPr id="3" name="Logo">
            <a:extLst>
              <a:ext uri="{FF2B5EF4-FFF2-40B4-BE49-F238E27FC236}">
                <a16:creationId xmlns:a16="http://schemas.microsoft.com/office/drawing/2014/main" id="{82BC9066-B5D9-AF6D-6531-C5B70B0F4BEE}"/>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797810402"/>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153">
          <p15:clr>
            <a:srgbClr val="9FCC3B"/>
          </p15:clr>
        </p15:guide>
        <p15:guide id="14" pos="6244">
          <p15:clr>
            <a:srgbClr val="9FCC3B"/>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 Two images, title and text">
    <p:spTree>
      <p:nvGrpSpPr>
        <p:cNvPr id="1" name=""/>
        <p:cNvGrpSpPr/>
        <p:nvPr/>
      </p:nvGrpSpPr>
      <p:grpSpPr>
        <a:xfrm>
          <a:off x="0" y="0"/>
          <a:ext cx="0" cy="0"/>
          <a:chOff x="0" y="0"/>
          <a:chExt cx="0" cy="0"/>
        </a:xfrm>
      </p:grpSpPr>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0" y="0"/>
            <a:ext cx="6023992" cy="31788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4" name="Picture Placeholder 2">
            <a:extLst>
              <a:ext uri="{FF2B5EF4-FFF2-40B4-BE49-F238E27FC236}">
                <a16:creationId xmlns:a16="http://schemas.microsoft.com/office/drawing/2014/main" id="{1572822B-059A-B7AD-0BBE-CC9F10D80A89}"/>
              </a:ext>
            </a:extLst>
          </p:cNvPr>
          <p:cNvSpPr>
            <a:spLocks noGrp="1"/>
          </p:cNvSpPr>
          <p:nvPr>
            <p:ph type="pic" sz="quarter" idx="15"/>
          </p:nvPr>
        </p:nvSpPr>
        <p:spPr bwMode="gray">
          <a:xfrm>
            <a:off x="6168008" y="0"/>
            <a:ext cx="6023992" cy="31788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3717032"/>
            <a:ext cx="5472000" cy="830997"/>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6168008" y="3717032"/>
            <a:ext cx="5472000" cy="2340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 name="Footer Placeholder">
            <a:extLst>
              <a:ext uri="{FF2B5EF4-FFF2-40B4-BE49-F238E27FC236}">
                <a16:creationId xmlns:a16="http://schemas.microsoft.com/office/drawing/2014/main" id="{F1CE46F8-E5F0-79EC-BCFD-07B38471E427}"/>
              </a:ext>
            </a:extLst>
          </p:cNvPr>
          <p:cNvSpPr>
            <a:spLocks noGrp="1"/>
          </p:cNvSpPr>
          <p:nvPr>
            <p:ph type="ftr" sz="quarter" idx="16"/>
          </p:nvPr>
        </p:nvSpPr>
        <p:spPr bwMode="gray"/>
        <p:txBody>
          <a:bodyPr/>
          <a:lstStyle/>
          <a:p>
            <a:pPr algn="l"/>
            <a:endParaRPr lang="en-US" noProof="0"/>
          </a:p>
        </p:txBody>
      </p:sp>
      <p:sp>
        <p:nvSpPr>
          <p:cNvPr id="7" name="Slide Number Placeholder">
            <a:extLst>
              <a:ext uri="{FF2B5EF4-FFF2-40B4-BE49-F238E27FC236}">
                <a16:creationId xmlns:a16="http://schemas.microsoft.com/office/drawing/2014/main" id="{D132686C-3404-59C2-A915-D1BF3E01084B}"/>
              </a:ext>
            </a:extLst>
          </p:cNvPr>
          <p:cNvSpPr>
            <a:spLocks noGrp="1"/>
          </p:cNvSpPr>
          <p:nvPr>
            <p:ph type="sldNum" sz="quarter" idx="17"/>
          </p:nvPr>
        </p:nvSpPr>
        <p:spPr bwMode="gray"/>
        <p:txBody>
          <a:bodyPr/>
          <a:lstStyle/>
          <a:p>
            <a:fld id="{1EDD9F3E-8BFD-4E3C-98D1-767322780FDD}" type="slidenum">
              <a:rPr lang="en-US" noProof="0" smtClean="0"/>
              <a:pPr/>
              <a:t>‹#›</a:t>
            </a:fld>
            <a:endParaRPr lang="en-US" noProof="0"/>
          </a:p>
        </p:txBody>
      </p:sp>
      <p:pic>
        <p:nvPicPr>
          <p:cNvPr id="3" name="Logo">
            <a:extLst>
              <a:ext uri="{FF2B5EF4-FFF2-40B4-BE49-F238E27FC236}">
                <a16:creationId xmlns:a16="http://schemas.microsoft.com/office/drawing/2014/main" id="{3C98B57A-3555-40BA-AB17-E55AA71BD4C3}"/>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2262628359"/>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153">
          <p15:clr>
            <a:srgbClr val="9FCC3B"/>
          </p15:clr>
        </p15:guide>
        <p15:guide id="14" pos="6244">
          <p15:clr>
            <a:srgbClr val="9FCC3B"/>
          </p15:clr>
        </p15:guide>
        <p15:guide id="15" orient="horz" pos="2341">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 Title and three imag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p:txBody>
          <a:bodyPr/>
          <a:lstStyle/>
          <a:p>
            <a:r>
              <a:rPr lang="en-US" noProof="0"/>
              <a:t>Click to edit slide title (maximum two lines)</a:t>
            </a:r>
          </a:p>
        </p:txBody>
      </p:sp>
      <p:sp>
        <p:nvSpPr>
          <p:cNvPr id="8" name="Text Placeholder 1">
            <a:extLst>
              <a:ext uri="{FF2B5EF4-FFF2-40B4-BE49-F238E27FC236}">
                <a16:creationId xmlns:a16="http://schemas.microsoft.com/office/drawing/2014/main" id="{261E2592-C1EF-3D9B-8998-9CBE468D2E23}"/>
              </a:ext>
            </a:extLst>
          </p:cNvPr>
          <p:cNvSpPr>
            <a:spLocks noGrp="1"/>
          </p:cNvSpPr>
          <p:nvPr>
            <p:ph type="body" sz="quarter" idx="13" hasCustomPrompt="1"/>
          </p:nvPr>
        </p:nvSpPr>
        <p:spPr bwMode="gray">
          <a:xfrm>
            <a:off x="551384" y="1844824"/>
            <a:ext cx="3600000" cy="276999"/>
          </a:xfrm>
        </p:spPr>
        <p:txBody>
          <a:bodyPr>
            <a:spAutoFit/>
          </a:bodyPr>
          <a:lstStyle>
            <a:lvl1pPr marL="0" indent="0">
              <a:spcBef>
                <a:spcPts val="0"/>
              </a:spcBef>
              <a:buFont typeface="Arial" panose="020B0604020202020204" pitchFamily="34" charset="0"/>
              <a:buNone/>
              <a:defRPr b="0">
                <a:solidFill>
                  <a:schemeClr val="tx1"/>
                </a:solidFill>
                <a:latin typeface="+mn-lt"/>
              </a:defRPr>
            </a:lvl1pPr>
            <a:lvl2pPr marL="0" indent="0">
              <a:spcBef>
                <a:spcPts val="0"/>
              </a:spcBef>
              <a:buFont typeface="Arial" panose="020B0604020202020204" pitchFamily="34" charset="0"/>
              <a:buNone/>
              <a:defRPr b="0">
                <a:solidFill>
                  <a:schemeClr val="tx1"/>
                </a:solidFill>
                <a:latin typeface="+mn-lt"/>
              </a:defRPr>
            </a:lvl2pPr>
            <a:lvl3pPr marL="0" indent="0">
              <a:spcBef>
                <a:spcPts val="0"/>
              </a:spcBef>
              <a:buNone/>
              <a:defRPr b="0">
                <a:solidFill>
                  <a:schemeClr val="tx1"/>
                </a:solidFill>
                <a:latin typeface="+mn-lt"/>
              </a:defRPr>
            </a:lvl3pPr>
            <a:lvl4pPr marL="0" indent="0">
              <a:spcBef>
                <a:spcPts val="0"/>
              </a:spcBef>
              <a:buNone/>
              <a:defRPr b="0">
                <a:solidFill>
                  <a:schemeClr val="tx1"/>
                </a:solidFill>
                <a:latin typeface="+mn-lt"/>
              </a:defRPr>
            </a:lvl4pPr>
            <a:lvl5pPr marL="0" indent="0">
              <a:spcBef>
                <a:spcPts val="0"/>
              </a:spcBef>
              <a:buNone/>
              <a:defRPr b="0">
                <a:solidFill>
                  <a:schemeClr val="tx1"/>
                </a:solidFill>
                <a:latin typeface="+mn-lt"/>
              </a:defRPr>
            </a:lvl5pPr>
            <a:lvl6pPr marL="0" indent="0">
              <a:spcBef>
                <a:spcPts val="0"/>
              </a:spcBef>
              <a:buNone/>
              <a:defRPr b="0">
                <a:solidFill>
                  <a:schemeClr val="tx1"/>
                </a:solidFill>
                <a:latin typeface="+mn-lt"/>
              </a:defRPr>
            </a:lvl6pPr>
            <a:lvl7pPr marL="0" indent="0">
              <a:spcBef>
                <a:spcPts val="0"/>
              </a:spcBef>
              <a:buNone/>
              <a:defRPr b="0">
                <a:solidFill>
                  <a:schemeClr val="tx1"/>
                </a:solidFill>
                <a:latin typeface="+mn-lt"/>
              </a:defRPr>
            </a:lvl7pPr>
            <a:lvl8pPr marL="0" indent="0">
              <a:spcBef>
                <a:spcPts val="0"/>
              </a:spcBef>
              <a:buNone/>
              <a:defRPr b="0">
                <a:solidFill>
                  <a:schemeClr val="tx1"/>
                </a:solidFill>
                <a:latin typeface="+mn-lt"/>
              </a:defRPr>
            </a:lvl8pPr>
            <a:lvl9pPr marL="0" indent="0">
              <a:spcBef>
                <a:spcPts val="0"/>
              </a:spcBef>
              <a:buNone/>
              <a:defRPr b="0">
                <a:solidFill>
                  <a:schemeClr val="tx1"/>
                </a:solidFill>
                <a:latin typeface="+mn-lt"/>
              </a:defRPr>
            </a:lvl9pPr>
          </a:lstStyle>
          <a:p>
            <a:pPr lvl="0"/>
            <a:r>
              <a:rPr lang="en-US" noProof="0"/>
              <a:t>Click to edit caption</a:t>
            </a:r>
          </a:p>
        </p:txBody>
      </p:sp>
      <p:sp>
        <p:nvSpPr>
          <p:cNvPr id="11" name="Picture Placeholder 1">
            <a:extLst>
              <a:ext uri="{FF2B5EF4-FFF2-40B4-BE49-F238E27FC236}">
                <a16:creationId xmlns:a16="http://schemas.microsoft.com/office/drawing/2014/main" id="{214862B1-1BEA-07E1-834B-64536F34BB66}"/>
              </a:ext>
            </a:extLst>
          </p:cNvPr>
          <p:cNvSpPr>
            <a:spLocks noGrp="1"/>
          </p:cNvSpPr>
          <p:nvPr>
            <p:ph type="pic" sz="quarter" idx="16"/>
          </p:nvPr>
        </p:nvSpPr>
        <p:spPr bwMode="gray">
          <a:xfrm>
            <a:off x="551384" y="2240868"/>
            <a:ext cx="3600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2" name="Text Placeholder 2">
            <a:extLst>
              <a:ext uri="{FF2B5EF4-FFF2-40B4-BE49-F238E27FC236}">
                <a16:creationId xmlns:a16="http://schemas.microsoft.com/office/drawing/2014/main" id="{8FDE0631-BFE0-D7CB-B38E-9800DAD94A74}"/>
              </a:ext>
            </a:extLst>
          </p:cNvPr>
          <p:cNvSpPr>
            <a:spLocks noGrp="1"/>
          </p:cNvSpPr>
          <p:nvPr>
            <p:ph type="body" sz="quarter" idx="17" hasCustomPrompt="1"/>
          </p:nvPr>
        </p:nvSpPr>
        <p:spPr bwMode="gray">
          <a:xfrm>
            <a:off x="551384" y="5049180"/>
            <a:ext cx="3600000" cy="1008000"/>
          </a:xfrm>
        </p:spPr>
        <p:txBody>
          <a:bodyPr>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text</a:t>
            </a:r>
          </a:p>
        </p:txBody>
      </p:sp>
      <p:sp>
        <p:nvSpPr>
          <p:cNvPr id="9" name="Text Placeholder 3">
            <a:extLst>
              <a:ext uri="{FF2B5EF4-FFF2-40B4-BE49-F238E27FC236}">
                <a16:creationId xmlns:a16="http://schemas.microsoft.com/office/drawing/2014/main" id="{0625D5CD-EB13-7B23-8CE8-72C1140C3D1F}"/>
              </a:ext>
            </a:extLst>
          </p:cNvPr>
          <p:cNvSpPr>
            <a:spLocks noGrp="1"/>
          </p:cNvSpPr>
          <p:nvPr>
            <p:ph type="body" sz="quarter" idx="14" hasCustomPrompt="1"/>
          </p:nvPr>
        </p:nvSpPr>
        <p:spPr bwMode="gray">
          <a:xfrm>
            <a:off x="4295800" y="1844824"/>
            <a:ext cx="3600000" cy="276999"/>
          </a:xfrm>
        </p:spPr>
        <p:txBody>
          <a:bodyPr>
            <a:spAutoFit/>
          </a:bodyPr>
          <a:lstStyle>
            <a:lvl1pPr marL="0" indent="0">
              <a:spcBef>
                <a:spcPts val="0"/>
              </a:spcBef>
              <a:buFont typeface="Arial" panose="020B0604020202020204" pitchFamily="34" charset="0"/>
              <a:buNone/>
              <a:defRPr b="0">
                <a:solidFill>
                  <a:schemeClr val="tx1"/>
                </a:solidFill>
                <a:latin typeface="+mn-lt"/>
              </a:defRPr>
            </a:lvl1pPr>
            <a:lvl2pPr marL="0" indent="0">
              <a:spcBef>
                <a:spcPts val="0"/>
              </a:spcBef>
              <a:buFont typeface="Arial" panose="020B0604020202020204" pitchFamily="34" charset="0"/>
              <a:buNone/>
              <a:defRPr b="0">
                <a:solidFill>
                  <a:schemeClr val="tx1"/>
                </a:solidFill>
                <a:latin typeface="+mn-lt"/>
              </a:defRPr>
            </a:lvl2pPr>
            <a:lvl3pPr marL="0" indent="0">
              <a:spcBef>
                <a:spcPts val="0"/>
              </a:spcBef>
              <a:buNone/>
              <a:defRPr b="0">
                <a:solidFill>
                  <a:schemeClr val="tx1"/>
                </a:solidFill>
                <a:latin typeface="+mn-lt"/>
              </a:defRPr>
            </a:lvl3pPr>
            <a:lvl4pPr marL="0" indent="0">
              <a:spcBef>
                <a:spcPts val="0"/>
              </a:spcBef>
              <a:buNone/>
              <a:defRPr b="0">
                <a:solidFill>
                  <a:schemeClr val="tx1"/>
                </a:solidFill>
                <a:latin typeface="+mn-lt"/>
              </a:defRPr>
            </a:lvl4pPr>
            <a:lvl5pPr marL="0" indent="0">
              <a:spcBef>
                <a:spcPts val="0"/>
              </a:spcBef>
              <a:buNone/>
              <a:defRPr b="0">
                <a:solidFill>
                  <a:schemeClr val="tx1"/>
                </a:solidFill>
                <a:latin typeface="+mn-lt"/>
              </a:defRPr>
            </a:lvl5pPr>
            <a:lvl6pPr marL="0" indent="0">
              <a:spcBef>
                <a:spcPts val="0"/>
              </a:spcBef>
              <a:buNone/>
              <a:defRPr b="0">
                <a:solidFill>
                  <a:schemeClr val="tx1"/>
                </a:solidFill>
                <a:latin typeface="+mn-lt"/>
              </a:defRPr>
            </a:lvl6pPr>
            <a:lvl7pPr marL="0" indent="0">
              <a:spcBef>
                <a:spcPts val="0"/>
              </a:spcBef>
              <a:buNone/>
              <a:defRPr b="0">
                <a:solidFill>
                  <a:schemeClr val="tx1"/>
                </a:solidFill>
                <a:latin typeface="+mn-lt"/>
              </a:defRPr>
            </a:lvl7pPr>
            <a:lvl8pPr marL="0" indent="0">
              <a:spcBef>
                <a:spcPts val="0"/>
              </a:spcBef>
              <a:buNone/>
              <a:defRPr b="0">
                <a:solidFill>
                  <a:schemeClr val="tx1"/>
                </a:solidFill>
                <a:latin typeface="+mn-lt"/>
              </a:defRPr>
            </a:lvl8pPr>
            <a:lvl9pPr marL="0" indent="0">
              <a:spcBef>
                <a:spcPts val="0"/>
              </a:spcBef>
              <a:buNone/>
              <a:defRPr b="0">
                <a:solidFill>
                  <a:schemeClr val="tx1"/>
                </a:solidFill>
                <a:latin typeface="+mn-lt"/>
              </a:defRPr>
            </a:lvl9pPr>
          </a:lstStyle>
          <a:p>
            <a:pPr lvl="0"/>
            <a:r>
              <a:rPr lang="en-US" noProof="0"/>
              <a:t>Click to edit caption</a:t>
            </a:r>
          </a:p>
        </p:txBody>
      </p:sp>
      <p:sp>
        <p:nvSpPr>
          <p:cNvPr id="13" name="Picture Placeholder 2">
            <a:extLst>
              <a:ext uri="{FF2B5EF4-FFF2-40B4-BE49-F238E27FC236}">
                <a16:creationId xmlns:a16="http://schemas.microsoft.com/office/drawing/2014/main" id="{79D56707-D9C5-867A-9B10-EEE16F55F40B}"/>
              </a:ext>
            </a:extLst>
          </p:cNvPr>
          <p:cNvSpPr>
            <a:spLocks noGrp="1"/>
          </p:cNvSpPr>
          <p:nvPr>
            <p:ph type="pic" sz="quarter" idx="18"/>
          </p:nvPr>
        </p:nvSpPr>
        <p:spPr bwMode="gray">
          <a:xfrm>
            <a:off x="4295800" y="2240868"/>
            <a:ext cx="3600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4" name="Text Placeholder 4">
            <a:extLst>
              <a:ext uri="{FF2B5EF4-FFF2-40B4-BE49-F238E27FC236}">
                <a16:creationId xmlns:a16="http://schemas.microsoft.com/office/drawing/2014/main" id="{618DCF02-18F0-F413-650A-1BBBB77FE2FC}"/>
              </a:ext>
            </a:extLst>
          </p:cNvPr>
          <p:cNvSpPr>
            <a:spLocks noGrp="1"/>
          </p:cNvSpPr>
          <p:nvPr>
            <p:ph type="body" sz="quarter" idx="19" hasCustomPrompt="1"/>
          </p:nvPr>
        </p:nvSpPr>
        <p:spPr bwMode="gray">
          <a:xfrm>
            <a:off x="4295800" y="5049180"/>
            <a:ext cx="3600000" cy="1008000"/>
          </a:xfrm>
        </p:spPr>
        <p:txBody>
          <a:bodyPr>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text</a:t>
            </a:r>
          </a:p>
        </p:txBody>
      </p:sp>
      <p:sp>
        <p:nvSpPr>
          <p:cNvPr id="10" name="Text Placeholder 5">
            <a:extLst>
              <a:ext uri="{FF2B5EF4-FFF2-40B4-BE49-F238E27FC236}">
                <a16:creationId xmlns:a16="http://schemas.microsoft.com/office/drawing/2014/main" id="{70B06B7A-FFCC-5BC2-0870-633DD5EE8002}"/>
              </a:ext>
            </a:extLst>
          </p:cNvPr>
          <p:cNvSpPr>
            <a:spLocks noGrp="1"/>
          </p:cNvSpPr>
          <p:nvPr>
            <p:ph type="body" sz="quarter" idx="15" hasCustomPrompt="1"/>
          </p:nvPr>
        </p:nvSpPr>
        <p:spPr bwMode="gray">
          <a:xfrm>
            <a:off x="8040216" y="1844824"/>
            <a:ext cx="3600000" cy="276999"/>
          </a:xfrm>
        </p:spPr>
        <p:txBody>
          <a:bodyPr>
            <a:spAutoFit/>
          </a:bodyPr>
          <a:lstStyle>
            <a:lvl1pPr marL="0" indent="0">
              <a:spcBef>
                <a:spcPts val="0"/>
              </a:spcBef>
              <a:buFont typeface="Arial" panose="020B0604020202020204" pitchFamily="34" charset="0"/>
              <a:buNone/>
              <a:defRPr b="0">
                <a:solidFill>
                  <a:schemeClr val="tx1"/>
                </a:solidFill>
                <a:latin typeface="+mn-lt"/>
              </a:defRPr>
            </a:lvl1pPr>
            <a:lvl2pPr marL="0" indent="0">
              <a:spcBef>
                <a:spcPts val="0"/>
              </a:spcBef>
              <a:buFont typeface="Arial" panose="020B0604020202020204" pitchFamily="34" charset="0"/>
              <a:buNone/>
              <a:defRPr b="0">
                <a:solidFill>
                  <a:schemeClr val="tx1"/>
                </a:solidFill>
                <a:latin typeface="+mn-lt"/>
              </a:defRPr>
            </a:lvl2pPr>
            <a:lvl3pPr marL="0" indent="0">
              <a:spcBef>
                <a:spcPts val="0"/>
              </a:spcBef>
              <a:buNone/>
              <a:defRPr b="0">
                <a:solidFill>
                  <a:schemeClr val="tx1"/>
                </a:solidFill>
                <a:latin typeface="+mn-lt"/>
              </a:defRPr>
            </a:lvl3pPr>
            <a:lvl4pPr marL="0" indent="0">
              <a:spcBef>
                <a:spcPts val="0"/>
              </a:spcBef>
              <a:buNone/>
              <a:defRPr b="0">
                <a:solidFill>
                  <a:schemeClr val="tx1"/>
                </a:solidFill>
                <a:latin typeface="+mn-lt"/>
              </a:defRPr>
            </a:lvl4pPr>
            <a:lvl5pPr marL="0" indent="0">
              <a:spcBef>
                <a:spcPts val="0"/>
              </a:spcBef>
              <a:buNone/>
              <a:defRPr b="0">
                <a:solidFill>
                  <a:schemeClr val="tx1"/>
                </a:solidFill>
                <a:latin typeface="+mn-lt"/>
              </a:defRPr>
            </a:lvl5pPr>
            <a:lvl6pPr marL="0" indent="0">
              <a:spcBef>
                <a:spcPts val="0"/>
              </a:spcBef>
              <a:buNone/>
              <a:defRPr b="0">
                <a:solidFill>
                  <a:schemeClr val="tx1"/>
                </a:solidFill>
                <a:latin typeface="+mn-lt"/>
              </a:defRPr>
            </a:lvl6pPr>
            <a:lvl7pPr marL="0" indent="0">
              <a:spcBef>
                <a:spcPts val="0"/>
              </a:spcBef>
              <a:buNone/>
              <a:defRPr b="0">
                <a:solidFill>
                  <a:schemeClr val="tx1"/>
                </a:solidFill>
                <a:latin typeface="+mn-lt"/>
              </a:defRPr>
            </a:lvl7pPr>
            <a:lvl8pPr marL="0" indent="0">
              <a:spcBef>
                <a:spcPts val="0"/>
              </a:spcBef>
              <a:buNone/>
              <a:defRPr b="0">
                <a:solidFill>
                  <a:schemeClr val="tx1"/>
                </a:solidFill>
                <a:latin typeface="+mn-lt"/>
              </a:defRPr>
            </a:lvl8pPr>
            <a:lvl9pPr marL="0" indent="0">
              <a:spcBef>
                <a:spcPts val="0"/>
              </a:spcBef>
              <a:buNone/>
              <a:defRPr b="0">
                <a:solidFill>
                  <a:schemeClr val="tx1"/>
                </a:solidFill>
                <a:latin typeface="+mn-lt"/>
              </a:defRPr>
            </a:lvl9pPr>
          </a:lstStyle>
          <a:p>
            <a:pPr lvl="0"/>
            <a:r>
              <a:rPr lang="en-US" noProof="0"/>
              <a:t>Click to edit caption</a:t>
            </a:r>
          </a:p>
        </p:txBody>
      </p:sp>
      <p:sp>
        <p:nvSpPr>
          <p:cNvPr id="15" name="Picture Placeholder 3">
            <a:extLst>
              <a:ext uri="{FF2B5EF4-FFF2-40B4-BE49-F238E27FC236}">
                <a16:creationId xmlns:a16="http://schemas.microsoft.com/office/drawing/2014/main" id="{08F0C17C-68B4-7D82-079D-FE5525B2C862}"/>
              </a:ext>
            </a:extLst>
          </p:cNvPr>
          <p:cNvSpPr>
            <a:spLocks noGrp="1"/>
          </p:cNvSpPr>
          <p:nvPr>
            <p:ph type="pic" sz="quarter" idx="20"/>
          </p:nvPr>
        </p:nvSpPr>
        <p:spPr bwMode="gray">
          <a:xfrm>
            <a:off x="8040216" y="2240868"/>
            <a:ext cx="3600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6" name="Text Placeholder 6">
            <a:extLst>
              <a:ext uri="{FF2B5EF4-FFF2-40B4-BE49-F238E27FC236}">
                <a16:creationId xmlns:a16="http://schemas.microsoft.com/office/drawing/2014/main" id="{4C875757-40AA-FFE0-19F9-4B08BD4DB8EB}"/>
              </a:ext>
            </a:extLst>
          </p:cNvPr>
          <p:cNvSpPr>
            <a:spLocks noGrp="1"/>
          </p:cNvSpPr>
          <p:nvPr>
            <p:ph type="body" sz="quarter" idx="21" hasCustomPrompt="1"/>
          </p:nvPr>
        </p:nvSpPr>
        <p:spPr bwMode="gray">
          <a:xfrm>
            <a:off x="8040216" y="5049180"/>
            <a:ext cx="3600000" cy="1008000"/>
          </a:xfrm>
        </p:spPr>
        <p:txBody>
          <a:bodyPr>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text</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3F156D71-E0B5-D6E1-661C-545C3C90E20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2688232716"/>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 Full image  (name and position)">
    <p:spTree>
      <p:nvGrpSpPr>
        <p:cNvPr id="1" name=""/>
        <p:cNvGrpSpPr/>
        <p:nvPr/>
      </p:nvGrpSpPr>
      <p:grpSpPr>
        <a:xfrm>
          <a:off x="0" y="0"/>
          <a:ext cx="0" cy="0"/>
          <a:chOff x="0" y="0"/>
          <a:chExt cx="0" cy="0"/>
        </a:xfrm>
      </p:grpSpPr>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600" y="0"/>
            <a:ext cx="12193200"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5" name="Text Placeholder 5">
            <a:extLst>
              <a:ext uri="{FF2B5EF4-FFF2-40B4-BE49-F238E27FC236}">
                <a16:creationId xmlns:a16="http://schemas.microsoft.com/office/drawing/2014/main" id="{8CE8921B-3DA6-94DA-A776-DD044CCFAE46}"/>
              </a:ext>
            </a:extLst>
          </p:cNvPr>
          <p:cNvSpPr>
            <a:spLocks noGrp="1"/>
          </p:cNvSpPr>
          <p:nvPr>
            <p:ph type="body" sz="quarter" idx="12" hasCustomPrompt="1"/>
          </p:nvPr>
        </p:nvSpPr>
        <p:spPr bwMode="gray">
          <a:xfrm>
            <a:off x="551384" y="5264626"/>
            <a:ext cx="2398193" cy="792666"/>
          </a:xfrm>
          <a:solidFill>
            <a:schemeClr val="bg1"/>
          </a:solidFill>
        </p:spPr>
        <p:txBody>
          <a:bodyPr wrap="none" lIns="108000" tIns="133200" rIns="108000" bIns="169200" anchor="b">
            <a:spAutoFit/>
          </a:bodyPr>
          <a:lstStyle>
            <a:lvl1pPr marL="0" indent="0">
              <a:spcBef>
                <a:spcPts val="0"/>
              </a:spcBef>
              <a:buFont typeface="Arial" panose="020B0604020202020204" pitchFamily="34" charset="0"/>
              <a:buNone/>
              <a:defRPr b="1">
                <a:solidFill>
                  <a:schemeClr val="tx1"/>
                </a:solidFill>
              </a:defRPr>
            </a:lvl1pPr>
            <a:lvl2pPr marL="0" indent="0">
              <a:spcBef>
                <a:spcPts val="200"/>
              </a:spcBef>
              <a:buFont typeface="Arial" panose="020B0604020202020204" pitchFamily="34" charset="0"/>
              <a:buNone/>
              <a:defRPr sz="1200" b="0">
                <a:solidFill>
                  <a:schemeClr val="tx1"/>
                </a:solidFill>
              </a:defRPr>
            </a:lvl2pPr>
            <a:lvl3pPr marL="0" indent="0">
              <a:spcBef>
                <a:spcPts val="200"/>
              </a:spcBef>
              <a:buNone/>
              <a:defRPr sz="1200" b="0">
                <a:solidFill>
                  <a:schemeClr val="tx1"/>
                </a:solidFill>
              </a:defRPr>
            </a:lvl3pPr>
            <a:lvl4pPr marL="0" indent="0">
              <a:spcBef>
                <a:spcPts val="200"/>
              </a:spcBef>
              <a:buNone/>
              <a:defRPr sz="1200" b="0">
                <a:solidFill>
                  <a:schemeClr val="tx1"/>
                </a:solidFill>
              </a:defRPr>
            </a:lvl4pPr>
            <a:lvl5pPr marL="0" indent="0">
              <a:spcBef>
                <a:spcPts val="200"/>
              </a:spcBef>
              <a:buNone/>
              <a:defRPr sz="1200" b="0">
                <a:solidFill>
                  <a:schemeClr val="tx1"/>
                </a:solidFill>
              </a:defRPr>
            </a:lvl5pPr>
            <a:lvl6pPr marL="0" indent="0">
              <a:spcBef>
                <a:spcPts val="200"/>
              </a:spcBef>
              <a:buNone/>
              <a:defRPr sz="1200" b="0">
                <a:solidFill>
                  <a:schemeClr val="tx1"/>
                </a:solidFill>
              </a:defRPr>
            </a:lvl6pPr>
            <a:lvl7pPr marL="0" indent="0">
              <a:spcBef>
                <a:spcPts val="200"/>
              </a:spcBef>
              <a:buNone/>
              <a:defRPr sz="1200" b="0">
                <a:solidFill>
                  <a:schemeClr val="tx1"/>
                </a:solidFill>
              </a:defRPr>
            </a:lvl7pPr>
            <a:lvl8pPr marL="0" indent="0">
              <a:spcBef>
                <a:spcPts val="200"/>
              </a:spcBef>
              <a:buNone/>
              <a:defRPr sz="1200" b="0">
                <a:solidFill>
                  <a:schemeClr val="tx1"/>
                </a:solidFill>
              </a:defRPr>
            </a:lvl8pPr>
            <a:lvl9pPr marL="0" indent="0">
              <a:spcBef>
                <a:spcPts val="200"/>
              </a:spcBef>
              <a:buNone/>
              <a:defRPr sz="1200" b="0">
                <a:solidFill>
                  <a:schemeClr val="tx1"/>
                </a:solidFill>
              </a:defRPr>
            </a:lvl9pPr>
          </a:lstStyle>
          <a:p>
            <a:pPr lvl="0"/>
            <a:r>
              <a:rPr lang="en-US" noProof="0"/>
              <a:t>Edit Name Surname</a:t>
            </a:r>
          </a:p>
          <a:p>
            <a:pPr lvl="1"/>
            <a:r>
              <a:rPr lang="en-US" noProof="0"/>
              <a:t>Second level</a:t>
            </a:r>
          </a:p>
        </p:txBody>
      </p:sp>
    </p:spTree>
    <p:extLst>
      <p:ext uri="{BB962C8B-B14F-4D97-AF65-F5344CB8AC3E}">
        <p14:creationId xmlns:p14="http://schemas.microsoft.com/office/powerpoint/2010/main" val="1993746572"/>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 Media (fullscreen)">
    <p:spTree>
      <p:nvGrpSpPr>
        <p:cNvPr id="1" name=""/>
        <p:cNvGrpSpPr/>
        <p:nvPr/>
      </p:nvGrpSpPr>
      <p:grpSpPr>
        <a:xfrm>
          <a:off x="0" y="0"/>
          <a:ext cx="0" cy="0"/>
          <a:chOff x="0" y="0"/>
          <a:chExt cx="0" cy="0"/>
        </a:xfrm>
      </p:grpSpPr>
      <p:sp>
        <p:nvSpPr>
          <p:cNvPr id="3" name="Media Placeholder 1">
            <a:extLst>
              <a:ext uri="{FF2B5EF4-FFF2-40B4-BE49-F238E27FC236}">
                <a16:creationId xmlns:a16="http://schemas.microsoft.com/office/drawing/2014/main" id="{CBB6E684-2097-3EE4-C891-8AFA7D49DEA4}"/>
              </a:ext>
            </a:extLst>
          </p:cNvPr>
          <p:cNvSpPr>
            <a:spLocks noGrp="1"/>
          </p:cNvSpPr>
          <p:nvPr>
            <p:ph type="media" sz="quarter" idx="10"/>
          </p:nvPr>
        </p:nvSpPr>
        <p:spPr bwMode="gray">
          <a:xfrm>
            <a:off x="-600" y="0"/>
            <a:ext cx="12193200"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メディアを追加</a:t>
            </a:r>
            <a:endParaRPr lang="en-US" noProof="0"/>
          </a:p>
        </p:txBody>
      </p:sp>
    </p:spTree>
    <p:extLst>
      <p:ext uri="{BB962C8B-B14F-4D97-AF65-F5344CB8AC3E}">
        <p14:creationId xmlns:p14="http://schemas.microsoft.com/office/powerpoint/2010/main" val="412026702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itleOnly" preserve="1">
  <p:cSld name=" Key message 1 (gradient)">
    <p:spTree>
      <p:nvGrpSpPr>
        <p:cNvPr id="1" name=""/>
        <p:cNvGrpSpPr/>
        <p:nvPr/>
      </p:nvGrpSpPr>
      <p:grpSpPr>
        <a:xfrm>
          <a:off x="0" y="0"/>
          <a:ext cx="0" cy="0"/>
          <a:chOff x="0" y="0"/>
          <a:chExt cx="0" cy="0"/>
        </a:xfrm>
      </p:grpSpPr>
      <p:pic>
        <p:nvPicPr>
          <p:cNvPr id="7" name="Gradient background">
            <a:extLst>
              <a:ext uri="{FF2B5EF4-FFF2-40B4-BE49-F238E27FC236}">
                <a16:creationId xmlns:a16="http://schemas.microsoft.com/office/drawing/2014/main" id="{8D74D201-83D3-6FD9-8655-C4045985B175}"/>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a:fillRect/>
          </a:stretch>
        </p:blipFill>
        <p:spPr bwMode="hidden">
          <a:xfrm>
            <a:off x="11641138" y="0"/>
            <a:ext cx="555184" cy="6858000"/>
          </a:xfrm>
          <a:prstGeom prst="rect">
            <a:avLst/>
          </a:prstGeom>
        </p:spPr>
      </p:pic>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748559"/>
            <a:ext cx="10440000" cy="4904676"/>
          </a:xfrm>
        </p:spPr>
        <p:txBody>
          <a:bodyPr>
            <a:spAutoFit/>
          </a:bodyPr>
          <a:lstStyle>
            <a:lvl1pPr>
              <a:lnSpc>
                <a:spcPct val="83000"/>
              </a:lnSpc>
              <a:defRPr sz="9600" spc="-60" baseline="0">
                <a:solidFill>
                  <a:schemeClr val="tx1"/>
                </a:solidFill>
              </a:defRPr>
            </a:lvl1pPr>
          </a:lstStyle>
          <a:p>
            <a:r>
              <a:rPr lang="en-US" noProof="0"/>
              <a:t>Click to edit key message (can be several lines long)</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281051796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 Key message 2 (gradient)">
    <p:spTree>
      <p:nvGrpSpPr>
        <p:cNvPr id="1" name=""/>
        <p:cNvGrpSpPr/>
        <p:nvPr/>
      </p:nvGrpSpPr>
      <p:grpSpPr>
        <a:xfrm>
          <a:off x="0" y="0"/>
          <a:ext cx="0" cy="0"/>
          <a:chOff x="0" y="0"/>
          <a:chExt cx="0" cy="0"/>
        </a:xfrm>
      </p:grpSpPr>
      <p:sp>
        <p:nvSpPr>
          <p:cNvPr id="7" name="Picture Placeholder 1">
            <a:extLst>
              <a:ext uri="{FF2B5EF4-FFF2-40B4-BE49-F238E27FC236}">
                <a16:creationId xmlns:a16="http://schemas.microsoft.com/office/drawing/2014/main" id="{9266D735-8620-C437-0FB3-0FE9AE77E09E}"/>
              </a:ext>
            </a:extLst>
          </p:cNvPr>
          <p:cNvSpPr>
            <a:spLocks noGrp="1"/>
          </p:cNvSpPr>
          <p:nvPr>
            <p:ph type="pic" sz="quarter" idx="14"/>
          </p:nvPr>
        </p:nvSpPr>
        <p:spPr bwMode="gray">
          <a:xfrm>
            <a:off x="0" y="0"/>
            <a:ext cx="12192000"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505247"/>
            <a:ext cx="10440000" cy="1692515"/>
          </a:xfrm>
        </p:spPr>
        <p:txBody>
          <a:bodyPr/>
          <a:lstStyle>
            <a:lvl1pPr>
              <a:lnSpc>
                <a:spcPct val="83000"/>
              </a:lnSpc>
              <a:defRPr sz="6600" spc="-60" baseline="0">
                <a:solidFill>
                  <a:schemeClr val="tx1"/>
                </a:solidFill>
              </a:defRPr>
            </a:lvl1pPr>
          </a:lstStyle>
          <a:p>
            <a:r>
              <a:rPr lang="en-US" noProof="0"/>
              <a:t>Click to edit key message (can be several lines long)</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5C384BCF-9353-711D-04BF-7AF1446ED0E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1816364646"/>
      </p:ext>
    </p:extLst>
  </p:cSld>
  <p:clrMapOvr>
    <a:masterClrMapping/>
  </p:clrMapOvr>
  <p:extLst>
    <p:ext uri="{DCECCB84-F9BA-43D5-87BE-67443E8EF086}">
      <p15:sldGuideLst xmlns:p15="http://schemas.microsoft.com/office/powerpoint/2012/main">
        <p15:guide id="10" pos="6924">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type="titleOnly" preserve="1">
  <p:cSld name="Key message 1 (grey)">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1A803874-3F49-6B30-F1BA-029CAB9E94C7}"/>
              </a:ext>
            </a:extLst>
          </p:cNvPr>
          <p:cNvSpPr/>
          <p:nvPr userDrawn="1"/>
        </p:nvSpPr>
        <p:spPr>
          <a:xfrm>
            <a:off x="1076" y="0"/>
            <a:ext cx="12190923" cy="6858000"/>
          </a:xfrm>
          <a:prstGeom prst="rect">
            <a:avLst/>
          </a:prstGeom>
          <a:solidFill>
            <a:schemeClr val="bg2"/>
          </a:solid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err="1"/>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721362"/>
            <a:ext cx="10440000" cy="4904676"/>
          </a:xfrm>
        </p:spPr>
        <p:txBody>
          <a:bodyPr>
            <a:spAutoFit/>
          </a:bodyPr>
          <a:lstStyle>
            <a:lvl1pPr>
              <a:lnSpc>
                <a:spcPct val="83000"/>
              </a:lnSpc>
              <a:defRPr sz="9600" spc="-60" baseline="0">
                <a:solidFill>
                  <a:schemeClr val="tx1"/>
                </a:solidFill>
              </a:defRPr>
            </a:lvl1pPr>
          </a:lstStyle>
          <a:p>
            <a:r>
              <a:rPr lang="en-US" noProof="0"/>
              <a:t>Click to edit key message (can be several lines long)</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146424540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titleOnly" preserve="1">
  <p:cSld name="Key message 2 (grey)">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C1CC37E-F977-0808-8FE2-EBFB981F74D1}"/>
              </a:ext>
            </a:extLst>
          </p:cNvPr>
          <p:cNvSpPr/>
          <p:nvPr userDrawn="1"/>
        </p:nvSpPr>
        <p:spPr>
          <a:xfrm>
            <a:off x="1076" y="0"/>
            <a:ext cx="12190923" cy="6858000"/>
          </a:xfrm>
          <a:prstGeom prst="rect">
            <a:avLst/>
          </a:prstGeom>
          <a:solidFill>
            <a:schemeClr val="bg2"/>
          </a:solid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err="1"/>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505247"/>
            <a:ext cx="10440000" cy="1692515"/>
          </a:xfrm>
        </p:spPr>
        <p:txBody>
          <a:bodyPr/>
          <a:lstStyle>
            <a:lvl1pPr>
              <a:lnSpc>
                <a:spcPct val="83000"/>
              </a:lnSpc>
              <a:defRPr sz="6600" spc="-60" baseline="0">
                <a:solidFill>
                  <a:schemeClr val="tx1"/>
                </a:solidFill>
              </a:defRPr>
            </a:lvl1pPr>
          </a:lstStyle>
          <a:p>
            <a:r>
              <a:rPr lang="en-US" noProof="0"/>
              <a:t>Click to edit key message (can be several lines long)</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5C384BCF-9353-711D-04BF-7AF1446ED0E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550235455"/>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 Title, text and chart">
    <p:spTree>
      <p:nvGrpSpPr>
        <p:cNvPr id="1" name=""/>
        <p:cNvGrpSpPr/>
        <p:nvPr/>
      </p:nvGrpSpPr>
      <p:grpSpPr>
        <a:xfrm>
          <a:off x="0" y="0"/>
          <a:ext cx="0" cy="0"/>
          <a:chOff x="0" y="0"/>
          <a:chExt cx="0" cy="0"/>
        </a:xfrm>
      </p:grpSpPr>
      <p:sp>
        <p:nvSpPr>
          <p:cNvPr id="3" name="Background (Background Grey)">
            <a:extLst>
              <a:ext uri="{FF2B5EF4-FFF2-40B4-BE49-F238E27FC236}">
                <a16:creationId xmlns:a16="http://schemas.microsoft.com/office/drawing/2014/main" id="{F56792E5-C6B9-EC9B-17EE-7D7E78258F0A}"/>
              </a:ext>
            </a:extLst>
          </p:cNvPr>
          <p:cNvSpPr/>
          <p:nvPr userDrawn="1"/>
        </p:nvSpPr>
        <p:spPr bwMode="gray">
          <a:xfrm>
            <a:off x="6168008" y="512676"/>
            <a:ext cx="5472000" cy="5544000"/>
          </a:xfrm>
          <a:prstGeom prst="rect">
            <a:avLst/>
          </a:prstGeom>
          <a:solidFill>
            <a:schemeClr val="bg2"/>
          </a:solidFill>
          <a:ln>
            <a:noFill/>
          </a:ln>
        </p:spPr>
        <p:style>
          <a:lnRef idx="2">
            <a:schemeClr val="accent1"/>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5472000" cy="830997"/>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5472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 name="Text Placeholder 2">
            <a:extLst>
              <a:ext uri="{FF2B5EF4-FFF2-40B4-BE49-F238E27FC236}">
                <a16:creationId xmlns:a16="http://schemas.microsoft.com/office/drawing/2014/main" id="{9E0B544B-42EB-16A3-0EBF-8006B62CA02D}"/>
              </a:ext>
            </a:extLst>
          </p:cNvPr>
          <p:cNvSpPr>
            <a:spLocks noGrp="1"/>
          </p:cNvSpPr>
          <p:nvPr>
            <p:ph type="body" sz="quarter" idx="12" hasCustomPrompt="1"/>
          </p:nvPr>
        </p:nvSpPr>
        <p:spPr bwMode="gray">
          <a:xfrm>
            <a:off x="6528008" y="836712"/>
            <a:ext cx="4752000" cy="184666"/>
          </a:xfrm>
        </p:spPr>
        <p:txBody>
          <a:bodyPr>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Click to edit chart title</a:t>
            </a:r>
          </a:p>
        </p:txBody>
      </p:sp>
      <p:sp>
        <p:nvSpPr>
          <p:cNvPr id="7" name="Text Placeholder 3">
            <a:extLst>
              <a:ext uri="{FF2B5EF4-FFF2-40B4-BE49-F238E27FC236}">
                <a16:creationId xmlns:a16="http://schemas.microsoft.com/office/drawing/2014/main" id="{5A94ADB8-8BB9-7BA9-B6D8-7500FFA904E3}"/>
              </a:ext>
            </a:extLst>
          </p:cNvPr>
          <p:cNvSpPr>
            <a:spLocks noGrp="1"/>
          </p:cNvSpPr>
          <p:nvPr>
            <p:ph type="body" sz="quarter" idx="14" hasCustomPrompt="1"/>
          </p:nvPr>
        </p:nvSpPr>
        <p:spPr bwMode="gray">
          <a:xfrm>
            <a:off x="6528008" y="1052736"/>
            <a:ext cx="4752000" cy="184666"/>
          </a:xfrm>
        </p:spPr>
        <p:txBody>
          <a:bodyPr>
            <a:sp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unit of value</a:t>
            </a:r>
          </a:p>
        </p:txBody>
      </p:sp>
      <p:sp>
        <p:nvSpPr>
          <p:cNvPr id="12" name="Chart Placeholder 1">
            <a:extLst>
              <a:ext uri="{FF2B5EF4-FFF2-40B4-BE49-F238E27FC236}">
                <a16:creationId xmlns:a16="http://schemas.microsoft.com/office/drawing/2014/main" id="{6F45CE3C-CE03-F84F-458B-8EB30D44E2C2}"/>
              </a:ext>
            </a:extLst>
          </p:cNvPr>
          <p:cNvSpPr>
            <a:spLocks noGrp="1"/>
          </p:cNvSpPr>
          <p:nvPr>
            <p:ph type="chart" sz="quarter" idx="16"/>
          </p:nvPr>
        </p:nvSpPr>
        <p:spPr bwMode="gray">
          <a:xfrm>
            <a:off x="6527521" y="1340768"/>
            <a:ext cx="4752975" cy="4140000"/>
          </a:xfrm>
        </p:spPr>
        <p:txBody>
          <a:bodyPr bIns="720000" anchor="ctr"/>
          <a:lstStyle>
            <a:lvl1pPr algn="ctr">
              <a:spcBef>
                <a:spcPts val="0"/>
              </a:spcBef>
              <a:defRPr sz="1200" b="0">
                <a:solidFill>
                  <a:schemeClr val="tx1"/>
                </a:solidFill>
              </a:defRPr>
            </a:lvl1pPr>
          </a:lstStyle>
          <a:p>
            <a:r>
              <a:rPr lang="ja-JP" altLang="en-US" noProof="0"/>
              <a:t>グラフを追加</a:t>
            </a:r>
            <a:endParaRPr lang="en-US" noProof="0"/>
          </a:p>
        </p:txBody>
      </p:sp>
      <p:sp>
        <p:nvSpPr>
          <p:cNvPr id="9" name="Text Placeholder 4">
            <a:extLst>
              <a:ext uri="{FF2B5EF4-FFF2-40B4-BE49-F238E27FC236}">
                <a16:creationId xmlns:a16="http://schemas.microsoft.com/office/drawing/2014/main" id="{F1429D25-4756-CAC6-F902-90E7E3E788FA}"/>
              </a:ext>
            </a:extLst>
          </p:cNvPr>
          <p:cNvSpPr>
            <a:spLocks noGrp="1"/>
          </p:cNvSpPr>
          <p:nvPr>
            <p:ph type="body" sz="quarter" idx="15" hasCustomPrompt="1"/>
          </p:nvPr>
        </p:nvSpPr>
        <p:spPr bwMode="gray">
          <a:xfrm>
            <a:off x="6528008" y="5589530"/>
            <a:ext cx="4752000" cy="107722"/>
          </a:xfrm>
        </p:spPr>
        <p:txBody>
          <a:bodyPr anchor="b">
            <a:spAutoFit/>
          </a:bodyPr>
          <a:lstStyle>
            <a:lvl1pPr marL="0" indent="0">
              <a:spcBef>
                <a:spcPts val="0"/>
              </a:spcBef>
              <a:buFont typeface="Arial" panose="020B0604020202020204" pitchFamily="34" charset="0"/>
              <a:buNone/>
              <a:defRPr sz="700" b="0">
                <a:solidFill>
                  <a:schemeClr val="tx1"/>
                </a:solidFill>
                <a:latin typeface="+mn-lt"/>
              </a:defRPr>
            </a:lvl1pPr>
            <a:lvl2pPr marL="0" indent="0">
              <a:spcBef>
                <a:spcPts val="0"/>
              </a:spcBef>
              <a:buFont typeface="Arial" panose="020B0604020202020204" pitchFamily="34" charset="0"/>
              <a:buNone/>
              <a:defRPr sz="700" b="0">
                <a:solidFill>
                  <a:schemeClr val="tx1"/>
                </a:solidFill>
                <a:latin typeface="+mn-lt"/>
              </a:defRPr>
            </a:lvl2pPr>
            <a:lvl3pPr marL="0" indent="0">
              <a:spcBef>
                <a:spcPts val="0"/>
              </a:spcBef>
              <a:buNone/>
              <a:defRPr sz="700" b="0">
                <a:solidFill>
                  <a:schemeClr val="tx1"/>
                </a:solidFill>
                <a:latin typeface="+mn-lt"/>
              </a:defRPr>
            </a:lvl3pPr>
            <a:lvl4pPr marL="0" indent="0">
              <a:spcBef>
                <a:spcPts val="0"/>
              </a:spcBef>
              <a:buNone/>
              <a:defRPr sz="700" b="0">
                <a:solidFill>
                  <a:schemeClr val="tx1"/>
                </a:solidFill>
                <a:latin typeface="+mn-lt"/>
              </a:defRPr>
            </a:lvl4pPr>
            <a:lvl5pPr marL="0" indent="0">
              <a:spcBef>
                <a:spcPts val="0"/>
              </a:spcBef>
              <a:buNone/>
              <a:defRPr sz="700" b="0">
                <a:solidFill>
                  <a:schemeClr val="tx1"/>
                </a:solidFill>
                <a:latin typeface="+mn-lt"/>
              </a:defRPr>
            </a:lvl5pPr>
            <a:lvl6pPr marL="0" indent="0">
              <a:spcBef>
                <a:spcPts val="0"/>
              </a:spcBef>
              <a:buNone/>
              <a:defRPr sz="700" b="0">
                <a:solidFill>
                  <a:schemeClr val="tx1"/>
                </a:solidFill>
                <a:latin typeface="+mn-lt"/>
              </a:defRPr>
            </a:lvl6pPr>
            <a:lvl7pPr marL="0" indent="0">
              <a:spcBef>
                <a:spcPts val="0"/>
              </a:spcBef>
              <a:buNone/>
              <a:defRPr sz="700" b="0">
                <a:solidFill>
                  <a:schemeClr val="tx1"/>
                </a:solidFill>
                <a:latin typeface="+mn-lt"/>
              </a:defRPr>
            </a:lvl7pPr>
            <a:lvl8pPr marL="0" indent="0">
              <a:spcBef>
                <a:spcPts val="0"/>
              </a:spcBef>
              <a:buNone/>
              <a:defRPr sz="700" b="0">
                <a:solidFill>
                  <a:schemeClr val="tx1"/>
                </a:solidFill>
                <a:latin typeface="+mn-lt"/>
              </a:defRPr>
            </a:lvl8pPr>
            <a:lvl9pPr marL="0" indent="0">
              <a:spcBef>
                <a:spcPts val="0"/>
              </a:spcBef>
              <a:buNone/>
              <a:defRPr sz="700" b="0">
                <a:solidFill>
                  <a:schemeClr val="tx1"/>
                </a:solidFill>
                <a:latin typeface="+mn-lt"/>
              </a:defRPr>
            </a:lvl9pPr>
          </a:lstStyle>
          <a:p>
            <a:pPr lvl="0"/>
            <a:r>
              <a:rPr lang="en-US" noProof="0"/>
              <a:t>Click to edit footnote/source</a:t>
            </a:r>
          </a:p>
        </p:txBody>
      </p:sp>
      <p:sp>
        <p:nvSpPr>
          <p:cNvPr id="8" name="Footer Placeholder">
            <a:extLst>
              <a:ext uri="{FF2B5EF4-FFF2-40B4-BE49-F238E27FC236}">
                <a16:creationId xmlns:a16="http://schemas.microsoft.com/office/drawing/2014/main" id="{78DAF8DC-04B4-6F33-FDF5-0EC9726FA829}"/>
              </a:ext>
            </a:extLst>
          </p:cNvPr>
          <p:cNvSpPr>
            <a:spLocks noGrp="1"/>
          </p:cNvSpPr>
          <p:nvPr>
            <p:ph type="ftr" sz="quarter" idx="17"/>
          </p:nvPr>
        </p:nvSpPr>
        <p:spPr bwMode="gray"/>
        <p:txBody>
          <a:bodyPr/>
          <a:lstStyle/>
          <a:p>
            <a:pPr algn="l"/>
            <a:endParaRPr lang="en-US" noProof="0"/>
          </a:p>
        </p:txBody>
      </p:sp>
      <p:sp>
        <p:nvSpPr>
          <p:cNvPr id="10" name="Slide Number Placeholder">
            <a:extLst>
              <a:ext uri="{FF2B5EF4-FFF2-40B4-BE49-F238E27FC236}">
                <a16:creationId xmlns:a16="http://schemas.microsoft.com/office/drawing/2014/main" id="{8CC90698-5AC9-14B7-D67A-08FAA7A9C015}"/>
              </a:ext>
            </a:extLst>
          </p:cNvPr>
          <p:cNvSpPr>
            <a:spLocks noGrp="1"/>
          </p:cNvSpPr>
          <p:nvPr>
            <p:ph type="sldNum" sz="quarter" idx="18"/>
          </p:nvPr>
        </p:nvSpPr>
        <p:spPr bwMode="gray"/>
        <p:txBody>
          <a:bodyPr/>
          <a:lstStyle/>
          <a:p>
            <a:fld id="{1EDD9F3E-8BFD-4E3C-98D1-767322780FDD}" type="slidenum">
              <a:rPr lang="en-US" noProof="0" smtClean="0"/>
              <a:pPr/>
              <a:t>‹#›</a:t>
            </a:fld>
            <a:endParaRPr lang="en-US" noProof="0"/>
          </a:p>
        </p:txBody>
      </p:sp>
      <p:pic>
        <p:nvPicPr>
          <p:cNvPr id="4" name="Logo">
            <a:extLst>
              <a:ext uri="{FF2B5EF4-FFF2-40B4-BE49-F238E27FC236}">
                <a16:creationId xmlns:a16="http://schemas.microsoft.com/office/drawing/2014/main" id="{0268BFFB-23FF-B2EF-20B1-9397D5C51E03}"/>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475495032"/>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 Team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p:txBody>
          <a:bodyPr/>
          <a:lstStyle/>
          <a:p>
            <a:r>
              <a:rPr lang="en-US" noProof="0"/>
              <a:t>Click to edit slide title (maximum two lines)</a:t>
            </a:r>
          </a:p>
        </p:txBody>
      </p:sp>
      <p:sp>
        <p:nvSpPr>
          <p:cNvPr id="8" name="Picture Placeholder 1">
            <a:extLst>
              <a:ext uri="{FF2B5EF4-FFF2-40B4-BE49-F238E27FC236}">
                <a16:creationId xmlns:a16="http://schemas.microsoft.com/office/drawing/2014/main" id="{9DD3A440-1CA9-B6A2-DB83-4AED31D07687}"/>
              </a:ext>
            </a:extLst>
          </p:cNvPr>
          <p:cNvSpPr>
            <a:spLocks noGrp="1"/>
          </p:cNvSpPr>
          <p:nvPr>
            <p:ph type="pic" sz="quarter" idx="15"/>
          </p:nvPr>
        </p:nvSpPr>
        <p:spPr bwMode="gray">
          <a:xfrm>
            <a:off x="551384" y="1844824"/>
            <a:ext cx="2687116"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9" name="Text Placeholder 1">
            <a:extLst>
              <a:ext uri="{FF2B5EF4-FFF2-40B4-BE49-F238E27FC236}">
                <a16:creationId xmlns:a16="http://schemas.microsoft.com/office/drawing/2014/main" id="{021D8988-0F40-25F1-D7E7-AD2B2BD5BED6}"/>
              </a:ext>
            </a:extLst>
          </p:cNvPr>
          <p:cNvSpPr>
            <a:spLocks noGrp="1"/>
          </p:cNvSpPr>
          <p:nvPr>
            <p:ph type="body" sz="quarter" idx="14" hasCustomPrompt="1"/>
          </p:nvPr>
        </p:nvSpPr>
        <p:spPr bwMode="gray">
          <a:xfrm>
            <a:off x="550863" y="4653136"/>
            <a:ext cx="2664000" cy="1404764"/>
          </a:xfrm>
        </p:spPr>
        <p:txBody>
          <a:bodyPr wrap="square">
            <a:no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200"/>
              </a:spcBef>
              <a:buFont typeface="Arial" panose="020B0604020202020204" pitchFamily="34" charset="0"/>
              <a:buNone/>
              <a:defRPr sz="1200" b="0">
                <a:solidFill>
                  <a:schemeClr val="tx1"/>
                </a:solidFill>
                <a:latin typeface="+mn-lt"/>
              </a:defRPr>
            </a:lvl2pPr>
            <a:lvl3pPr marL="0" indent="0">
              <a:spcBef>
                <a:spcPts val="200"/>
              </a:spcBef>
              <a:buNone/>
              <a:defRPr sz="1200" b="0">
                <a:solidFill>
                  <a:schemeClr val="tx1"/>
                </a:solidFill>
                <a:latin typeface="+mn-lt"/>
              </a:defRPr>
            </a:lvl3pPr>
            <a:lvl4pPr marL="0" indent="0">
              <a:spcBef>
                <a:spcPts val="200"/>
              </a:spcBef>
              <a:buNone/>
              <a:defRPr sz="1200" b="0">
                <a:solidFill>
                  <a:schemeClr val="tx1"/>
                </a:solidFill>
                <a:latin typeface="+mn-lt"/>
              </a:defRPr>
            </a:lvl4pPr>
            <a:lvl5pPr marL="0" indent="0">
              <a:spcBef>
                <a:spcPts val="200"/>
              </a:spcBef>
              <a:buNone/>
              <a:defRPr sz="1200" b="0">
                <a:solidFill>
                  <a:schemeClr val="tx1"/>
                </a:solidFill>
                <a:latin typeface="+mn-lt"/>
              </a:defRPr>
            </a:lvl5pPr>
            <a:lvl6pPr marL="0" indent="0">
              <a:spcBef>
                <a:spcPts val="200"/>
              </a:spcBef>
              <a:buNone/>
              <a:defRPr sz="1200" b="0">
                <a:solidFill>
                  <a:schemeClr val="tx1"/>
                </a:solidFill>
                <a:latin typeface="+mn-lt"/>
              </a:defRPr>
            </a:lvl6pPr>
            <a:lvl7pPr marL="0" indent="0">
              <a:spcBef>
                <a:spcPts val="200"/>
              </a:spcBef>
              <a:buNone/>
              <a:defRPr sz="1200" b="0">
                <a:solidFill>
                  <a:schemeClr val="tx1"/>
                </a:solidFill>
                <a:latin typeface="+mn-lt"/>
              </a:defRPr>
            </a:lvl7pPr>
            <a:lvl8pPr marL="0" indent="0">
              <a:spcBef>
                <a:spcPts val="200"/>
              </a:spcBef>
              <a:buNone/>
              <a:defRPr sz="1200" b="0">
                <a:solidFill>
                  <a:schemeClr val="tx1"/>
                </a:solidFill>
                <a:latin typeface="+mn-lt"/>
              </a:defRPr>
            </a:lvl8pPr>
            <a:lvl9pPr marL="0" indent="0">
              <a:spcBef>
                <a:spcPts val="200"/>
              </a:spcBef>
              <a:buNone/>
              <a:defRPr sz="1200" b="0">
                <a:solidFill>
                  <a:schemeClr val="tx1"/>
                </a:solidFill>
                <a:latin typeface="+mn-lt"/>
              </a:defRPr>
            </a:lvl9pPr>
          </a:lstStyle>
          <a:p>
            <a:pPr lvl="0"/>
            <a:r>
              <a:rPr lang="en-US" noProof="0"/>
              <a:t>Click to edit Name Surname</a:t>
            </a:r>
          </a:p>
          <a:p>
            <a:pPr lvl="1"/>
            <a:r>
              <a:rPr lang="en-US" noProof="0"/>
              <a:t>Second level</a:t>
            </a:r>
          </a:p>
        </p:txBody>
      </p:sp>
      <p:sp>
        <p:nvSpPr>
          <p:cNvPr id="11" name="Picture Placeholder 2">
            <a:extLst>
              <a:ext uri="{FF2B5EF4-FFF2-40B4-BE49-F238E27FC236}">
                <a16:creationId xmlns:a16="http://schemas.microsoft.com/office/drawing/2014/main" id="{3BF10AE8-C121-8442-377B-88627C9560A0}"/>
              </a:ext>
            </a:extLst>
          </p:cNvPr>
          <p:cNvSpPr>
            <a:spLocks noGrp="1"/>
          </p:cNvSpPr>
          <p:nvPr>
            <p:ph type="pic" sz="quarter" idx="17"/>
          </p:nvPr>
        </p:nvSpPr>
        <p:spPr bwMode="gray">
          <a:xfrm>
            <a:off x="3359696"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0" name="Text Placeholder 2">
            <a:extLst>
              <a:ext uri="{FF2B5EF4-FFF2-40B4-BE49-F238E27FC236}">
                <a16:creationId xmlns:a16="http://schemas.microsoft.com/office/drawing/2014/main" id="{05885C9B-BDFD-3544-8568-29E1331A42CD}"/>
              </a:ext>
            </a:extLst>
          </p:cNvPr>
          <p:cNvSpPr>
            <a:spLocks noGrp="1"/>
          </p:cNvSpPr>
          <p:nvPr>
            <p:ph type="body" sz="quarter" idx="16" hasCustomPrompt="1"/>
          </p:nvPr>
        </p:nvSpPr>
        <p:spPr bwMode="gray">
          <a:xfrm>
            <a:off x="3359696" y="4653136"/>
            <a:ext cx="2664000" cy="1404764"/>
          </a:xfrm>
        </p:spPr>
        <p:txBody>
          <a:bodyPr wrap="square">
            <a:no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200"/>
              </a:spcBef>
              <a:buFont typeface="Arial" panose="020B0604020202020204" pitchFamily="34" charset="0"/>
              <a:buNone/>
              <a:defRPr sz="1200" b="0">
                <a:solidFill>
                  <a:schemeClr val="tx1"/>
                </a:solidFill>
                <a:latin typeface="+mn-lt"/>
              </a:defRPr>
            </a:lvl2pPr>
            <a:lvl3pPr marL="0" indent="0">
              <a:spcBef>
                <a:spcPts val="200"/>
              </a:spcBef>
              <a:buNone/>
              <a:defRPr sz="1200" b="0">
                <a:solidFill>
                  <a:schemeClr val="tx1"/>
                </a:solidFill>
                <a:latin typeface="+mn-lt"/>
              </a:defRPr>
            </a:lvl3pPr>
            <a:lvl4pPr marL="0" indent="0">
              <a:spcBef>
                <a:spcPts val="200"/>
              </a:spcBef>
              <a:buNone/>
              <a:defRPr sz="1200" b="0">
                <a:solidFill>
                  <a:schemeClr val="tx1"/>
                </a:solidFill>
                <a:latin typeface="+mn-lt"/>
              </a:defRPr>
            </a:lvl4pPr>
            <a:lvl5pPr marL="0" indent="0">
              <a:spcBef>
                <a:spcPts val="200"/>
              </a:spcBef>
              <a:buNone/>
              <a:defRPr sz="1200" b="0">
                <a:solidFill>
                  <a:schemeClr val="tx1"/>
                </a:solidFill>
                <a:latin typeface="+mn-lt"/>
              </a:defRPr>
            </a:lvl5pPr>
            <a:lvl6pPr marL="0" indent="0">
              <a:spcBef>
                <a:spcPts val="200"/>
              </a:spcBef>
              <a:buNone/>
              <a:defRPr sz="1200" b="0">
                <a:solidFill>
                  <a:schemeClr val="tx1"/>
                </a:solidFill>
                <a:latin typeface="+mn-lt"/>
              </a:defRPr>
            </a:lvl6pPr>
            <a:lvl7pPr marL="0" indent="0">
              <a:spcBef>
                <a:spcPts val="200"/>
              </a:spcBef>
              <a:buNone/>
              <a:defRPr sz="1200" b="0">
                <a:solidFill>
                  <a:schemeClr val="tx1"/>
                </a:solidFill>
                <a:latin typeface="+mn-lt"/>
              </a:defRPr>
            </a:lvl7pPr>
            <a:lvl8pPr marL="0" indent="0">
              <a:spcBef>
                <a:spcPts val="200"/>
              </a:spcBef>
              <a:buNone/>
              <a:defRPr sz="1200" b="0">
                <a:solidFill>
                  <a:schemeClr val="tx1"/>
                </a:solidFill>
                <a:latin typeface="+mn-lt"/>
              </a:defRPr>
            </a:lvl8pPr>
            <a:lvl9pPr marL="0" indent="0">
              <a:spcBef>
                <a:spcPts val="200"/>
              </a:spcBef>
              <a:buNone/>
              <a:defRPr sz="1200" b="0">
                <a:solidFill>
                  <a:schemeClr val="tx1"/>
                </a:solidFill>
                <a:latin typeface="+mn-lt"/>
              </a:defRPr>
            </a:lvl9pPr>
          </a:lstStyle>
          <a:p>
            <a:pPr lvl="0"/>
            <a:r>
              <a:rPr lang="en-US" noProof="0"/>
              <a:t>Click to edit Name Surname</a:t>
            </a:r>
          </a:p>
          <a:p>
            <a:pPr lvl="1"/>
            <a:r>
              <a:rPr lang="en-US" noProof="0"/>
              <a:t>Second level</a:t>
            </a:r>
          </a:p>
        </p:txBody>
      </p:sp>
      <p:sp>
        <p:nvSpPr>
          <p:cNvPr id="13" name="Picture Placeholder 3">
            <a:extLst>
              <a:ext uri="{FF2B5EF4-FFF2-40B4-BE49-F238E27FC236}">
                <a16:creationId xmlns:a16="http://schemas.microsoft.com/office/drawing/2014/main" id="{8415ECF1-9C67-32ED-D4D3-DDFE8EE0FA8B}"/>
              </a:ext>
            </a:extLst>
          </p:cNvPr>
          <p:cNvSpPr>
            <a:spLocks noGrp="1"/>
          </p:cNvSpPr>
          <p:nvPr>
            <p:ph type="pic" sz="quarter" idx="19"/>
          </p:nvPr>
        </p:nvSpPr>
        <p:spPr bwMode="gray">
          <a:xfrm>
            <a:off x="6168008"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2" name="Text Placeholder 3">
            <a:extLst>
              <a:ext uri="{FF2B5EF4-FFF2-40B4-BE49-F238E27FC236}">
                <a16:creationId xmlns:a16="http://schemas.microsoft.com/office/drawing/2014/main" id="{39C6BBFC-28AE-9E58-2344-AD9D8C100E16}"/>
              </a:ext>
            </a:extLst>
          </p:cNvPr>
          <p:cNvSpPr>
            <a:spLocks noGrp="1"/>
          </p:cNvSpPr>
          <p:nvPr>
            <p:ph type="body" sz="quarter" idx="18" hasCustomPrompt="1"/>
          </p:nvPr>
        </p:nvSpPr>
        <p:spPr bwMode="gray">
          <a:xfrm>
            <a:off x="6168008" y="4653136"/>
            <a:ext cx="2664000" cy="1404764"/>
          </a:xfrm>
        </p:spPr>
        <p:txBody>
          <a:bodyPr wrap="square">
            <a:no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200"/>
              </a:spcBef>
              <a:buFont typeface="Arial" panose="020B0604020202020204" pitchFamily="34" charset="0"/>
              <a:buNone/>
              <a:defRPr sz="1200" b="0">
                <a:solidFill>
                  <a:schemeClr val="tx1"/>
                </a:solidFill>
                <a:latin typeface="+mn-lt"/>
              </a:defRPr>
            </a:lvl2pPr>
            <a:lvl3pPr marL="0" indent="0">
              <a:spcBef>
                <a:spcPts val="200"/>
              </a:spcBef>
              <a:buNone/>
              <a:defRPr sz="1200" b="0">
                <a:solidFill>
                  <a:schemeClr val="tx1"/>
                </a:solidFill>
                <a:latin typeface="+mn-lt"/>
              </a:defRPr>
            </a:lvl3pPr>
            <a:lvl4pPr marL="0" indent="0">
              <a:spcBef>
                <a:spcPts val="200"/>
              </a:spcBef>
              <a:buNone/>
              <a:defRPr sz="1200" b="0">
                <a:solidFill>
                  <a:schemeClr val="tx1"/>
                </a:solidFill>
                <a:latin typeface="+mn-lt"/>
              </a:defRPr>
            </a:lvl4pPr>
            <a:lvl5pPr marL="0" indent="0">
              <a:spcBef>
                <a:spcPts val="200"/>
              </a:spcBef>
              <a:buNone/>
              <a:defRPr sz="1200" b="0">
                <a:solidFill>
                  <a:schemeClr val="tx1"/>
                </a:solidFill>
                <a:latin typeface="+mn-lt"/>
              </a:defRPr>
            </a:lvl5pPr>
            <a:lvl6pPr marL="0" indent="0">
              <a:spcBef>
                <a:spcPts val="200"/>
              </a:spcBef>
              <a:buNone/>
              <a:defRPr sz="1200" b="0">
                <a:solidFill>
                  <a:schemeClr val="tx1"/>
                </a:solidFill>
                <a:latin typeface="+mn-lt"/>
              </a:defRPr>
            </a:lvl6pPr>
            <a:lvl7pPr marL="0" indent="0">
              <a:spcBef>
                <a:spcPts val="200"/>
              </a:spcBef>
              <a:buNone/>
              <a:defRPr sz="1200" b="0">
                <a:solidFill>
                  <a:schemeClr val="tx1"/>
                </a:solidFill>
                <a:latin typeface="+mn-lt"/>
              </a:defRPr>
            </a:lvl7pPr>
            <a:lvl8pPr marL="0" indent="0">
              <a:spcBef>
                <a:spcPts val="200"/>
              </a:spcBef>
              <a:buNone/>
              <a:defRPr sz="1200" b="0">
                <a:solidFill>
                  <a:schemeClr val="tx1"/>
                </a:solidFill>
                <a:latin typeface="+mn-lt"/>
              </a:defRPr>
            </a:lvl8pPr>
            <a:lvl9pPr marL="0" indent="0">
              <a:spcBef>
                <a:spcPts val="200"/>
              </a:spcBef>
              <a:buNone/>
              <a:defRPr sz="1200" b="0">
                <a:solidFill>
                  <a:schemeClr val="tx1"/>
                </a:solidFill>
                <a:latin typeface="+mn-lt"/>
              </a:defRPr>
            </a:lvl9pPr>
          </a:lstStyle>
          <a:p>
            <a:pPr lvl="0"/>
            <a:r>
              <a:rPr lang="en-US" noProof="0"/>
              <a:t>Click to edit Name Surname</a:t>
            </a:r>
          </a:p>
          <a:p>
            <a:pPr lvl="1"/>
            <a:r>
              <a:rPr lang="en-US" noProof="0"/>
              <a:t>Second level</a:t>
            </a:r>
          </a:p>
        </p:txBody>
      </p:sp>
      <p:sp>
        <p:nvSpPr>
          <p:cNvPr id="15" name="Picture Placeholder 4">
            <a:extLst>
              <a:ext uri="{FF2B5EF4-FFF2-40B4-BE49-F238E27FC236}">
                <a16:creationId xmlns:a16="http://schemas.microsoft.com/office/drawing/2014/main" id="{FE697D5E-1E96-8C69-B935-640772D99716}"/>
              </a:ext>
            </a:extLst>
          </p:cNvPr>
          <p:cNvSpPr>
            <a:spLocks noGrp="1"/>
          </p:cNvSpPr>
          <p:nvPr>
            <p:ph type="pic" sz="quarter" idx="21"/>
          </p:nvPr>
        </p:nvSpPr>
        <p:spPr bwMode="gray">
          <a:xfrm>
            <a:off x="8976320"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4" name="Text Placeholder 4">
            <a:extLst>
              <a:ext uri="{FF2B5EF4-FFF2-40B4-BE49-F238E27FC236}">
                <a16:creationId xmlns:a16="http://schemas.microsoft.com/office/drawing/2014/main" id="{FE99907E-A59A-265E-C3BE-FF36FAD57DBC}"/>
              </a:ext>
            </a:extLst>
          </p:cNvPr>
          <p:cNvSpPr>
            <a:spLocks noGrp="1"/>
          </p:cNvSpPr>
          <p:nvPr>
            <p:ph type="body" sz="quarter" idx="20" hasCustomPrompt="1"/>
          </p:nvPr>
        </p:nvSpPr>
        <p:spPr bwMode="gray">
          <a:xfrm>
            <a:off x="8976320" y="4653136"/>
            <a:ext cx="2664000" cy="1404764"/>
          </a:xfrm>
        </p:spPr>
        <p:txBody>
          <a:bodyPr wrap="square">
            <a:no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200"/>
              </a:spcBef>
              <a:buFont typeface="Arial" panose="020B0604020202020204" pitchFamily="34" charset="0"/>
              <a:buNone/>
              <a:defRPr sz="1200" b="0">
                <a:solidFill>
                  <a:schemeClr val="tx1"/>
                </a:solidFill>
                <a:latin typeface="+mn-lt"/>
              </a:defRPr>
            </a:lvl2pPr>
            <a:lvl3pPr marL="0" indent="0">
              <a:spcBef>
                <a:spcPts val="200"/>
              </a:spcBef>
              <a:buNone/>
              <a:defRPr sz="1200" b="0">
                <a:solidFill>
                  <a:schemeClr val="tx1"/>
                </a:solidFill>
                <a:latin typeface="+mn-lt"/>
              </a:defRPr>
            </a:lvl3pPr>
            <a:lvl4pPr marL="0" indent="0">
              <a:spcBef>
                <a:spcPts val="200"/>
              </a:spcBef>
              <a:buNone/>
              <a:defRPr sz="1200" b="0">
                <a:solidFill>
                  <a:schemeClr val="tx1"/>
                </a:solidFill>
                <a:latin typeface="+mn-lt"/>
              </a:defRPr>
            </a:lvl4pPr>
            <a:lvl5pPr marL="0" indent="0">
              <a:spcBef>
                <a:spcPts val="200"/>
              </a:spcBef>
              <a:buNone/>
              <a:defRPr sz="1200" b="0">
                <a:solidFill>
                  <a:schemeClr val="tx1"/>
                </a:solidFill>
                <a:latin typeface="+mn-lt"/>
              </a:defRPr>
            </a:lvl5pPr>
            <a:lvl6pPr marL="0" indent="0">
              <a:spcBef>
                <a:spcPts val="200"/>
              </a:spcBef>
              <a:buNone/>
              <a:defRPr sz="1200" b="0">
                <a:solidFill>
                  <a:schemeClr val="tx1"/>
                </a:solidFill>
                <a:latin typeface="+mn-lt"/>
              </a:defRPr>
            </a:lvl6pPr>
            <a:lvl7pPr marL="0" indent="0">
              <a:spcBef>
                <a:spcPts val="200"/>
              </a:spcBef>
              <a:buNone/>
              <a:defRPr sz="1200" b="0">
                <a:solidFill>
                  <a:schemeClr val="tx1"/>
                </a:solidFill>
                <a:latin typeface="+mn-lt"/>
              </a:defRPr>
            </a:lvl7pPr>
            <a:lvl8pPr marL="0" indent="0">
              <a:spcBef>
                <a:spcPts val="200"/>
              </a:spcBef>
              <a:buNone/>
              <a:defRPr sz="1200" b="0">
                <a:solidFill>
                  <a:schemeClr val="tx1"/>
                </a:solidFill>
                <a:latin typeface="+mn-lt"/>
              </a:defRPr>
            </a:lvl8pPr>
            <a:lvl9pPr marL="0" indent="0">
              <a:spcBef>
                <a:spcPts val="200"/>
              </a:spcBef>
              <a:buNone/>
              <a:defRPr sz="1200" b="0">
                <a:solidFill>
                  <a:schemeClr val="tx1"/>
                </a:solidFill>
                <a:latin typeface="+mn-lt"/>
              </a:defRPr>
            </a:lvl9pPr>
          </a:lstStyle>
          <a:p>
            <a:pPr lvl="0"/>
            <a:r>
              <a:rPr lang="en-US" noProof="0"/>
              <a:t>Click to edit Name Surname</a:t>
            </a:r>
          </a:p>
          <a:p>
            <a:pPr lvl="1"/>
            <a:r>
              <a:rPr lang="en-US" noProof="0"/>
              <a:t>Second level</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3F156D71-E0B5-D6E1-661C-545C3C90E20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1723011515"/>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40">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End slide 1">
    <p:spTree>
      <p:nvGrpSpPr>
        <p:cNvPr id="1" name=""/>
        <p:cNvGrpSpPr/>
        <p:nvPr/>
      </p:nvGrpSpPr>
      <p:grpSpPr>
        <a:xfrm>
          <a:off x="0" y="0"/>
          <a:ext cx="0" cy="0"/>
          <a:chOff x="0" y="0"/>
          <a:chExt cx="0" cy="0"/>
        </a:xfrm>
      </p:grpSpPr>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
        <p:nvSpPr>
          <p:cNvPr id="6" name="Title 1">
            <a:extLst>
              <a:ext uri="{FF2B5EF4-FFF2-40B4-BE49-F238E27FC236}">
                <a16:creationId xmlns:a16="http://schemas.microsoft.com/office/drawing/2014/main" id="{079F1196-D343-C4C6-E6C1-04811483641A}"/>
              </a:ext>
            </a:extLst>
          </p:cNvPr>
          <p:cNvSpPr>
            <a:spLocks noGrp="1"/>
          </p:cNvSpPr>
          <p:nvPr>
            <p:ph type="title" hasCustomPrompt="1"/>
          </p:nvPr>
        </p:nvSpPr>
        <p:spPr bwMode="gray">
          <a:xfrm>
            <a:off x="551384" y="747514"/>
            <a:ext cx="10440000" cy="3687997"/>
          </a:xfrm>
        </p:spPr>
        <p:txBody>
          <a:bodyPr/>
          <a:lstStyle>
            <a:lvl1pPr>
              <a:lnSpc>
                <a:spcPct val="83000"/>
              </a:lnSpc>
              <a:defRPr sz="9600" spc="-60" baseline="0">
                <a:solidFill>
                  <a:schemeClr val="tx1"/>
                </a:solidFill>
              </a:defRPr>
            </a:lvl1pPr>
          </a:lstStyle>
          <a:p>
            <a:r>
              <a:rPr lang="en-US" noProof="0"/>
              <a:t>Click to edit closing statement (max. three lines)</a:t>
            </a:r>
          </a:p>
        </p:txBody>
      </p:sp>
      <p:sp>
        <p:nvSpPr>
          <p:cNvPr id="7" name="Text Placeholder 1">
            <a:extLst>
              <a:ext uri="{FF2B5EF4-FFF2-40B4-BE49-F238E27FC236}">
                <a16:creationId xmlns:a16="http://schemas.microsoft.com/office/drawing/2014/main" id="{C7C11606-5708-5AF1-A745-7C48C9431855}"/>
              </a:ext>
            </a:extLst>
          </p:cNvPr>
          <p:cNvSpPr>
            <a:spLocks noGrp="1"/>
          </p:cNvSpPr>
          <p:nvPr>
            <p:ph type="body" sz="quarter" idx="13" hasCustomPrompt="1"/>
          </p:nvPr>
        </p:nvSpPr>
        <p:spPr bwMode="gray">
          <a:xfrm>
            <a:off x="8112224" y="4508884"/>
            <a:ext cx="3528000" cy="764312"/>
          </a:xfrm>
        </p:spPr>
        <p:txBody>
          <a:bodyPr wrap="square">
            <a:spAutoFit/>
          </a:bodyPr>
          <a:lstStyle>
            <a:lvl1pPr marL="0" indent="0">
              <a:spcBef>
                <a:spcPts val="0"/>
              </a:spcBef>
              <a:buFont typeface="Arial" panose="020B0604020202020204" pitchFamily="34" charset="0"/>
              <a:buNone/>
              <a:defRPr sz="2400" b="1">
                <a:solidFill>
                  <a:schemeClr val="tx1"/>
                </a:solidFill>
                <a:latin typeface="+mj-lt"/>
              </a:defRPr>
            </a:lvl1pPr>
            <a:lvl2pPr marL="0" indent="0">
              <a:spcBef>
                <a:spcPts val="200"/>
              </a:spcBef>
              <a:buFont typeface="Arial" panose="020B0604020202020204" pitchFamily="34" charset="0"/>
              <a:buNone/>
              <a:defRPr sz="2400" b="0">
                <a:solidFill>
                  <a:schemeClr val="tx1"/>
                </a:solidFill>
                <a:latin typeface="+mn-lt"/>
              </a:defRPr>
            </a:lvl2pPr>
            <a:lvl3pPr marL="0" indent="0">
              <a:spcBef>
                <a:spcPts val="200"/>
              </a:spcBef>
              <a:buNone/>
              <a:defRPr sz="2400" b="0">
                <a:solidFill>
                  <a:schemeClr val="tx1"/>
                </a:solidFill>
                <a:latin typeface="+mn-lt"/>
              </a:defRPr>
            </a:lvl3pPr>
            <a:lvl4pPr marL="0" indent="0">
              <a:spcBef>
                <a:spcPts val="200"/>
              </a:spcBef>
              <a:buNone/>
              <a:defRPr sz="2400" b="0">
                <a:solidFill>
                  <a:schemeClr val="tx1"/>
                </a:solidFill>
                <a:latin typeface="+mn-lt"/>
              </a:defRPr>
            </a:lvl4pPr>
            <a:lvl5pPr marL="0" indent="0">
              <a:spcBef>
                <a:spcPts val="200"/>
              </a:spcBef>
              <a:buNone/>
              <a:defRPr sz="2400" b="0">
                <a:solidFill>
                  <a:schemeClr val="tx1"/>
                </a:solidFill>
                <a:latin typeface="+mn-lt"/>
              </a:defRPr>
            </a:lvl5pPr>
            <a:lvl6pPr marL="0" indent="0">
              <a:spcBef>
                <a:spcPts val="200"/>
              </a:spcBef>
              <a:buNone/>
              <a:defRPr sz="2400" b="0">
                <a:solidFill>
                  <a:schemeClr val="tx1"/>
                </a:solidFill>
                <a:latin typeface="+mn-lt"/>
              </a:defRPr>
            </a:lvl6pPr>
            <a:lvl7pPr marL="0" indent="0">
              <a:spcBef>
                <a:spcPts val="200"/>
              </a:spcBef>
              <a:buNone/>
              <a:defRPr sz="2400" b="0">
                <a:solidFill>
                  <a:schemeClr val="tx1"/>
                </a:solidFill>
                <a:latin typeface="+mn-lt"/>
              </a:defRPr>
            </a:lvl7pPr>
            <a:lvl8pPr marL="0" indent="0">
              <a:spcBef>
                <a:spcPts val="200"/>
              </a:spcBef>
              <a:buNone/>
              <a:defRPr sz="2400" b="0">
                <a:solidFill>
                  <a:schemeClr val="tx1"/>
                </a:solidFill>
                <a:latin typeface="+mn-lt"/>
              </a:defRPr>
            </a:lvl8pPr>
            <a:lvl9pPr marL="0" indent="0">
              <a:spcBef>
                <a:spcPts val="200"/>
              </a:spcBef>
              <a:buNone/>
              <a:defRPr sz="2400" b="0">
                <a:solidFill>
                  <a:schemeClr val="tx1"/>
                </a:solidFill>
                <a:latin typeface="+mn-lt"/>
              </a:defRPr>
            </a:lvl9pPr>
          </a:lstStyle>
          <a:p>
            <a:pPr lvl="0"/>
            <a:r>
              <a:rPr lang="en-US" noProof="0"/>
              <a:t>Click to edit text</a:t>
            </a:r>
          </a:p>
          <a:p>
            <a:pPr lvl="1"/>
            <a:r>
              <a:rPr lang="en-US" noProof="0"/>
              <a:t>Second level</a:t>
            </a:r>
          </a:p>
        </p:txBody>
      </p:sp>
      <p:pic>
        <p:nvPicPr>
          <p:cNvPr id="8" name="Gradient background">
            <a:extLst>
              <a:ext uri="{FF2B5EF4-FFF2-40B4-BE49-F238E27FC236}">
                <a16:creationId xmlns:a16="http://schemas.microsoft.com/office/drawing/2014/main" id="{C5FA1B03-9A8B-0B3A-DF97-DDA924BDB59D}"/>
              </a:ext>
            </a:extLst>
          </p:cNvPr>
          <p:cNvPicPr>
            <a:picLocks/>
          </p:cNvPicPr>
          <p:nvPr userDrawn="1"/>
        </p:nvPicPr>
        <p:blipFill>
          <a:blip>
            <a:extLst>
              <a:ext uri="{96DAC541-7B7A-43D3-8B79-37D633B846F1}">
                <asvg:svgBlip xmlns:asvg="http://schemas.microsoft.com/office/drawing/2016/SVG/main" r:embed="rId3"/>
              </a:ext>
            </a:extLst>
          </a:blip>
          <a:srcRect l="83735" t="784" r="487" b="784"/>
          <a:stretch>
            <a:fillRect/>
          </a:stretch>
        </p:blipFill>
        <p:spPr bwMode="hidden">
          <a:xfrm>
            <a:off x="11641138" y="1"/>
            <a:ext cx="555184" cy="6858000"/>
          </a:xfrm>
          <a:prstGeom prst="rect">
            <a:avLst/>
          </a:prstGeom>
        </p:spPr>
      </p:pic>
    </p:spTree>
    <p:extLst>
      <p:ext uri="{BB962C8B-B14F-4D97-AF65-F5344CB8AC3E}">
        <p14:creationId xmlns:p14="http://schemas.microsoft.com/office/powerpoint/2010/main" val="2083572051"/>
      </p:ext>
    </p:extLst>
  </p:cSld>
  <p:clrMapOvr>
    <a:masterClrMapping/>
  </p:clrMapOvr>
  <p:extLst>
    <p:ext uri="{DCECCB84-F9BA-43D5-87BE-67443E8EF086}">
      <p15:sldGuideLst xmlns:p15="http://schemas.microsoft.com/office/powerpoint/2012/main">
        <p15:guide id="10" pos="6924">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End slid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747514"/>
            <a:ext cx="10440000" cy="3687997"/>
          </a:xfrm>
        </p:spPr>
        <p:txBody>
          <a:bodyPr/>
          <a:lstStyle>
            <a:lvl1pPr>
              <a:lnSpc>
                <a:spcPct val="83000"/>
              </a:lnSpc>
              <a:defRPr sz="9600" spc="-60" baseline="0">
                <a:solidFill>
                  <a:schemeClr val="tx1"/>
                </a:solidFill>
              </a:defRPr>
            </a:lvl1pPr>
          </a:lstStyle>
          <a:p>
            <a:r>
              <a:rPr lang="en-US" noProof="0"/>
              <a:t>Click to edit closing statement (max. three lines)</a:t>
            </a:r>
          </a:p>
        </p:txBody>
      </p:sp>
      <p:sp>
        <p:nvSpPr>
          <p:cNvPr id="8" name="Text Placeholder 1">
            <a:extLst>
              <a:ext uri="{FF2B5EF4-FFF2-40B4-BE49-F238E27FC236}">
                <a16:creationId xmlns:a16="http://schemas.microsoft.com/office/drawing/2014/main" id="{D5EBA909-1CBA-C07A-6241-B3E5C730CCA3}"/>
              </a:ext>
            </a:extLst>
          </p:cNvPr>
          <p:cNvSpPr>
            <a:spLocks noGrp="1"/>
          </p:cNvSpPr>
          <p:nvPr>
            <p:ph type="body" sz="quarter" idx="13" hasCustomPrompt="1"/>
          </p:nvPr>
        </p:nvSpPr>
        <p:spPr bwMode="gray">
          <a:xfrm>
            <a:off x="8112224" y="4508884"/>
            <a:ext cx="3528000" cy="764312"/>
          </a:xfrm>
        </p:spPr>
        <p:txBody>
          <a:bodyPr wrap="square">
            <a:spAutoFit/>
          </a:bodyPr>
          <a:lstStyle>
            <a:lvl1pPr marL="0" indent="0">
              <a:spcBef>
                <a:spcPts val="0"/>
              </a:spcBef>
              <a:buFont typeface="Arial" panose="020B0604020202020204" pitchFamily="34" charset="0"/>
              <a:buNone/>
              <a:defRPr sz="2400" b="1">
                <a:solidFill>
                  <a:schemeClr val="tx1"/>
                </a:solidFill>
                <a:latin typeface="+mj-lt"/>
              </a:defRPr>
            </a:lvl1pPr>
            <a:lvl2pPr marL="0" indent="0">
              <a:spcBef>
                <a:spcPts val="200"/>
              </a:spcBef>
              <a:buFont typeface="Arial" panose="020B0604020202020204" pitchFamily="34" charset="0"/>
              <a:buNone/>
              <a:defRPr sz="2400" b="0">
                <a:solidFill>
                  <a:schemeClr val="tx1"/>
                </a:solidFill>
                <a:latin typeface="+mn-lt"/>
              </a:defRPr>
            </a:lvl2pPr>
            <a:lvl3pPr marL="0" indent="0">
              <a:spcBef>
                <a:spcPts val="200"/>
              </a:spcBef>
              <a:buNone/>
              <a:defRPr sz="2400" b="0">
                <a:solidFill>
                  <a:schemeClr val="tx1"/>
                </a:solidFill>
                <a:latin typeface="+mn-lt"/>
              </a:defRPr>
            </a:lvl3pPr>
            <a:lvl4pPr marL="0" indent="0">
              <a:spcBef>
                <a:spcPts val="200"/>
              </a:spcBef>
              <a:buNone/>
              <a:defRPr sz="2400" b="0">
                <a:solidFill>
                  <a:schemeClr val="tx1"/>
                </a:solidFill>
                <a:latin typeface="+mn-lt"/>
              </a:defRPr>
            </a:lvl4pPr>
            <a:lvl5pPr marL="0" indent="0">
              <a:spcBef>
                <a:spcPts val="200"/>
              </a:spcBef>
              <a:buNone/>
              <a:defRPr sz="2400" b="0">
                <a:solidFill>
                  <a:schemeClr val="tx1"/>
                </a:solidFill>
                <a:latin typeface="+mn-lt"/>
              </a:defRPr>
            </a:lvl5pPr>
            <a:lvl6pPr marL="0" indent="0">
              <a:spcBef>
                <a:spcPts val="200"/>
              </a:spcBef>
              <a:buNone/>
              <a:defRPr sz="2400" b="0">
                <a:solidFill>
                  <a:schemeClr val="tx1"/>
                </a:solidFill>
                <a:latin typeface="+mn-lt"/>
              </a:defRPr>
            </a:lvl6pPr>
            <a:lvl7pPr marL="0" indent="0">
              <a:spcBef>
                <a:spcPts val="200"/>
              </a:spcBef>
              <a:buNone/>
              <a:defRPr sz="2400" b="0">
                <a:solidFill>
                  <a:schemeClr val="tx1"/>
                </a:solidFill>
                <a:latin typeface="+mn-lt"/>
              </a:defRPr>
            </a:lvl7pPr>
            <a:lvl8pPr marL="0" indent="0">
              <a:spcBef>
                <a:spcPts val="200"/>
              </a:spcBef>
              <a:buNone/>
              <a:defRPr sz="2400" b="0">
                <a:solidFill>
                  <a:schemeClr val="tx1"/>
                </a:solidFill>
                <a:latin typeface="+mn-lt"/>
              </a:defRPr>
            </a:lvl8pPr>
            <a:lvl9pPr marL="0" indent="0">
              <a:spcBef>
                <a:spcPts val="200"/>
              </a:spcBef>
              <a:buNone/>
              <a:defRPr sz="2400" b="0">
                <a:solidFill>
                  <a:schemeClr val="tx1"/>
                </a:solidFill>
                <a:latin typeface="+mn-lt"/>
              </a:defRPr>
            </a:lvl9pPr>
          </a:lstStyle>
          <a:p>
            <a:pPr lvl="0"/>
            <a:r>
              <a:rPr lang="en-US" noProof="0"/>
              <a:t>Click to edit text</a:t>
            </a:r>
          </a:p>
          <a:p>
            <a:pPr lvl="1"/>
            <a:r>
              <a:rPr lang="en-US" noProof="0"/>
              <a:t>Second level</a:t>
            </a:r>
          </a:p>
        </p:txBody>
      </p:sp>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pic>
        <p:nvPicPr>
          <p:cNvPr id="4" name="Graphic 3">
            <a:extLst>
              <a:ext uri="{FF2B5EF4-FFF2-40B4-BE49-F238E27FC236}">
                <a16:creationId xmlns:a16="http://schemas.microsoft.com/office/drawing/2014/main" id="{B592B1CA-9888-E4D0-38AA-72644C82C180}"/>
              </a:ext>
            </a:extLst>
          </p:cNvPr>
          <p:cNvPicPr>
            <a:picLocks noChangeAspect="1"/>
          </p:cNvPicPr>
          <p:nvPr userDrawn="1"/>
        </p:nvPicPr>
        <p:blipFill>
          <a:blip>
            <a:extLst>
              <a:ext uri="{96DAC541-7B7A-43D3-8B79-37D633B846F1}">
                <asvg:svgBlip xmlns:asvg="http://schemas.microsoft.com/office/drawing/2016/SVG/main" r:embed="rId3"/>
              </a:ext>
            </a:extLst>
          </a:blip>
          <a:srcRect r="90878"/>
          <a:stretch>
            <a:fillRect/>
          </a:stretch>
        </p:blipFill>
        <p:spPr>
          <a:xfrm flipH="1">
            <a:off x="11641138" y="0"/>
            <a:ext cx="558232" cy="6858000"/>
          </a:xfrm>
          <a:prstGeom prst="rect">
            <a:avLst/>
          </a:prstGeom>
        </p:spPr>
      </p:pic>
    </p:spTree>
    <p:extLst>
      <p:ext uri="{BB962C8B-B14F-4D97-AF65-F5344CB8AC3E}">
        <p14:creationId xmlns:p14="http://schemas.microsoft.com/office/powerpoint/2010/main" val="1528761967"/>
      </p:ext>
    </p:extLst>
  </p:cSld>
  <p:clrMapOvr>
    <a:masterClrMapping/>
  </p:clrMapOvr>
  <p:extLst>
    <p:ext uri="{DCECCB84-F9BA-43D5-87BE-67443E8EF086}">
      <p15:sldGuideLst xmlns:p15="http://schemas.microsoft.com/office/powerpoint/2012/main">
        <p15:guide id="10" pos="6924">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End slide 3">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3AEE5160-7157-FD00-72DD-B0C1659617EE}"/>
              </a:ext>
            </a:extLst>
          </p:cNvPr>
          <p:cNvSpPr>
            <a:spLocks noGrp="1"/>
          </p:cNvSpPr>
          <p:nvPr>
            <p:ph type="pic" sz="quarter" idx="14"/>
          </p:nvPr>
        </p:nvSpPr>
        <p:spPr>
          <a:xfrm>
            <a:off x="0" y="0"/>
            <a:ext cx="12192000" cy="6858000"/>
          </a:xfrm>
        </p:spPr>
        <p:txBody>
          <a:bodyPr/>
          <a:lstStyle/>
          <a:p>
            <a:r>
              <a:rPr lang="ja-JP" altLang="en-US"/>
              <a:t>アイコンをクリックして図を追加</a:t>
            </a:r>
            <a:endParaRPr lang="en-US"/>
          </a:p>
        </p:txBody>
      </p:sp>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
        <p:nvSpPr>
          <p:cNvPr id="6" name="Title 1">
            <a:extLst>
              <a:ext uri="{FF2B5EF4-FFF2-40B4-BE49-F238E27FC236}">
                <a16:creationId xmlns:a16="http://schemas.microsoft.com/office/drawing/2014/main" id="{77ABF2EA-E0E1-5E97-F9DF-0A25325C64AD}"/>
              </a:ext>
            </a:extLst>
          </p:cNvPr>
          <p:cNvSpPr>
            <a:spLocks noGrp="1"/>
          </p:cNvSpPr>
          <p:nvPr>
            <p:ph type="title" hasCustomPrompt="1"/>
          </p:nvPr>
        </p:nvSpPr>
        <p:spPr bwMode="gray">
          <a:xfrm>
            <a:off x="551384" y="747514"/>
            <a:ext cx="10440000" cy="3687997"/>
          </a:xfrm>
        </p:spPr>
        <p:txBody>
          <a:bodyPr/>
          <a:lstStyle>
            <a:lvl1pPr>
              <a:lnSpc>
                <a:spcPct val="83000"/>
              </a:lnSpc>
              <a:defRPr sz="9600" spc="-60" baseline="0">
                <a:solidFill>
                  <a:schemeClr val="tx1"/>
                </a:solidFill>
              </a:defRPr>
            </a:lvl1pPr>
          </a:lstStyle>
          <a:p>
            <a:r>
              <a:rPr lang="en-US" noProof="0"/>
              <a:t>Click to edit closing statement (max. three lines)</a:t>
            </a:r>
          </a:p>
        </p:txBody>
      </p:sp>
      <p:sp>
        <p:nvSpPr>
          <p:cNvPr id="7" name="Text Placeholder 1">
            <a:extLst>
              <a:ext uri="{FF2B5EF4-FFF2-40B4-BE49-F238E27FC236}">
                <a16:creationId xmlns:a16="http://schemas.microsoft.com/office/drawing/2014/main" id="{A238B284-6E1F-DB98-291C-B688B697E41D}"/>
              </a:ext>
            </a:extLst>
          </p:cNvPr>
          <p:cNvSpPr>
            <a:spLocks noGrp="1"/>
          </p:cNvSpPr>
          <p:nvPr>
            <p:ph type="body" sz="quarter" idx="13" hasCustomPrompt="1"/>
          </p:nvPr>
        </p:nvSpPr>
        <p:spPr bwMode="gray">
          <a:xfrm>
            <a:off x="8112224" y="4508884"/>
            <a:ext cx="3528000" cy="764312"/>
          </a:xfrm>
        </p:spPr>
        <p:txBody>
          <a:bodyPr wrap="square">
            <a:spAutoFit/>
          </a:bodyPr>
          <a:lstStyle>
            <a:lvl1pPr marL="0" indent="0">
              <a:spcBef>
                <a:spcPts val="0"/>
              </a:spcBef>
              <a:buFont typeface="Arial" panose="020B0604020202020204" pitchFamily="34" charset="0"/>
              <a:buNone/>
              <a:defRPr sz="2400" b="1">
                <a:solidFill>
                  <a:schemeClr val="tx1"/>
                </a:solidFill>
                <a:latin typeface="+mj-lt"/>
              </a:defRPr>
            </a:lvl1pPr>
            <a:lvl2pPr marL="0" indent="0">
              <a:spcBef>
                <a:spcPts val="200"/>
              </a:spcBef>
              <a:buFont typeface="Arial" panose="020B0604020202020204" pitchFamily="34" charset="0"/>
              <a:buNone/>
              <a:defRPr sz="2400" b="0">
                <a:solidFill>
                  <a:schemeClr val="tx1"/>
                </a:solidFill>
                <a:latin typeface="+mn-lt"/>
              </a:defRPr>
            </a:lvl2pPr>
            <a:lvl3pPr marL="0" indent="0">
              <a:spcBef>
                <a:spcPts val="200"/>
              </a:spcBef>
              <a:buNone/>
              <a:defRPr sz="2400" b="0">
                <a:solidFill>
                  <a:schemeClr val="tx1"/>
                </a:solidFill>
                <a:latin typeface="+mn-lt"/>
              </a:defRPr>
            </a:lvl3pPr>
            <a:lvl4pPr marL="0" indent="0">
              <a:spcBef>
                <a:spcPts val="200"/>
              </a:spcBef>
              <a:buNone/>
              <a:defRPr sz="2400" b="0">
                <a:solidFill>
                  <a:schemeClr val="tx1"/>
                </a:solidFill>
                <a:latin typeface="+mn-lt"/>
              </a:defRPr>
            </a:lvl4pPr>
            <a:lvl5pPr marL="0" indent="0">
              <a:spcBef>
                <a:spcPts val="200"/>
              </a:spcBef>
              <a:buNone/>
              <a:defRPr sz="2400" b="0">
                <a:solidFill>
                  <a:schemeClr val="tx1"/>
                </a:solidFill>
                <a:latin typeface="+mn-lt"/>
              </a:defRPr>
            </a:lvl5pPr>
            <a:lvl6pPr marL="0" indent="0">
              <a:spcBef>
                <a:spcPts val="200"/>
              </a:spcBef>
              <a:buNone/>
              <a:defRPr sz="2400" b="0">
                <a:solidFill>
                  <a:schemeClr val="tx1"/>
                </a:solidFill>
                <a:latin typeface="+mn-lt"/>
              </a:defRPr>
            </a:lvl6pPr>
            <a:lvl7pPr marL="0" indent="0">
              <a:spcBef>
                <a:spcPts val="200"/>
              </a:spcBef>
              <a:buNone/>
              <a:defRPr sz="2400" b="0">
                <a:solidFill>
                  <a:schemeClr val="tx1"/>
                </a:solidFill>
                <a:latin typeface="+mn-lt"/>
              </a:defRPr>
            </a:lvl7pPr>
            <a:lvl8pPr marL="0" indent="0">
              <a:spcBef>
                <a:spcPts val="200"/>
              </a:spcBef>
              <a:buNone/>
              <a:defRPr sz="2400" b="0">
                <a:solidFill>
                  <a:schemeClr val="tx1"/>
                </a:solidFill>
                <a:latin typeface="+mn-lt"/>
              </a:defRPr>
            </a:lvl8pPr>
            <a:lvl9pPr marL="0" indent="0">
              <a:spcBef>
                <a:spcPts val="200"/>
              </a:spcBef>
              <a:buNone/>
              <a:defRPr sz="2400" b="0">
                <a:solidFill>
                  <a:schemeClr val="tx1"/>
                </a:solidFill>
                <a:latin typeface="+mn-lt"/>
              </a:defRPr>
            </a:lvl9pPr>
          </a:lstStyle>
          <a:p>
            <a:pPr lvl="0"/>
            <a:r>
              <a:rPr lang="en-US" noProof="0"/>
              <a:t>Click to edit text</a:t>
            </a:r>
          </a:p>
          <a:p>
            <a:pPr lvl="1"/>
            <a:r>
              <a:rPr lang="en-US" noProof="0"/>
              <a:t>Second level</a:t>
            </a:r>
          </a:p>
        </p:txBody>
      </p:sp>
      <p:pic>
        <p:nvPicPr>
          <p:cNvPr id="2" name="Gradient background">
            <a:extLst>
              <a:ext uri="{FF2B5EF4-FFF2-40B4-BE49-F238E27FC236}">
                <a16:creationId xmlns:a16="http://schemas.microsoft.com/office/drawing/2014/main" id="{71B56941-9CB9-1B31-EE5C-90530DC68040}"/>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a:fillRect/>
          </a:stretch>
        </p:blipFill>
        <p:spPr bwMode="hidden">
          <a:xfrm>
            <a:off x="11641138" y="0"/>
            <a:ext cx="555184" cy="6858000"/>
          </a:xfrm>
          <a:prstGeom prst="rect">
            <a:avLst/>
          </a:prstGeom>
        </p:spPr>
      </p:pic>
    </p:spTree>
    <p:extLst>
      <p:ext uri="{BB962C8B-B14F-4D97-AF65-F5344CB8AC3E}">
        <p14:creationId xmlns:p14="http://schemas.microsoft.com/office/powerpoint/2010/main" val="44997657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Q&amp;A">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953C5D2-2DA0-43FA-4736-78C3F7AAAC1F}"/>
              </a:ext>
            </a:extLst>
          </p:cNvPr>
          <p:cNvSpPr/>
          <p:nvPr userDrawn="1"/>
        </p:nvSpPr>
        <p:spPr>
          <a:xfrm>
            <a:off x="1076" y="0"/>
            <a:ext cx="12190923" cy="6858000"/>
          </a:xfrm>
          <a:prstGeom prst="rect">
            <a:avLst/>
          </a:prstGeom>
          <a:solidFill>
            <a:schemeClr val="bg2"/>
          </a:solid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err="1"/>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915" y="745103"/>
            <a:ext cx="10440000" cy="1226170"/>
          </a:xfrm>
        </p:spPr>
        <p:txBody>
          <a:bodyPr/>
          <a:lstStyle>
            <a:lvl1pPr>
              <a:lnSpc>
                <a:spcPct val="83000"/>
              </a:lnSpc>
              <a:defRPr sz="9600" spc="-60" baseline="0">
                <a:solidFill>
                  <a:schemeClr val="tx1"/>
                </a:solidFill>
              </a:defRPr>
            </a:lvl1pPr>
          </a:lstStyle>
          <a:p>
            <a:r>
              <a:rPr lang="en-US" noProof="0"/>
              <a:t>Q&amp;A</a:t>
            </a:r>
          </a:p>
        </p:txBody>
      </p:sp>
      <p:sp>
        <p:nvSpPr>
          <p:cNvPr id="8" name="Text Placeholder 1">
            <a:extLst>
              <a:ext uri="{FF2B5EF4-FFF2-40B4-BE49-F238E27FC236}">
                <a16:creationId xmlns:a16="http://schemas.microsoft.com/office/drawing/2014/main" id="{D5EBA909-1CBA-C07A-6241-B3E5C730CCA3}"/>
              </a:ext>
            </a:extLst>
          </p:cNvPr>
          <p:cNvSpPr>
            <a:spLocks noGrp="1"/>
          </p:cNvSpPr>
          <p:nvPr>
            <p:ph type="body" sz="quarter" idx="13" hasCustomPrompt="1"/>
          </p:nvPr>
        </p:nvSpPr>
        <p:spPr bwMode="gray">
          <a:xfrm>
            <a:off x="551394" y="2872882"/>
            <a:ext cx="3528000" cy="764312"/>
          </a:xfrm>
        </p:spPr>
        <p:txBody>
          <a:bodyPr wrap="square">
            <a:spAutoFit/>
          </a:bodyPr>
          <a:lstStyle>
            <a:lvl1pPr marL="0" indent="0">
              <a:spcBef>
                <a:spcPts val="0"/>
              </a:spcBef>
              <a:buFont typeface="Arial" panose="020B0604020202020204" pitchFamily="34" charset="0"/>
              <a:buNone/>
              <a:defRPr sz="2400" b="1">
                <a:solidFill>
                  <a:schemeClr val="tx1"/>
                </a:solidFill>
                <a:latin typeface="+mj-lt"/>
              </a:defRPr>
            </a:lvl1pPr>
            <a:lvl2pPr marL="0" indent="0">
              <a:spcBef>
                <a:spcPts val="200"/>
              </a:spcBef>
              <a:buFont typeface="Arial" panose="020B0604020202020204" pitchFamily="34" charset="0"/>
              <a:buNone/>
              <a:defRPr sz="2400" b="0">
                <a:solidFill>
                  <a:schemeClr val="tx1"/>
                </a:solidFill>
                <a:latin typeface="+mn-lt"/>
              </a:defRPr>
            </a:lvl2pPr>
            <a:lvl3pPr marL="0" indent="0">
              <a:spcBef>
                <a:spcPts val="200"/>
              </a:spcBef>
              <a:buNone/>
              <a:defRPr sz="2400" b="0">
                <a:solidFill>
                  <a:schemeClr val="tx1"/>
                </a:solidFill>
                <a:latin typeface="+mn-lt"/>
              </a:defRPr>
            </a:lvl3pPr>
            <a:lvl4pPr marL="0" indent="0">
              <a:spcBef>
                <a:spcPts val="200"/>
              </a:spcBef>
              <a:buNone/>
              <a:defRPr sz="2400" b="0">
                <a:solidFill>
                  <a:schemeClr val="tx1"/>
                </a:solidFill>
                <a:latin typeface="+mn-lt"/>
              </a:defRPr>
            </a:lvl4pPr>
            <a:lvl5pPr marL="0" indent="0">
              <a:spcBef>
                <a:spcPts val="200"/>
              </a:spcBef>
              <a:buNone/>
              <a:defRPr sz="2400" b="0">
                <a:solidFill>
                  <a:schemeClr val="tx1"/>
                </a:solidFill>
                <a:latin typeface="+mn-lt"/>
              </a:defRPr>
            </a:lvl5pPr>
            <a:lvl6pPr marL="0" indent="0">
              <a:spcBef>
                <a:spcPts val="200"/>
              </a:spcBef>
              <a:buNone/>
              <a:defRPr sz="2400" b="0">
                <a:solidFill>
                  <a:schemeClr val="tx1"/>
                </a:solidFill>
                <a:latin typeface="+mn-lt"/>
              </a:defRPr>
            </a:lvl6pPr>
            <a:lvl7pPr marL="0" indent="0">
              <a:spcBef>
                <a:spcPts val="200"/>
              </a:spcBef>
              <a:buNone/>
              <a:defRPr sz="2400" b="0">
                <a:solidFill>
                  <a:schemeClr val="tx1"/>
                </a:solidFill>
                <a:latin typeface="+mn-lt"/>
              </a:defRPr>
            </a:lvl7pPr>
            <a:lvl8pPr marL="0" indent="0">
              <a:spcBef>
                <a:spcPts val="200"/>
              </a:spcBef>
              <a:buNone/>
              <a:defRPr sz="2400" b="0">
                <a:solidFill>
                  <a:schemeClr val="tx1"/>
                </a:solidFill>
                <a:latin typeface="+mn-lt"/>
              </a:defRPr>
            </a:lvl8pPr>
            <a:lvl9pPr marL="0" indent="0">
              <a:spcBef>
                <a:spcPts val="200"/>
              </a:spcBef>
              <a:buNone/>
              <a:defRPr sz="2400" b="0">
                <a:solidFill>
                  <a:schemeClr val="tx1"/>
                </a:solidFill>
                <a:latin typeface="+mn-lt"/>
              </a:defRPr>
            </a:lvl9pPr>
          </a:lstStyle>
          <a:p>
            <a:pPr lvl="0"/>
            <a:r>
              <a:rPr lang="en-US" noProof="0"/>
              <a:t>Click to edit text</a:t>
            </a:r>
          </a:p>
          <a:p>
            <a:pPr lvl="1"/>
            <a:r>
              <a:rPr lang="en-US" noProof="0"/>
              <a:t>Second level</a:t>
            </a:r>
          </a:p>
        </p:txBody>
      </p:sp>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pic>
        <p:nvPicPr>
          <p:cNvPr id="4" name="Gradient background">
            <a:extLst>
              <a:ext uri="{FF2B5EF4-FFF2-40B4-BE49-F238E27FC236}">
                <a16:creationId xmlns:a16="http://schemas.microsoft.com/office/drawing/2014/main" id="{B71C6042-1A08-DE22-F443-2471CE7EBCC1}"/>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a:fillRect/>
          </a:stretch>
        </p:blipFill>
        <p:spPr bwMode="hidden">
          <a:xfrm>
            <a:off x="0" y="1"/>
            <a:ext cx="12192000" cy="303274"/>
          </a:xfrm>
          <a:prstGeom prst="rect">
            <a:avLst/>
          </a:prstGeom>
        </p:spPr>
      </p:pic>
    </p:spTree>
    <p:extLst>
      <p:ext uri="{BB962C8B-B14F-4D97-AF65-F5344CB8AC3E}">
        <p14:creationId xmlns:p14="http://schemas.microsoft.com/office/powerpoint/2010/main" val="353815353"/>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blank">
  <p:cSld name="白紙">
    <p:spTree>
      <p:nvGrpSpPr>
        <p:cNvPr id="1" name=""/>
        <p:cNvGrpSpPr/>
        <p:nvPr/>
      </p:nvGrpSpPr>
      <p:grpSpPr>
        <a:xfrm>
          <a:off x="0" y="0"/>
          <a:ext cx="0" cy="0"/>
          <a:chOff x="0" y="0"/>
          <a:chExt cx="0" cy="0"/>
        </a:xfrm>
      </p:grpSpPr>
    </p:spTree>
    <p:extLst>
      <p:ext uri="{BB962C8B-B14F-4D97-AF65-F5344CB8AC3E}">
        <p14:creationId xmlns:p14="http://schemas.microsoft.com/office/powerpoint/2010/main" val="139129311"/>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obj">
  <p:cSld name="1_Agenda">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Meiryo UI" panose="020B0604030504040204" pitchFamily="50" charset="-128"/>
                <a:ea typeface="Meiryo UI" panose="020B0604030504040204" pitchFamily="50" charset="-128"/>
                <a:cs typeface="Meiryo UI" panose="020B0604030504040204" pitchFamily="50" charset="-128"/>
              </a:defRPr>
            </a:lvl1pPr>
          </a:lstStyle>
          <a:p>
            <a:r>
              <a:rPr lang="en-US"/>
              <a:t>Click to edit Master title style</a:t>
            </a:r>
          </a:p>
        </p:txBody>
      </p:sp>
      <p:sp>
        <p:nvSpPr>
          <p:cNvPr id="3" name="Content Placeholder 2"/>
          <p:cNvSpPr>
            <a:spLocks noGrp="1"/>
          </p:cNvSpPr>
          <p:nvPr>
            <p:ph idx="1"/>
          </p:nvPr>
        </p:nvSpPr>
        <p:spPr/>
        <p:txBody>
          <a:bodyPr/>
          <a:lstStyle>
            <a:lvl1pPr marL="452438" indent="-452438">
              <a:buSzPct val="100000"/>
              <a:buFont typeface="+mj-lt"/>
              <a:buAutoNum type="arabicPeriod"/>
              <a:defRPr>
                <a:latin typeface="Meiryo UI" panose="020B0604030504040204" pitchFamily="50" charset="-128"/>
                <a:ea typeface="Meiryo UI" panose="020B0604030504040204" pitchFamily="50" charset="-128"/>
                <a:cs typeface="Meiryo UI" panose="020B0604030504040204" pitchFamily="50" charset="-128"/>
              </a:defRPr>
            </a:lvl1pPr>
            <a:lvl2pPr marL="684213" indent="-231775">
              <a:defRPr>
                <a:latin typeface="Meiryo UI" panose="020B0604030504040204" pitchFamily="50" charset="-128"/>
                <a:ea typeface="Meiryo UI" panose="020B0604030504040204" pitchFamily="50" charset="-128"/>
                <a:cs typeface="Meiryo UI" panose="020B0604030504040204" pitchFamily="50" charset="-128"/>
              </a:defRPr>
            </a:lvl2pPr>
            <a:lvl3pPr marL="914400" indent="-230188">
              <a:defRPr>
                <a:latin typeface="Meiryo UI" panose="020B0604030504040204" pitchFamily="50" charset="-128"/>
                <a:ea typeface="Meiryo UI" panose="020B0604030504040204" pitchFamily="50" charset="-128"/>
                <a:cs typeface="Meiryo UI" panose="020B0604030504040204" pitchFamily="50" charset="-128"/>
              </a:defRPr>
            </a:lvl3pPr>
            <a:lvl4pPr marL="1146175" indent="-231775">
              <a:defRPr>
                <a:latin typeface="Meiryo UI" panose="020B0604030504040204" pitchFamily="50" charset="-128"/>
                <a:ea typeface="Meiryo UI" panose="020B0604030504040204" pitchFamily="50" charset="-128"/>
                <a:cs typeface="Meiryo UI" panose="020B0604030504040204" pitchFamily="50" charset="-128"/>
              </a:defRPr>
            </a:lvl4pPr>
            <a:lvl5pPr marL="1368425" indent="-222250">
              <a:defRPr>
                <a:latin typeface="Meiryo UI" panose="020B0604030504040204" pitchFamily="50" charset="-128"/>
                <a:ea typeface="Meiryo UI" panose="020B0604030504040204" pitchFamily="50" charset="-128"/>
                <a:cs typeface="Meiryo UI" panose="020B0604030504040204" pitchFamily="50" charset="-128"/>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6547005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8656419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Relationship Id="rId14" Type="http://schemas.openxmlformats.org/officeDocument/2006/relationships/slideLayout" Target="../slideLayouts/slideLayout25.xml"/><Relationship Id="rId15" Type="http://schemas.openxmlformats.org/officeDocument/2006/relationships/slideLayout" Target="../slideLayouts/slideLayout26.xml"/><Relationship Id="rId16" Type="http://schemas.openxmlformats.org/officeDocument/2006/relationships/slideLayout" Target="../slideLayouts/slideLayout27.xml"/><Relationship Id="rId17" Type="http://schemas.openxmlformats.org/officeDocument/2006/relationships/slideLayout" Target="../slideLayouts/slideLayout28.xml"/><Relationship Id="rId18" Type="http://schemas.openxmlformats.org/officeDocument/2006/relationships/slideLayout" Target="../slideLayouts/slideLayout29.xml"/><Relationship Id="rId19" Type="http://schemas.openxmlformats.org/officeDocument/2006/relationships/slideLayout" Target="../slideLayouts/slideLayout30.xml"/><Relationship Id="rId20" Type="http://schemas.openxmlformats.org/officeDocument/2006/relationships/slideLayout" Target="../slideLayouts/slideLayout31.xml"/><Relationship Id="rId21" Type="http://schemas.openxmlformats.org/officeDocument/2006/relationships/slideLayout" Target="../slideLayouts/slideLayout32.xml"/><Relationship Id="rId22" Type="http://schemas.openxmlformats.org/officeDocument/2006/relationships/slideLayout" Target="../slideLayouts/slideLayout33.xml"/><Relationship Id="rId23" Type="http://schemas.openxmlformats.org/officeDocument/2006/relationships/slideLayout" Target="../slideLayouts/slideLayout34.xml"/><Relationship Id="rId24" Type="http://schemas.openxmlformats.org/officeDocument/2006/relationships/slideLayout" Target="../slideLayouts/slideLayout35.xml"/><Relationship Id="rId25" Type="http://schemas.openxmlformats.org/officeDocument/2006/relationships/slideLayout" Target="../slideLayouts/slideLayout36.xml"/><Relationship Id="rId26" Type="http://schemas.openxmlformats.org/officeDocument/2006/relationships/slideLayout" Target="../slideLayouts/slideLayout37.xml"/><Relationship Id="rId27" Type="http://schemas.openxmlformats.org/officeDocument/2006/relationships/slideLayout" Target="../slideLayouts/slideLayout38.xml"/><Relationship Id="rId28" Type="http://schemas.openxmlformats.org/officeDocument/2006/relationships/slideLayout" Target="../slideLayouts/slideLayout39.xml"/><Relationship Id="rId29" Type="http://schemas.openxmlformats.org/officeDocument/2006/relationships/slideLayout" Target="../slideLayouts/slideLayout40.xml"/><Relationship Id="rId30" Type="http://schemas.openxmlformats.org/officeDocument/2006/relationships/slideLayout" Target="../slideLayouts/slideLayout41.xml"/><Relationship Id="rId31" Type="http://schemas.openxmlformats.org/officeDocument/2006/relationships/slideLayout" Target="../slideLayouts/slideLayout42.xml"/><Relationship Id="rId32" Type="http://schemas.openxmlformats.org/officeDocument/2006/relationships/slideLayout" Target="../slideLayouts/slideLayout43.xml"/><Relationship Id="rId33" Type="http://schemas.openxmlformats.org/officeDocument/2006/relationships/slideLayout" Target="../slideLayouts/slideLayout44.xml"/><Relationship Id="rId34" Type="http://schemas.openxmlformats.org/officeDocument/2006/relationships/slideLayout" Target="../slideLayouts/slideLayout45.xml"/><Relationship Id="rId35" Type="http://schemas.openxmlformats.org/officeDocument/2006/relationships/slideLayout" Target="../slideLayouts/slideLayout46.xml"/><Relationship Id="rId36" Type="http://schemas.openxmlformats.org/officeDocument/2006/relationships/slideLayout" Target="../slideLayouts/slideLayout47.xml"/><Relationship Id="rId37" Type="http://schemas.openxmlformats.org/officeDocument/2006/relationships/slideLayout" Target="../slideLayouts/slideLayout48.xml"/><Relationship Id="rId38" Type="http://schemas.openxmlformats.org/officeDocument/2006/relationships/slideLayout" Target="../slideLayouts/slideLayout49.xml"/><Relationship Id="rId39" Type="http://schemas.openxmlformats.org/officeDocument/2006/relationships/slideLayout" Target="../slideLayouts/slideLayout50.xml"/><Relationship Id="rId40"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7/27/26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Background (Soft White)">
            <a:extLst>
              <a:ext uri="{FF2B5EF4-FFF2-40B4-BE49-F238E27FC236}">
                <a16:creationId xmlns:a16="http://schemas.microsoft.com/office/drawing/2014/main" id="{AA716554-F91F-95C6-1065-438A52A6D658}"/>
              </a:ext>
            </a:extLst>
          </p:cNvPr>
          <p:cNvSpPr/>
          <p:nvPr userDrawn="1"/>
        </p:nvSpPr>
        <p:spPr bwMode="hidden">
          <a:xfrm>
            <a:off x="-600" y="0"/>
            <a:ext cx="12193200" cy="6858000"/>
          </a:xfrm>
          <a:prstGeom prst="rect">
            <a:avLst/>
          </a:prstGeom>
          <a:solidFill>
            <a:schemeClr val="bg1"/>
          </a:solidFill>
          <a:ln>
            <a:noFill/>
          </a:ln>
        </p:spPr>
        <p:style>
          <a:lnRef idx="2">
            <a:schemeClr val="accent1"/>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 name="Title Placeholder 1">
            <a:extLst>
              <a:ext uri="{FF2B5EF4-FFF2-40B4-BE49-F238E27FC236}">
                <a16:creationId xmlns:a16="http://schemas.microsoft.com/office/drawing/2014/main" id="{E1BCD9D9-86A4-E818-1FE4-D228D5CDB0BC}"/>
              </a:ext>
            </a:extLst>
          </p:cNvPr>
          <p:cNvSpPr>
            <a:spLocks noGrp="1"/>
          </p:cNvSpPr>
          <p:nvPr>
            <p:ph type="title"/>
          </p:nvPr>
        </p:nvSpPr>
        <p:spPr bwMode="gray">
          <a:xfrm>
            <a:off x="551384" y="476672"/>
            <a:ext cx="11088000" cy="415498"/>
          </a:xfrm>
          <a:prstGeom prst="rect">
            <a:avLst/>
          </a:prstGeom>
        </p:spPr>
        <p:txBody>
          <a:bodyPr vert="horz" lIns="0" tIns="0" rIns="0" bIns="0" rtlCol="0" anchor="t">
            <a:spAutoFit/>
          </a:bodyPr>
          <a:lstStyle/>
          <a:p>
            <a:r>
              <a:rPr lang="en-US" noProof="0"/>
              <a:t>Click to edit slide title (maximum two lines)</a:t>
            </a:r>
          </a:p>
        </p:txBody>
      </p:sp>
      <p:sp>
        <p:nvSpPr>
          <p:cNvPr id="3" name="Text Placeholder 1">
            <a:extLst>
              <a:ext uri="{FF2B5EF4-FFF2-40B4-BE49-F238E27FC236}">
                <a16:creationId xmlns:a16="http://schemas.microsoft.com/office/drawing/2014/main" id="{35B76263-23BE-7BB5-2901-CB7111507685}"/>
              </a:ext>
            </a:extLst>
          </p:cNvPr>
          <p:cNvSpPr>
            <a:spLocks noGrp="1"/>
          </p:cNvSpPr>
          <p:nvPr>
            <p:ph type="body" idx="1"/>
          </p:nvPr>
        </p:nvSpPr>
        <p:spPr bwMode="gray">
          <a:xfrm>
            <a:off x="551384" y="1844824"/>
            <a:ext cx="11088000" cy="4212000"/>
          </a:xfrm>
          <a:prstGeom prst="rect">
            <a:avLst/>
          </a:prstGeom>
        </p:spPr>
        <p:txBody>
          <a:bodyPr vert="horz" lIns="0" tIns="0" rIns="0" bIns="0" rtlCol="0">
            <a:noAutofit/>
          </a:body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a:p>
            <a:pPr lvl="5"/>
            <a:r>
              <a:rPr lang="en-US" noProof="0"/>
              <a:t>6</a:t>
            </a:r>
          </a:p>
          <a:p>
            <a:pPr lvl="6"/>
            <a:r>
              <a:rPr lang="en-US" noProof="0"/>
              <a:t>7</a:t>
            </a:r>
          </a:p>
          <a:p>
            <a:pPr lvl="7"/>
            <a:r>
              <a:rPr lang="en-US" noProof="0"/>
              <a:t>8</a:t>
            </a:r>
          </a:p>
          <a:p>
            <a:pPr lvl="8"/>
            <a:r>
              <a:rPr lang="en-US" noProof="0"/>
              <a:t>9</a:t>
            </a:r>
          </a:p>
        </p:txBody>
      </p:sp>
      <p:sp>
        <p:nvSpPr>
          <p:cNvPr id="5" name="Footer Placeholder">
            <a:extLst>
              <a:ext uri="{FF2B5EF4-FFF2-40B4-BE49-F238E27FC236}">
                <a16:creationId xmlns:a16="http://schemas.microsoft.com/office/drawing/2014/main" id="{8D872605-B8A3-4560-D1E5-773A17639EA6}"/>
              </a:ext>
            </a:extLst>
          </p:cNvPr>
          <p:cNvSpPr>
            <a:spLocks noGrp="1"/>
          </p:cNvSpPr>
          <p:nvPr>
            <p:ph type="ftr" sz="quarter" idx="3"/>
          </p:nvPr>
        </p:nvSpPr>
        <p:spPr bwMode="gray">
          <a:xfrm>
            <a:off x="6168008" y="6433635"/>
            <a:ext cx="4824000" cy="138499"/>
          </a:xfrm>
          <a:prstGeom prst="rect">
            <a:avLst/>
          </a:prstGeom>
        </p:spPr>
        <p:txBody>
          <a:bodyPr vert="horz" wrap="square" lIns="0" tIns="0" rIns="0" bIns="0" rtlCol="0" anchor="ctr">
            <a:spAutoFit/>
          </a:bodyPr>
          <a:lstStyle>
            <a:lvl1pPr algn="l">
              <a:defRPr sz="900">
                <a:solidFill>
                  <a:schemeClr val="tx1"/>
                </a:solidFill>
              </a:defRPr>
            </a:lvl1pPr>
          </a:lstStyle>
          <a:p>
            <a:pPr algn="l"/>
            <a:endParaRPr lang="en-US" noProof="0"/>
          </a:p>
        </p:txBody>
      </p:sp>
      <p:sp>
        <p:nvSpPr>
          <p:cNvPr id="6" name="Slide Number Placeholder">
            <a:extLst>
              <a:ext uri="{FF2B5EF4-FFF2-40B4-BE49-F238E27FC236}">
                <a16:creationId xmlns:a16="http://schemas.microsoft.com/office/drawing/2014/main" id="{8CE6BD9B-B3F1-1D85-5718-E7D48314B450}"/>
              </a:ext>
            </a:extLst>
          </p:cNvPr>
          <p:cNvSpPr>
            <a:spLocks noGrp="1"/>
          </p:cNvSpPr>
          <p:nvPr>
            <p:ph type="sldNum" sz="quarter" idx="4"/>
          </p:nvPr>
        </p:nvSpPr>
        <p:spPr bwMode="gray">
          <a:xfrm>
            <a:off x="11352584" y="6433635"/>
            <a:ext cx="288032" cy="138499"/>
          </a:xfrm>
          <a:prstGeom prst="rect">
            <a:avLst/>
          </a:prstGeom>
        </p:spPr>
        <p:txBody>
          <a:bodyPr vert="horz" wrap="square" lIns="0" tIns="0" rIns="0" bIns="0" rtlCol="0" anchor="ctr">
            <a:spAutoFit/>
          </a:bodyPr>
          <a:lstStyle>
            <a:lvl1pPr algn="r">
              <a:defRPr sz="900">
                <a:solidFill>
                  <a:schemeClr val="tx1"/>
                </a:solidFill>
              </a:defRPr>
            </a:lvl1pPr>
          </a:lstStyle>
          <a:p>
            <a:fld id="{1EDD9F3E-8BFD-4E3C-98D1-767322780FDD}" type="slidenum">
              <a:rPr lang="en-US" noProof="0" smtClean="0"/>
              <a:pPr/>
              <a:t>‹#›</a:t>
            </a:fld>
            <a:endParaRPr lang="en-US" noProof="0"/>
          </a:p>
        </p:txBody>
      </p:sp>
    </p:spTree>
    <p:extLst>
      <p:ext uri="{BB962C8B-B14F-4D97-AF65-F5344CB8AC3E}">
        <p14:creationId xmlns:p14="http://schemas.microsoft.com/office/powerpoint/2010/main" val="31944458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Lst>
  <p:hf hdr="0" dt="0"/>
  <p:txStyles>
    <p:titleStyle>
      <a:lvl1pPr algn="l" defTabSz="914400" rtl="0" eaLnBrk="1" latinLnBrk="0" hangingPunct="1">
        <a:lnSpc>
          <a:spcPct val="90000"/>
        </a:lnSpc>
        <a:spcBef>
          <a:spcPct val="0"/>
        </a:spcBef>
        <a:buNone/>
        <a:defRPr kumimoji="1" sz="3000" b="1" kern="1200">
          <a:solidFill>
            <a:schemeClr val="tx1"/>
          </a:solidFill>
          <a:latin typeface="+mj-lt"/>
          <a:ea typeface="+mj-ea"/>
          <a:cs typeface="+mj-cs"/>
        </a:defRPr>
      </a:lvl1pPr>
    </p:titleStyle>
    <p:bodyStyle>
      <a:lvl1pPr marL="0" indent="0" algn="l" defTabSz="914400" rtl="0" eaLnBrk="1" latinLnBrk="0" hangingPunct="1">
        <a:lnSpc>
          <a:spcPct val="100000"/>
        </a:lnSpc>
        <a:spcBef>
          <a:spcPts val="2400"/>
        </a:spcBef>
        <a:buFont typeface="Arial" panose="020B0604020202020204" pitchFamily="34" charset="0"/>
        <a:buNone/>
        <a:defRPr kumimoji="1" sz="1800" b="1" kern="1200">
          <a:solidFill>
            <a:schemeClr val="tx1"/>
          </a:solidFill>
          <a:latin typeface="+mj-lt"/>
          <a:ea typeface="+mn-ea"/>
          <a:cs typeface="+mn-cs"/>
        </a:defRPr>
      </a:lvl1pPr>
      <a:lvl2pPr marL="0" indent="0" algn="l" defTabSz="914400" rtl="0" eaLnBrk="1" latinLnBrk="0" hangingPunct="1">
        <a:lnSpc>
          <a:spcPct val="100000"/>
        </a:lnSpc>
        <a:spcBef>
          <a:spcPts val="800"/>
        </a:spcBef>
        <a:buFont typeface="Arial" panose="020B0604020202020204" pitchFamily="34" charset="0"/>
        <a:buNone/>
        <a:defRPr kumimoji="1" sz="1800" kern="1200">
          <a:solidFill>
            <a:schemeClr val="tx1"/>
          </a:solidFill>
          <a:latin typeface="+mn-lt"/>
          <a:ea typeface="+mn-ea"/>
          <a:cs typeface="+mn-cs"/>
        </a:defRPr>
      </a:lvl2pPr>
      <a:lvl3pPr marL="180000" indent="-180000" algn="l" defTabSz="914400" rtl="0" eaLnBrk="1" latinLnBrk="0" hangingPunct="1">
        <a:lnSpc>
          <a:spcPct val="100000"/>
        </a:lnSpc>
        <a:spcBef>
          <a:spcPts val="800"/>
        </a:spcBef>
        <a:buFont typeface="Arial" panose="020B0604020202020204" pitchFamily="34" charset="0"/>
        <a:buChar char="•"/>
        <a:defRPr kumimoji="1" sz="1800" kern="1200">
          <a:solidFill>
            <a:schemeClr val="tx1"/>
          </a:solidFill>
          <a:latin typeface="+mn-lt"/>
          <a:ea typeface="+mn-ea"/>
          <a:cs typeface="+mn-cs"/>
        </a:defRPr>
      </a:lvl3pPr>
      <a:lvl4pPr marL="36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54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54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54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54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54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jpeg"/><Relationship Id="rId3" Type="http://schemas.openxmlformats.org/officeDocument/2006/relationships/image" Target="../media/image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image" Target="../media/image10.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image" Target="../media/image10.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jpeg"/><Relationship Id="rId3" Type="http://schemas.openxmlformats.org/officeDocument/2006/relationships/image" Target="../media/image11.png"/><Relationship Id="rId4" Type="http://schemas.openxmlformats.org/officeDocument/2006/relationships/image" Target="../media/image1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3.png"/><Relationship Id="rId3" Type="http://schemas.openxmlformats.org/officeDocument/2006/relationships/image" Target="../media/image1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jpeg"/><Relationship Id="rId3" Type="http://schemas.openxmlformats.org/officeDocument/2006/relationships/image" Target="../media/image15.png"/><Relationship Id="rId4" Type="http://schemas.openxmlformats.org/officeDocument/2006/relationships/diagramData" Target="../diagrams/data1.xml"/><Relationship Id="rId5" Type="http://schemas.openxmlformats.org/officeDocument/2006/relationships/diagramLayout" Target="../diagrams/layout1.xml"/><Relationship Id="rId6" Type="http://schemas.openxmlformats.org/officeDocument/2006/relationships/diagramQuickStyle" Target="../diagrams/quickStyle1.xml"/><Relationship Id="rId7" Type="http://schemas.openxmlformats.org/officeDocument/2006/relationships/diagramColors" Target="../diagrams/colors1.xml"/><Relationship Id="rId8" Type="http://schemas.microsoft.com/office/2007/relationships/diagramDrawing" Target="../diagrams/drawing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5.png"/><Relationship Id="rId3"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B2AC39-1CFD-3465-8C0F-C42600EEAC39}"/>
            </a:ext>
          </a:extLst>
        </p:cNvPr>
        <p:cNvGrpSpPr/>
        <p:nvPr/>
      </p:nvGrpSpPr>
      <p:grpSpPr>
        <a:xfrm>
          <a:off x="0" y="0"/>
          <a:ext cx="0" cy="0"/>
          <a:chOff x="0" y="0"/>
          <a:chExt cx="0" cy="0"/>
        </a:xfrm>
      </p:grpSpPr>
      <p:pic>
        <p:nvPicPr>
          <p:cNvPr id="8" name="emerald Q&amp;A background" descr="emerald-minimalist-abstract-background-for-corpora_2026-06-30T03-11-31_image_DAS_0.jpg">
            <a:extLst>
              <a:ext uri="{FF2B5EF4-FFF2-40B4-BE49-F238E27FC236}">
                <a16:creationId xmlns:a16="http://schemas.microsoft.com/office/drawing/2014/main" id="{CF1B9F71-D57B-600E-BD78-3FF6B3BE280F}"/>
              </a:ext>
            </a:extLst>
          </p:cNvPr>
          <p:cNvPicPr>
            <a:picLocks noChangeAspect="1"/>
          </p:cNvPicPr>
          <p:nvPr/>
        </p:nvPicPr>
        <p:blipFill>
          <a:blip r:embed="rId2"/>
          <a:srcRect t="9111" b="9111"/>
          <a:stretch>
            <a:fillRect/>
          </a:stretch>
        </p:blipFill>
        <p:spPr>
          <a:xfrm>
            <a:off x="0" y="0"/>
            <a:ext cx="12192000" cy="6858000"/>
          </a:xfrm>
          <a:prstGeom prst="rect">
            <a:avLst/>
          </a:prstGeom>
        </p:spPr>
      </p:pic>
      <p:sp>
        <p:nvSpPr>
          <p:cNvPr id="6" name="フッター プレースホルダー 5">
            <a:extLst>
              <a:ext uri="{FF2B5EF4-FFF2-40B4-BE49-F238E27FC236}">
                <a16:creationId xmlns:a16="http://schemas.microsoft.com/office/drawing/2014/main" id="{A0B1BE8B-26B9-3D0E-D827-51CEEAFE7342}"/>
              </a:ext>
            </a:extLst>
          </p:cNvPr>
          <p:cNvSpPr>
            <a:spLocks noGrp="1"/>
          </p:cNvSpPr>
          <p:nvPr>
            <p:ph type="ftr" sz="quarter" idx="15"/>
          </p:nvPr>
        </p:nvSpPr>
        <p:spPr/>
        <p:txBody>
          <a:bodyPr wrap="squar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0E322A"/>
              </a:solidFill>
              <a:effectLst/>
              <a:uLnTx/>
              <a:uFillTx/>
              <a:latin typeface="Arial"/>
              <a:ea typeface="+mn-ea"/>
              <a:cs typeface="+mn-cs"/>
            </a:endParaRPr>
          </a:p>
        </p:txBody>
      </p:sp>
      <p:sp>
        <p:nvSpPr>
          <p:cNvPr id="7" name="スライド番号プレースホルダー 6">
            <a:extLst>
              <a:ext uri="{FF2B5EF4-FFF2-40B4-BE49-F238E27FC236}">
                <a16:creationId xmlns:a16="http://schemas.microsoft.com/office/drawing/2014/main" id="{6987DB73-A292-27DE-217E-9280D21A13D3}"/>
              </a:ext>
            </a:extLst>
          </p:cNvPr>
          <p:cNvSpPr>
            <a:spLocks noGrp="1"/>
          </p:cNvSpPr>
          <p:nvPr>
            <p:ph type="sldNum" sz="quarter" idx="16"/>
          </p:nvPr>
        </p:nvSpPr>
        <p:spPr/>
        <p:txBody>
          <a:bodyPr wrap="square"/>
          <a:lstStyle/>
          <a:p>
            <a:pPr marL="0" marR="0" lvl="0" indent="0" algn="r" defTabSz="914400" rtl="0" eaLnBrk="1" fontAlgn="auto" latinLnBrk="0" hangingPunct="1">
              <a:lnSpc>
                <a:spcPct val="100000"/>
              </a:lnSpc>
              <a:spcBef>
                <a:spcPts val="0"/>
              </a:spcBef>
              <a:spcAft>
                <a:spcPts val="0"/>
              </a:spcAft>
              <a:buClrTx/>
              <a:buSzTx/>
              <a:buFontTx/>
              <a:buNone/>
              <a:tabLst/>
              <a:defRPr/>
            </a:pPr>
            <a:fld id="{1EDD9F3E-8BFD-4E3C-98D1-767322780FDD}" type="slidenum">
              <a:rPr kumimoji="0" lang="en-US" sz="900" b="0" i="0" u="none" strike="noStrike" kern="1200" cap="none" spc="0" normalizeH="0" baseline="0" noProof="0" smtClean="0">
                <a:ln>
                  <a:noFill/>
                </a:ln>
                <a:solidFill>
                  <a:srgbClr val="0E322A"/>
                </a:solidFill>
                <a:effectLst/>
                <a:uLnTx/>
                <a:uFillTx/>
                <a:latin typeface="Arial"/>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900" b="0" i="0" u="none" strike="noStrike" kern="1200" cap="none" spc="0" normalizeH="0" baseline="0" noProof="0">
              <a:ln>
                <a:noFill/>
              </a:ln>
              <a:solidFill>
                <a:srgbClr val="0E322A"/>
              </a:solidFill>
              <a:effectLst/>
              <a:uLnTx/>
              <a:uFillTx/>
              <a:latin typeface="Arial"/>
              <a:ea typeface="+mn-ea"/>
              <a:cs typeface="+mn-cs"/>
            </a:endParaRPr>
          </a:p>
        </p:txBody>
      </p:sp>
      <p:pic>
        <p:nvPicPr>
          <p:cNvPr id="4" name="図 3">
            <a:extLst>
              <a:ext uri="{FF2B5EF4-FFF2-40B4-BE49-F238E27FC236}">
                <a16:creationId xmlns:a16="http://schemas.microsoft.com/office/drawing/2014/main" id="{895FF174-0484-BD41-1C9F-1DD56D411A08}"/>
              </a:ext>
            </a:extLst>
          </p:cNvPr>
          <p:cNvPicPr>
            <a:picLocks noChangeAspect="1"/>
          </p:cNvPicPr>
          <p:nvPr/>
        </p:nvPicPr>
        <p:blipFill>
          <a:blip r:embed="rId3"/>
          <a:stretch>
            <a:fillRect/>
          </a:stretch>
        </p:blipFill>
        <p:spPr>
          <a:xfrm>
            <a:off x="0" y="2380428"/>
            <a:ext cx="12192000" cy="4451724"/>
          </a:xfrm>
          <a:prstGeom prst="rect">
            <a:avLst/>
          </a:prstGeom>
        </p:spPr>
      </p:pic>
      <p:sp>
        <p:nvSpPr>
          <p:cNvPr id="2" name="タイトル 1">
            <a:extLst>
              <a:ext uri="{FF2B5EF4-FFF2-40B4-BE49-F238E27FC236}">
                <a16:creationId xmlns:a16="http://schemas.microsoft.com/office/drawing/2014/main" id="{D76757A0-119C-A88A-987C-38E2D06A0283}"/>
              </a:ext>
            </a:extLst>
          </p:cNvPr>
          <p:cNvSpPr>
            <a:spLocks noGrp="1"/>
          </p:cNvSpPr>
          <p:nvPr>
            <p:ph type="ctrTitle"/>
          </p:nvPr>
        </p:nvSpPr>
        <p:spPr>
          <a:xfrm>
            <a:off x="831144" y="515837"/>
            <a:ext cx="10673728" cy="1226233"/>
          </a:xfrm>
        </p:spPr>
        <p:txBody>
          <a:bodyPr wrap="square"/>
          <a:lstStyle/>
          <a:p>
            <a:pPr algn="ctr"/>
            <a:r>
              <a:rPr lang="en-US" altLang="ja-JP" sz="4800" dirty="0">
                <a:solidFill>
                  <a:schemeClr val="bg1"/>
                </a:solidFill>
                <a:latin typeface="Meiryo UI"/>
                <a:ea typeface="Meiryo UI"/>
                <a:cs typeface="Arial"/>
              </a:rPr>
              <a:t>Renal</a:t>
            </a:r>
            <a:r>
              <a:rPr lang="ja-JP" altLang="en-US" sz="4800" dirty="0">
                <a:solidFill>
                  <a:schemeClr val="bg1"/>
                </a:solidFill>
                <a:latin typeface="Meiryo UI"/>
                <a:ea typeface="Meiryo UI"/>
                <a:cs typeface="Arial"/>
              </a:rPr>
              <a:t>　</a:t>
            </a:r>
            <a:r>
              <a:rPr lang="en-US" altLang="ja-JP" sz="4800" dirty="0">
                <a:solidFill>
                  <a:schemeClr val="bg1"/>
                </a:solidFill>
                <a:latin typeface="Meiryo UI"/>
                <a:ea typeface="Meiryo UI"/>
                <a:cs typeface="Arial"/>
              </a:rPr>
              <a:t>MR</a:t>
            </a:r>
            <a:r>
              <a:rPr lang="ja-JP" altLang="en-US" sz="4800" dirty="0">
                <a:solidFill>
                  <a:schemeClr val="bg1"/>
                </a:solidFill>
                <a:latin typeface="Meiryo UI"/>
                <a:ea typeface="Meiryo UI"/>
                <a:cs typeface="Arial"/>
              </a:rPr>
              <a:t>　スキルアッププロジェクト</a:t>
            </a:r>
            <a:r>
              <a:rPr lang="en-US" altLang="ja-JP" sz="4800" dirty="0">
                <a:solidFill>
                  <a:schemeClr val="bg1"/>
                </a:solidFill>
                <a:latin typeface="Meiryo UI"/>
                <a:ea typeface="Meiryo UI"/>
                <a:cs typeface="Arial"/>
              </a:rPr>
              <a:t>DAY</a:t>
            </a:r>
            <a:r>
              <a:rPr lang="ja-JP" altLang="en-US" sz="4800" dirty="0">
                <a:solidFill>
                  <a:schemeClr val="bg1"/>
                </a:solidFill>
                <a:latin typeface="Meiryo UI"/>
                <a:ea typeface="Meiryo UI"/>
                <a:cs typeface="Arial"/>
              </a:rPr>
              <a:t>４　</a:t>
            </a:r>
            <a:endParaRPr lang="en-US" altLang="ja-JP" sz="4800" dirty="0">
              <a:solidFill>
                <a:schemeClr val="bg1"/>
              </a:solidFill>
              <a:latin typeface="Meiryo UI"/>
              <a:ea typeface="Meiryo UI"/>
              <a:cs typeface="Arial"/>
            </a:endParaRPr>
          </a:p>
        </p:txBody>
      </p:sp>
      <p:sp>
        <p:nvSpPr>
          <p:cNvPr id="5" name="TextBox 4">
            <a:extLst>
              <a:ext uri="{FF2B5EF4-FFF2-40B4-BE49-F238E27FC236}">
                <a16:creationId xmlns:a16="http://schemas.microsoft.com/office/drawing/2014/main" id="{B28C8CCA-F3FD-B67F-15C9-26BBD4EA7D22}"/>
              </a:ext>
            </a:extLst>
          </p:cNvPr>
          <p:cNvSpPr txBox="1"/>
          <p:nvPr/>
        </p:nvSpPr>
        <p:spPr>
          <a:xfrm>
            <a:off x="5644134" y="1799639"/>
            <a:ext cx="6185916" cy="523220"/>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ja-JP" altLang="en-US" sz="2800" b="0" i="0" u="none" strike="noStrike" kern="1200" cap="none" spc="0" normalizeH="0" baseline="0" noProof="0" dirty="0">
                <a:ln>
                  <a:noFill/>
                </a:ln>
                <a:solidFill>
                  <a:srgbClr val="F7FBF8"/>
                </a:solidFill>
                <a:effectLst/>
                <a:uLnTx/>
                <a:uFillTx/>
                <a:latin typeface="Meiryo UI"/>
                <a:ea typeface="Meiryo UI"/>
                <a:cs typeface="Arial"/>
              </a:rPr>
              <a:t>担当：藤・井上</a:t>
            </a:r>
            <a:endParaRPr kumimoji="0" lang="ja-JP" altLang="en-US" sz="2800" b="0" i="0" u="none" strike="noStrike" kern="1200" cap="none" spc="0" normalizeH="0" baseline="0" noProof="0" dirty="0">
              <a:ln>
                <a:noFill/>
              </a:ln>
              <a:solidFill>
                <a:srgbClr val="0E322A"/>
              </a:solidFill>
              <a:effectLst/>
              <a:uLnTx/>
              <a:uFillTx/>
              <a:latin typeface="Arial"/>
              <a:ea typeface="+mn-ea"/>
              <a:cs typeface="+mn-cs"/>
            </a:endParaRPr>
          </a:p>
        </p:txBody>
      </p:sp>
    </p:spTree>
    <p:extLst>
      <p:ext uri="{BB962C8B-B14F-4D97-AF65-F5344CB8AC3E}">
        <p14:creationId xmlns:p14="http://schemas.microsoft.com/office/powerpoint/2010/main" val="2488414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CAC696-18A0-CC86-8111-72FDDD6B21E6}"/>
            </a:ext>
          </a:extLst>
        </p:cNvPr>
        <p:cNvGrpSpPr/>
        <p:nvPr/>
      </p:nvGrpSpPr>
      <p:grpSpPr>
        <a:xfrm>
          <a:off x="0" y="0"/>
          <a:ext cx="0" cy="0"/>
          <a:chOff x="0" y="0"/>
          <a:chExt cx="0" cy="0"/>
        </a:xfrm>
      </p:grpSpPr>
      <p:pic>
        <p:nvPicPr>
          <p:cNvPr id="12" name="図 11" descr="仕事でのストレスを感じている男性">
            <a:extLst>
              <a:ext uri="{FF2B5EF4-FFF2-40B4-BE49-F238E27FC236}">
                <a16:creationId xmlns:a16="http://schemas.microsoft.com/office/drawing/2014/main" id="{AFD2267D-3C48-5FBA-5823-5297B0445E7B}"/>
              </a:ext>
            </a:extLst>
          </p:cNvPr>
          <p:cNvPicPr>
            <a:picLocks noChangeAspect="1"/>
          </p:cNvPicPr>
          <p:nvPr/>
        </p:nvPicPr>
        <p:blipFill>
          <a:blip r:embed="rId2"/>
          <a:srcRect t="187" b="15543"/>
          <a:stretch>
            <a:fillRect/>
          </a:stretch>
        </p:blipFill>
        <p:spPr>
          <a:xfrm>
            <a:off x="0" y="0"/>
            <a:ext cx="12192000" cy="6858000"/>
          </a:xfrm>
          <a:prstGeom prst="rect">
            <a:avLst/>
          </a:prstGeom>
          <a:noFill/>
        </p:spPr>
      </p:pic>
      <p:sp>
        <p:nvSpPr>
          <p:cNvPr id="22" name="emerald wash overlay">
            <a:extLst>
              <a:ext uri="{FF2B5EF4-FFF2-40B4-BE49-F238E27FC236}">
                <a16:creationId xmlns:a16="http://schemas.microsoft.com/office/drawing/2014/main" id="{B81A50B6-5E3C-6747-4532-C5F270299636}"/>
              </a:ext>
            </a:extLst>
          </p:cNvPr>
          <p:cNvSpPr/>
          <p:nvPr/>
        </p:nvSpPr>
        <p:spPr>
          <a:xfrm>
            <a:off x="0" y="0"/>
            <a:ext cx="12192000" cy="6858000"/>
          </a:xfrm>
          <a:prstGeom prst="rect">
            <a:avLst/>
          </a:prstGeom>
          <a:solidFill>
            <a:srgbClr val="F7FBF8">
              <a:alpha val="42000"/>
            </a:srgbClr>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7FBF8"/>
              </a:solidFill>
              <a:effectLst/>
              <a:uLnTx/>
              <a:uFillTx/>
              <a:latin typeface="Arial"/>
              <a:ea typeface="+mn-ea"/>
              <a:cs typeface="+mn-cs"/>
            </a:endParaRPr>
          </a:p>
        </p:txBody>
      </p:sp>
      <p:sp>
        <p:nvSpPr>
          <p:cNvPr id="17" name="Title 2">
            <a:extLst>
              <a:ext uri="{FF2B5EF4-FFF2-40B4-BE49-F238E27FC236}">
                <a16:creationId xmlns:a16="http://schemas.microsoft.com/office/drawing/2014/main" id="{FADAD954-F788-17B4-4954-5A19C0C37BDB}"/>
              </a:ext>
            </a:extLst>
          </p:cNvPr>
          <p:cNvSpPr>
            <a:spLocks noGrp="1"/>
          </p:cNvSpPr>
          <p:nvPr>
            <p:ph type="title"/>
          </p:nvPr>
        </p:nvSpPr>
        <p:spPr>
          <a:xfrm>
            <a:off x="551384" y="1784531"/>
            <a:ext cx="9217455" cy="1727139"/>
          </a:xfrm>
        </p:spPr>
        <p:txBody>
          <a:bodyPr wrap="square" lIns="91440" tIns="45720" rIns="91440" bIns="45720" anchor="t"/>
          <a:lstStyle/>
          <a:p>
            <a:r>
              <a:rPr lang="ja-JP" altLang="en-US" sz="3200" dirty="0">
                <a:solidFill>
                  <a:schemeClr val="bg1"/>
                </a:solidFill>
                <a:latin typeface="Meiryo UI"/>
                <a:ea typeface="Meiryo UI"/>
              </a:rPr>
              <a:t>■オープニング　5分</a:t>
            </a:r>
          </a:p>
          <a:p>
            <a:r>
              <a:rPr lang="ja-JP" altLang="en-US" sz="3200" dirty="0">
                <a:solidFill>
                  <a:schemeClr val="bg1"/>
                </a:solidFill>
                <a:latin typeface="Meiryo UI"/>
                <a:ea typeface="Meiryo UI"/>
              </a:rPr>
              <a:t>■テーマ①「自分の範囲を考える」　25分</a:t>
            </a:r>
            <a:r>
              <a:rPr lang="ja-JP" altLang="en-US" sz="3200">
                <a:solidFill>
                  <a:schemeClr val="bg1"/>
                </a:solidFill>
                <a:latin typeface="Meiryo UI"/>
                <a:ea typeface="Meiryo UI"/>
              </a:rPr>
              <a:t/>
            </a:r>
            <a:endParaRPr lang="ja-JP" altLang="en-US" sz="3200" dirty="0">
              <a:solidFill>
                <a:schemeClr val="bg1"/>
              </a:solidFill>
              <a:latin typeface="Meiryo UI"/>
              <a:ea typeface="Meiryo UI"/>
            </a:endParaRPr>
          </a:p>
          <a:p>
            <a:r>
              <a:rPr lang="ja-JP" altLang="en-US" sz="3200" dirty="0">
                <a:solidFill>
                  <a:schemeClr val="bg1"/>
                </a:solidFill>
                <a:latin typeface="Meiryo UI"/>
                <a:ea typeface="Meiryo UI"/>
              </a:rPr>
              <a:t>■テーマ②「動く理由を考える」　25分</a:t>
            </a:r>
            <a:r>
              <a:rPr lang="ja-JP" altLang="en-US" sz="3200">
                <a:solidFill>
                  <a:schemeClr val="bg1"/>
                </a:solidFill>
                <a:latin typeface="Meiryo UI"/>
                <a:ea typeface="Meiryo UI"/>
              </a:rPr>
              <a:t/>
            </a:r>
            <a:endParaRPr lang="ja-JP" altLang="en-US" sz="3200" dirty="0">
              <a:solidFill>
                <a:schemeClr val="bg1"/>
              </a:solidFill>
              <a:latin typeface="Meiryo UI"/>
              <a:ea typeface="Meiryo UI"/>
            </a:endParaRPr>
          </a:p>
          <a:p>
            <a:r>
              <a:rPr lang="ja-JP" altLang="en-US" sz="3200" dirty="0">
                <a:solidFill>
                  <a:schemeClr val="bg1"/>
                </a:solidFill>
                <a:latin typeface="Meiryo UI"/>
                <a:ea typeface="Meiryo UI"/>
              </a:rPr>
              <a:t>■エリア戦略・まとめ　5分</a:t>
            </a:r>
          </a:p>
        </p:txBody>
      </p:sp>
      <p:sp>
        <p:nvSpPr>
          <p:cNvPr id="21" name="Slide Number Placeholder 4">
            <a:extLst>
              <a:ext uri="{FF2B5EF4-FFF2-40B4-BE49-F238E27FC236}">
                <a16:creationId xmlns:a16="http://schemas.microsoft.com/office/drawing/2014/main" id="{5E049360-E5C5-D85E-E9E6-5AABC40C7470}"/>
              </a:ext>
            </a:extLst>
          </p:cNvPr>
          <p:cNvSpPr>
            <a:spLocks noGrp="1"/>
          </p:cNvSpPr>
          <p:nvPr>
            <p:ph type="sldNum" sz="quarter" idx="12"/>
          </p:nvPr>
        </p:nvSpPr>
        <p:spPr>
          <a:xfrm>
            <a:off x="11352584" y="6433635"/>
            <a:ext cx="288032" cy="138499"/>
          </a:xfrm>
        </p:spPr>
        <p:txBody>
          <a:bodyPr wrap="square"/>
          <a:lstStyle/>
          <a:p>
            <a:pPr marL="0" marR="0" lvl="0" indent="0" algn="r" defTabSz="457200" rtl="0" eaLnBrk="1" fontAlgn="auto" latinLnBrk="0" hangingPunct="1">
              <a:lnSpc>
                <a:spcPct val="100000"/>
              </a:lnSpc>
              <a:spcBef>
                <a:spcPts val="0"/>
              </a:spcBef>
              <a:spcAft>
                <a:spcPts val="600"/>
              </a:spcAft>
              <a:buClrTx/>
              <a:buSzTx/>
              <a:buFontTx/>
              <a:buNone/>
              <a:tabLst/>
              <a:defRPr/>
            </a:pPr>
            <a:fld id="{1EDD9F3E-8BFD-4E3C-98D1-767322780FDD}" type="slidenum">
              <a:rPr kumimoji="0" lang="en-US" sz="900" b="0" i="0" u="none" strike="noStrike" kern="1200" cap="none" spc="0" normalizeH="0" baseline="0" noProof="0" smtClean="0">
                <a:ln>
                  <a:noFill/>
                </a:ln>
                <a:solidFill>
                  <a:srgbClr val="0E322A"/>
                </a:solidFill>
                <a:effectLst/>
                <a:uLnTx/>
                <a:uFillTx/>
                <a:latin typeface="Arial"/>
                <a:ea typeface="+mn-ea"/>
                <a:cs typeface="+mn-cs"/>
              </a:rPr>
              <a:pPr marL="0" marR="0" lvl="0" indent="0" algn="r" defTabSz="457200" rtl="0" eaLnBrk="1" fontAlgn="auto" latinLnBrk="0" hangingPunct="1">
                <a:lnSpc>
                  <a:spcPct val="100000"/>
                </a:lnSpc>
                <a:spcBef>
                  <a:spcPts val="0"/>
                </a:spcBef>
                <a:spcAft>
                  <a:spcPts val="600"/>
                </a:spcAft>
                <a:buClrTx/>
                <a:buSzTx/>
                <a:buFontTx/>
                <a:buNone/>
                <a:tabLst/>
                <a:defRPr/>
              </a:pPr>
              <a:t>2</a:t>
            </a:fld>
            <a:endParaRPr kumimoji="0" lang="en-US" sz="900" b="0" i="0" u="none" strike="noStrike" kern="1200" cap="none" spc="0" normalizeH="0" baseline="0" noProof="0">
              <a:ln>
                <a:noFill/>
              </a:ln>
              <a:solidFill>
                <a:srgbClr val="0E322A"/>
              </a:solidFill>
              <a:effectLst/>
              <a:uLnTx/>
              <a:uFillTx/>
              <a:latin typeface="Arial"/>
              <a:ea typeface="+mn-ea"/>
              <a:cs typeface="+mn-cs"/>
            </a:endParaRPr>
          </a:p>
        </p:txBody>
      </p:sp>
      <p:sp>
        <p:nvSpPr>
          <p:cNvPr id="4" name="Title 2">
            <a:extLst>
              <a:ext uri="{FF2B5EF4-FFF2-40B4-BE49-F238E27FC236}">
                <a16:creationId xmlns:a16="http://schemas.microsoft.com/office/drawing/2014/main" id="{AC9FD2A0-37FB-8455-88BF-06BDBB0A4B4A}"/>
              </a:ext>
            </a:extLst>
          </p:cNvPr>
          <p:cNvSpPr txBox="1">
            <a:spLocks/>
          </p:cNvSpPr>
          <p:nvPr/>
        </p:nvSpPr>
        <p:spPr bwMode="gray">
          <a:xfrm>
            <a:off x="594927" y="687915"/>
            <a:ext cx="6590370" cy="613117"/>
          </a:xfrm>
          <a:prstGeom prst="rect">
            <a:avLst/>
          </a:prstGeom>
        </p:spPr>
        <p:txBody>
          <a:bodyPr vert="horz" wrap="square" lIns="0" tIns="0" rIns="0" bIns="0" rtlCol="0" anchor="t">
            <a:spAutoFit/>
          </a:bodyPr>
          <a:lstStyle>
            <a:lvl1pPr algn="l" defTabSz="914400" rtl="0" eaLnBrk="1" latinLnBrk="0" hangingPunct="1">
              <a:lnSpc>
                <a:spcPct val="83000"/>
              </a:lnSpc>
              <a:spcBef>
                <a:spcPct val="0"/>
              </a:spcBef>
              <a:buNone/>
              <a:defRPr kumimoji="1" sz="6600" b="1" kern="1200" spc="-60" baseline="0">
                <a:solidFill>
                  <a:schemeClr val="tx1"/>
                </a:solidFill>
                <a:latin typeface="+mj-lt"/>
                <a:ea typeface="+mj-ea"/>
                <a:cs typeface="+mj-cs"/>
              </a:defRPr>
            </a:lvl1pPr>
          </a:lstStyle>
          <a:p>
            <a:pPr marL="0" marR="0" lvl="0" indent="0" algn="l" defTabSz="914400" rtl="0" eaLnBrk="1" fontAlgn="auto" latinLnBrk="0" hangingPunct="1">
              <a:lnSpc>
                <a:spcPct val="83000"/>
              </a:lnSpc>
              <a:spcBef>
                <a:spcPct val="0"/>
              </a:spcBef>
              <a:spcAft>
                <a:spcPts val="0"/>
              </a:spcAft>
              <a:buClrTx/>
              <a:buSzTx/>
              <a:buFontTx/>
              <a:buNone/>
              <a:tabLst/>
              <a:defRPr/>
            </a:pPr>
            <a:r>
              <a:rPr kumimoji="1" lang="ja-JP" altLang="en-US" sz="4800" b="1" i="0" u="none" strike="noStrike" kern="1200" cap="none" spc="-60" normalizeH="0" baseline="0" noProof="0">
                <a:ln>
                  <a:noFill/>
                </a:ln>
                <a:solidFill>
                  <a:srgbClr val="F7FBF8"/>
                </a:solidFill>
                <a:effectLst/>
                <a:uLnTx/>
                <a:uFillTx/>
                <a:latin typeface="Meiryo UI"/>
                <a:ea typeface="Meiryo UI"/>
                <a:cs typeface="+mj-cs"/>
              </a:rPr>
              <a:t>Agenda</a:t>
            </a:r>
            <a:endParaRPr kumimoji="1" lang="ja-JP" altLang="en-US" sz="4800" b="1" i="0" u="none" strike="noStrike" kern="1200" cap="none" spc="-60" normalizeH="0" baseline="0" noProof="0" dirty="0">
              <a:ln>
                <a:noFill/>
              </a:ln>
              <a:solidFill>
                <a:srgbClr val="F7FBF8"/>
              </a:solidFill>
              <a:effectLst/>
              <a:uLnTx/>
              <a:uFillTx/>
              <a:latin typeface="Meiryo UI"/>
              <a:ea typeface="Meiryo UI"/>
              <a:cs typeface="+mj-cs"/>
            </a:endParaRPr>
          </a:p>
        </p:txBody>
      </p:sp>
    </p:spTree>
    <p:extLst>
      <p:ext uri="{BB962C8B-B14F-4D97-AF65-F5344CB8AC3E}">
        <p14:creationId xmlns:p14="http://schemas.microsoft.com/office/powerpoint/2010/main" val="25019973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図 11" descr="仕事でのストレスを感じている男性">
            <a:extLst>
              <a:ext uri="{FF2B5EF4-FFF2-40B4-BE49-F238E27FC236}">
                <a16:creationId xmlns:a16="http://schemas.microsoft.com/office/drawing/2014/main" id="{7A5E2B9B-30B1-5640-9240-A723519D2862}"/>
              </a:ext>
            </a:extLst>
          </p:cNvPr>
          <p:cNvPicPr>
            <a:picLocks noChangeAspect="1"/>
          </p:cNvPicPr>
          <p:nvPr/>
        </p:nvPicPr>
        <p:blipFill>
          <a:blip r:embed="rId2"/>
          <a:srcRect t="187" b="15543"/>
          <a:stretch>
            <a:fillRect/>
          </a:stretch>
        </p:blipFill>
        <p:spPr>
          <a:xfrm>
            <a:off x="0" y="0"/>
            <a:ext cx="12192000" cy="6858000"/>
          </a:xfrm>
          <a:prstGeom prst="rect">
            <a:avLst/>
          </a:prstGeom>
          <a:noFill/>
        </p:spPr>
      </p:pic>
      <p:sp>
        <p:nvSpPr>
          <p:cNvPr id="22" name="emerald wash overlay"/>
          <p:cNvSpPr/>
          <p:nvPr/>
        </p:nvSpPr>
        <p:spPr>
          <a:xfrm>
            <a:off x="0" y="0"/>
            <a:ext cx="12192000" cy="6858000"/>
          </a:xfrm>
          <a:prstGeom prst="rect">
            <a:avLst/>
          </a:prstGeom>
          <a:solidFill>
            <a:srgbClr val="F7FBF8">
              <a:alpha val="42000"/>
            </a:srgbClr>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7FBF8"/>
              </a:solidFill>
              <a:effectLst/>
              <a:uLnTx/>
              <a:uFillTx/>
              <a:latin typeface="Arial"/>
              <a:ea typeface="+mn-ea"/>
              <a:cs typeface="+mn-cs"/>
            </a:endParaRPr>
          </a:p>
        </p:txBody>
      </p:sp>
      <p:sp>
        <p:nvSpPr>
          <p:cNvPr id="17" name="Title 2">
            <a:extLst>
              <a:ext uri="{FF2B5EF4-FFF2-40B4-BE49-F238E27FC236}">
                <a16:creationId xmlns:a16="http://schemas.microsoft.com/office/drawing/2014/main" id="{C23B6A35-B6F0-D784-4F8B-1364DB108CD7}"/>
              </a:ext>
            </a:extLst>
          </p:cNvPr>
          <p:cNvSpPr>
            <a:spLocks noGrp="1"/>
          </p:cNvSpPr>
          <p:nvPr>
            <p:ph type="title"/>
          </p:nvPr>
        </p:nvSpPr>
        <p:spPr>
          <a:xfrm>
            <a:off x="551384" y="2539274"/>
            <a:ext cx="6590370" cy="408702"/>
          </a:xfrm>
        </p:spPr>
        <p:txBody>
          <a:bodyPr wrap="square"/>
          <a:lstStyle/>
          <a:p>
            <a:r>
              <a:rPr lang="ja-JP" altLang="en-US" sz="3200" dirty="0">
                <a:solidFill>
                  <a:schemeClr val="bg1"/>
                </a:solidFill>
                <a:latin typeface="Meiryo UI" panose="020B0604030504040204" pitchFamily="50" charset="-128"/>
                <a:ea typeface="Meiryo UI" panose="020B0604030504040204" pitchFamily="50" charset="-128"/>
              </a:rPr>
              <a:t>集めた情報、次の一手は？、、、</a:t>
            </a:r>
            <a:endParaRPr lang="en-US" sz="3200" dirty="0">
              <a:solidFill>
                <a:schemeClr val="bg1"/>
              </a:solidFill>
              <a:latin typeface="Meiryo UI" panose="020B0604030504040204" pitchFamily="50" charset="-128"/>
              <a:ea typeface="Meiryo UI" panose="020B0604030504040204" pitchFamily="50" charset="-128"/>
            </a:endParaRPr>
          </a:p>
        </p:txBody>
      </p:sp>
      <p:sp>
        <p:nvSpPr>
          <p:cNvPr id="21" name="Slide Number Placeholder 4">
            <a:extLst>
              <a:ext uri="{FF2B5EF4-FFF2-40B4-BE49-F238E27FC236}">
                <a16:creationId xmlns:a16="http://schemas.microsoft.com/office/drawing/2014/main" id="{F8083B8D-3664-6E79-A2BB-CEF7CEE57A30}"/>
              </a:ext>
            </a:extLst>
          </p:cNvPr>
          <p:cNvSpPr>
            <a:spLocks noGrp="1"/>
          </p:cNvSpPr>
          <p:nvPr>
            <p:ph type="sldNum" sz="quarter" idx="12"/>
          </p:nvPr>
        </p:nvSpPr>
        <p:spPr>
          <a:xfrm>
            <a:off x="11352584" y="6433635"/>
            <a:ext cx="288032" cy="138499"/>
          </a:xfrm>
        </p:spPr>
        <p:txBody>
          <a:bodyPr wrap="square"/>
          <a:lstStyle/>
          <a:p>
            <a:pPr marL="0" marR="0" lvl="0" indent="0" algn="r" defTabSz="457200" rtl="0" eaLnBrk="1" fontAlgn="auto" latinLnBrk="0" hangingPunct="1">
              <a:lnSpc>
                <a:spcPct val="100000"/>
              </a:lnSpc>
              <a:spcBef>
                <a:spcPts val="0"/>
              </a:spcBef>
              <a:spcAft>
                <a:spcPts val="600"/>
              </a:spcAft>
              <a:buClrTx/>
              <a:buSzTx/>
              <a:buFontTx/>
              <a:buNone/>
              <a:tabLst/>
              <a:defRPr/>
            </a:pPr>
            <a:fld id="{1EDD9F3E-8BFD-4E3C-98D1-767322780FDD}" type="slidenum">
              <a:rPr kumimoji="0" lang="en-US" sz="900" b="0" i="0" u="none" strike="noStrike" kern="1200" cap="none" spc="0" normalizeH="0" baseline="0" noProof="0" smtClean="0">
                <a:ln>
                  <a:noFill/>
                </a:ln>
                <a:solidFill>
                  <a:srgbClr val="0E322A"/>
                </a:solidFill>
                <a:effectLst/>
                <a:uLnTx/>
                <a:uFillTx/>
                <a:latin typeface="Arial"/>
                <a:ea typeface="+mn-ea"/>
                <a:cs typeface="+mn-cs"/>
              </a:rPr>
              <a:pPr marL="0" marR="0" lvl="0" indent="0" algn="r" defTabSz="457200" rtl="0" eaLnBrk="1" fontAlgn="auto" latinLnBrk="0" hangingPunct="1">
                <a:lnSpc>
                  <a:spcPct val="100000"/>
                </a:lnSpc>
                <a:spcBef>
                  <a:spcPts val="0"/>
                </a:spcBef>
                <a:spcAft>
                  <a:spcPts val="600"/>
                </a:spcAft>
                <a:buClrTx/>
                <a:buSzTx/>
                <a:buFontTx/>
                <a:buNone/>
                <a:tabLst/>
                <a:defRPr/>
              </a:pPr>
              <a:t>3</a:t>
            </a:fld>
            <a:endParaRPr kumimoji="0" lang="en-US" sz="900" b="0" i="0" u="none" strike="noStrike" kern="1200" cap="none" spc="0" normalizeH="0" baseline="0" noProof="0">
              <a:ln>
                <a:noFill/>
              </a:ln>
              <a:solidFill>
                <a:srgbClr val="0E322A"/>
              </a:solidFill>
              <a:effectLst/>
              <a:uLnTx/>
              <a:uFillTx/>
              <a:latin typeface="Arial"/>
              <a:ea typeface="+mn-ea"/>
              <a:cs typeface="+mn-cs"/>
            </a:endParaRPr>
          </a:p>
        </p:txBody>
      </p:sp>
      <p:sp>
        <p:nvSpPr>
          <p:cNvPr id="13" name="Title 2">
            <a:extLst>
              <a:ext uri="{FF2B5EF4-FFF2-40B4-BE49-F238E27FC236}">
                <a16:creationId xmlns:a16="http://schemas.microsoft.com/office/drawing/2014/main" id="{6589FF1D-C39C-D5BF-3830-442EA1F6E63F}"/>
              </a:ext>
            </a:extLst>
          </p:cNvPr>
          <p:cNvSpPr txBox="1">
            <a:spLocks/>
          </p:cNvSpPr>
          <p:nvPr/>
        </p:nvSpPr>
        <p:spPr bwMode="gray">
          <a:xfrm>
            <a:off x="551384" y="4126230"/>
            <a:ext cx="6590370" cy="408702"/>
          </a:xfrm>
          <a:prstGeom prst="rect">
            <a:avLst/>
          </a:prstGeom>
        </p:spPr>
        <p:txBody>
          <a:bodyPr vert="horz" wrap="square" lIns="0" tIns="0" rIns="0" bIns="0" rtlCol="0" anchor="t">
            <a:spAutoFit/>
          </a:bodyPr>
          <a:lstStyle>
            <a:lvl1pPr algn="l" defTabSz="914400" rtl="0" eaLnBrk="1" latinLnBrk="0" hangingPunct="1">
              <a:lnSpc>
                <a:spcPct val="83000"/>
              </a:lnSpc>
              <a:spcBef>
                <a:spcPct val="0"/>
              </a:spcBef>
              <a:buNone/>
              <a:defRPr kumimoji="1" sz="6600" b="1" kern="1200" spc="-60" baseline="0">
                <a:solidFill>
                  <a:schemeClr val="tx1"/>
                </a:solidFill>
                <a:latin typeface="+mj-lt"/>
                <a:ea typeface="+mj-ea"/>
                <a:cs typeface="+mj-cs"/>
              </a:defRPr>
            </a:lvl1pPr>
          </a:lstStyle>
          <a:p>
            <a:pPr marL="0" marR="0" lvl="0" indent="0" algn="l" defTabSz="914400" rtl="0" eaLnBrk="1" fontAlgn="auto" latinLnBrk="0" hangingPunct="1">
              <a:lnSpc>
                <a:spcPct val="83000"/>
              </a:lnSpc>
              <a:spcBef>
                <a:spcPct val="0"/>
              </a:spcBef>
              <a:spcAft>
                <a:spcPts val="0"/>
              </a:spcAft>
              <a:buClrTx/>
              <a:buSzTx/>
              <a:buFontTx/>
              <a:buNone/>
              <a:tabLst/>
              <a:defRPr/>
            </a:pPr>
            <a:r>
              <a:rPr kumimoji="1" lang="ja-JP" altLang="en-US" sz="3200" b="1" i="0" u="none" strike="noStrike" kern="1200" cap="none" spc="-60" normalizeH="0" baseline="0" noProof="0" dirty="0">
                <a:ln>
                  <a:noFill/>
                </a:ln>
                <a:solidFill>
                  <a:srgbClr val="F7FBF8"/>
                </a:solidFill>
                <a:effectLst/>
                <a:uLnTx/>
                <a:uFillTx/>
                <a:latin typeface="Meiryo UI" panose="020B0604030504040204" pitchFamily="50" charset="-128"/>
                <a:ea typeface="Meiryo UI" panose="020B0604030504040204" pitchFamily="50" charset="-128"/>
                <a:cs typeface="+mj-cs"/>
              </a:rPr>
              <a:t>エリア戦略って、、、</a:t>
            </a:r>
            <a:endParaRPr kumimoji="1" lang="en-US" sz="3200" b="1" i="0" u="none" strike="noStrike" kern="1200" cap="none" spc="-60" normalizeH="0" baseline="0" noProof="0" dirty="0">
              <a:ln>
                <a:noFill/>
              </a:ln>
              <a:solidFill>
                <a:srgbClr val="F7FBF8"/>
              </a:solidFill>
              <a:effectLst/>
              <a:uLnTx/>
              <a:uFillTx/>
              <a:latin typeface="Meiryo UI" panose="020B0604030504040204" pitchFamily="50" charset="-128"/>
              <a:ea typeface="Meiryo UI" panose="020B0604030504040204" pitchFamily="50" charset="-128"/>
              <a:cs typeface="+mj-cs"/>
            </a:endParaRPr>
          </a:p>
        </p:txBody>
      </p:sp>
      <p:sp>
        <p:nvSpPr>
          <p:cNvPr id="2" name="Title 2">
            <a:extLst>
              <a:ext uri="{FF2B5EF4-FFF2-40B4-BE49-F238E27FC236}">
                <a16:creationId xmlns:a16="http://schemas.microsoft.com/office/drawing/2014/main" id="{BB9E12BD-BFD0-66C0-89E3-C57B308AB563}"/>
              </a:ext>
            </a:extLst>
          </p:cNvPr>
          <p:cNvSpPr txBox="1">
            <a:spLocks/>
          </p:cNvSpPr>
          <p:nvPr/>
        </p:nvSpPr>
        <p:spPr bwMode="gray">
          <a:xfrm>
            <a:off x="555194" y="3332752"/>
            <a:ext cx="6590370" cy="408702"/>
          </a:xfrm>
          <a:prstGeom prst="rect">
            <a:avLst/>
          </a:prstGeom>
        </p:spPr>
        <p:txBody>
          <a:bodyPr vert="horz" wrap="square" lIns="0" tIns="0" rIns="0" bIns="0" rtlCol="0" anchor="t">
            <a:spAutoFit/>
          </a:bodyPr>
          <a:lstStyle>
            <a:lvl1pPr algn="l" defTabSz="914400" rtl="0" eaLnBrk="1" latinLnBrk="0" hangingPunct="1">
              <a:lnSpc>
                <a:spcPct val="83000"/>
              </a:lnSpc>
              <a:spcBef>
                <a:spcPct val="0"/>
              </a:spcBef>
              <a:buNone/>
              <a:defRPr kumimoji="1" sz="6600" b="1" kern="1200" spc="-60" baseline="0">
                <a:solidFill>
                  <a:schemeClr val="tx1"/>
                </a:solidFill>
                <a:latin typeface="+mj-lt"/>
                <a:ea typeface="+mj-ea"/>
                <a:cs typeface="+mj-cs"/>
              </a:defRPr>
            </a:lvl1pPr>
          </a:lstStyle>
          <a:p>
            <a:pPr marL="0" marR="0" lvl="0" indent="0" algn="l" defTabSz="914400" rtl="0" eaLnBrk="1" fontAlgn="auto" latinLnBrk="0" hangingPunct="1">
              <a:lnSpc>
                <a:spcPct val="83000"/>
              </a:lnSpc>
              <a:spcBef>
                <a:spcPct val="0"/>
              </a:spcBef>
              <a:spcAft>
                <a:spcPts val="0"/>
              </a:spcAft>
              <a:buClrTx/>
              <a:buSzTx/>
              <a:buFontTx/>
              <a:buNone/>
              <a:tabLst/>
              <a:defRPr/>
            </a:pPr>
            <a:r>
              <a:rPr kumimoji="1" lang="ja-JP" altLang="en-US" sz="3200" b="1" i="0" u="none" strike="noStrike" kern="1200" cap="none" spc="-60" normalizeH="0" baseline="0" noProof="0" dirty="0">
                <a:ln>
                  <a:noFill/>
                </a:ln>
                <a:solidFill>
                  <a:srgbClr val="F7FBF8"/>
                </a:solidFill>
                <a:effectLst/>
                <a:uLnTx/>
                <a:uFillTx/>
                <a:latin typeface="Meiryo UI" panose="020B0604030504040204" pitchFamily="50" charset="-128"/>
                <a:ea typeface="Meiryo UI" panose="020B0604030504040204" pitchFamily="50" charset="-128"/>
                <a:cs typeface="+mj-cs"/>
              </a:rPr>
              <a:t>いよいよ最終回、、、</a:t>
            </a:r>
            <a:endParaRPr kumimoji="1" lang="en-US" sz="3200" b="1" i="0" u="none" strike="noStrike" kern="1200" cap="none" spc="-60" normalizeH="0" baseline="0" noProof="0" dirty="0">
              <a:ln>
                <a:noFill/>
              </a:ln>
              <a:solidFill>
                <a:srgbClr val="F7FBF8"/>
              </a:solidFill>
              <a:effectLst/>
              <a:uLnTx/>
              <a:uFillTx/>
              <a:latin typeface="Meiryo UI" panose="020B0604030504040204" pitchFamily="50" charset="-128"/>
              <a:ea typeface="Meiryo UI" panose="020B0604030504040204" pitchFamily="50" charset="-128"/>
              <a:cs typeface="+mj-cs"/>
            </a:endParaRPr>
          </a:p>
        </p:txBody>
      </p:sp>
      <p:sp>
        <p:nvSpPr>
          <p:cNvPr id="4" name="Title 2">
            <a:extLst>
              <a:ext uri="{FF2B5EF4-FFF2-40B4-BE49-F238E27FC236}">
                <a16:creationId xmlns:a16="http://schemas.microsoft.com/office/drawing/2014/main" id="{0A88ABD1-1BBB-28E5-8343-E78C68DD1C25}"/>
              </a:ext>
            </a:extLst>
          </p:cNvPr>
          <p:cNvSpPr txBox="1">
            <a:spLocks/>
          </p:cNvSpPr>
          <p:nvPr/>
        </p:nvSpPr>
        <p:spPr bwMode="gray">
          <a:xfrm>
            <a:off x="551384" y="1065286"/>
            <a:ext cx="6590370" cy="408702"/>
          </a:xfrm>
          <a:prstGeom prst="rect">
            <a:avLst/>
          </a:prstGeom>
        </p:spPr>
        <p:txBody>
          <a:bodyPr vert="horz" wrap="square" lIns="0" tIns="0" rIns="0" bIns="0" rtlCol="0" anchor="t">
            <a:spAutoFit/>
          </a:bodyPr>
          <a:lstStyle>
            <a:lvl1pPr algn="l" defTabSz="914400" rtl="0" eaLnBrk="1" latinLnBrk="0" hangingPunct="1">
              <a:lnSpc>
                <a:spcPct val="83000"/>
              </a:lnSpc>
              <a:spcBef>
                <a:spcPct val="0"/>
              </a:spcBef>
              <a:buNone/>
              <a:defRPr kumimoji="1" sz="6600" b="1" kern="1200" spc="-60" baseline="0">
                <a:solidFill>
                  <a:schemeClr val="tx1"/>
                </a:solidFill>
                <a:latin typeface="+mj-lt"/>
                <a:ea typeface="+mj-ea"/>
                <a:cs typeface="+mj-cs"/>
              </a:defRPr>
            </a:lvl1pPr>
          </a:lstStyle>
          <a:p>
            <a:pPr marL="0" marR="0" lvl="0" indent="0" algn="l" defTabSz="914400" rtl="0" eaLnBrk="1" fontAlgn="auto" latinLnBrk="0" hangingPunct="1">
              <a:lnSpc>
                <a:spcPct val="83000"/>
              </a:lnSpc>
              <a:spcBef>
                <a:spcPct val="0"/>
              </a:spcBef>
              <a:spcAft>
                <a:spcPts val="0"/>
              </a:spcAft>
              <a:buClrTx/>
              <a:buSzTx/>
              <a:buFontTx/>
              <a:buNone/>
              <a:tabLst/>
              <a:defRPr/>
            </a:pPr>
            <a:r>
              <a:rPr kumimoji="1" lang="ja-JP" altLang="en-US" sz="3200" b="1" i="0" u="none" strike="noStrike" kern="1200" cap="none" spc="-6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j-cs"/>
              </a:rPr>
              <a:t>皆様のお気持ちは？</a:t>
            </a:r>
            <a:endParaRPr kumimoji="1" lang="en-US" sz="3200" b="1" i="0" u="none" strike="noStrike" kern="1200" cap="none" spc="-6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j-cs"/>
            </a:endParaRPr>
          </a:p>
        </p:txBody>
      </p:sp>
    </p:spTree>
    <p:extLst>
      <p:ext uri="{BB962C8B-B14F-4D97-AF65-F5344CB8AC3E}">
        <p14:creationId xmlns:p14="http://schemas.microsoft.com/office/powerpoint/2010/main" val="26974074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図 7">
            <a:extLst>
              <a:ext uri="{FF2B5EF4-FFF2-40B4-BE49-F238E27FC236}">
                <a16:creationId xmlns:a16="http://schemas.microsoft.com/office/drawing/2014/main" id="{0929841C-57BA-89BA-7F4F-DB543459026A}"/>
              </a:ext>
            </a:extLst>
          </p:cNvPr>
          <p:cNvPicPr>
            <a:picLocks noChangeAspect="1"/>
          </p:cNvPicPr>
          <p:nvPr/>
        </p:nvPicPr>
        <p:blipFill>
          <a:blip r:embed="rId2"/>
          <a:srcRect t="9111" b="9111"/>
          <a:stretch>
            <a:fillRect/>
          </a:stretch>
        </p:blipFill>
        <p:spPr>
          <a:xfrm>
            <a:off x="0" y="0"/>
            <a:ext cx="12192000" cy="6858000"/>
          </a:xfrm>
          <a:prstGeom prst="rect">
            <a:avLst/>
          </a:prstGeom>
        </p:spPr>
      </p:pic>
      <p:sp>
        <p:nvSpPr>
          <p:cNvPr id="16" name="emerald wash overlay"/>
          <p:cNvSpPr/>
          <p:nvPr/>
        </p:nvSpPr>
        <p:spPr>
          <a:xfrm>
            <a:off x="0" y="0"/>
            <a:ext cx="12192000" cy="6858000"/>
          </a:xfrm>
          <a:prstGeom prst="rect">
            <a:avLst/>
          </a:prstGeom>
          <a:solidFill>
            <a:srgbClr val="0E322A">
              <a:alpha val="88000"/>
            </a:srgbClr>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7FBF8"/>
              </a:solidFill>
              <a:effectLst/>
              <a:uLnTx/>
              <a:uFillTx/>
              <a:latin typeface="Arial"/>
              <a:ea typeface="+mn-ea"/>
              <a:cs typeface="+mn-cs"/>
            </a:endParaRPr>
          </a:p>
        </p:txBody>
      </p:sp>
      <p:sp>
        <p:nvSpPr>
          <p:cNvPr id="15" name="四角形: 角を丸くする 14">
            <a:extLst>
              <a:ext uri="{FF2B5EF4-FFF2-40B4-BE49-F238E27FC236}">
                <a16:creationId xmlns:a16="http://schemas.microsoft.com/office/drawing/2014/main" id="{84DE1810-19F1-5CF2-085F-A1970AE7A0FD}"/>
              </a:ext>
            </a:extLst>
          </p:cNvPr>
          <p:cNvSpPr/>
          <p:nvPr/>
        </p:nvSpPr>
        <p:spPr>
          <a:xfrm>
            <a:off x="605790" y="365760"/>
            <a:ext cx="2583180" cy="548640"/>
          </a:xfrm>
          <a:prstGeom prst="roundRect">
            <a:avLst/>
          </a:prstGeom>
          <a:solidFill>
            <a:srgbClr val="0D8B5F"/>
          </a:solidFill>
          <a:ln>
            <a:noFill/>
          </a:ln>
        </p:spPr>
        <p:style>
          <a:lnRef idx="0">
            <a:schemeClr val="accent1"/>
          </a:lnRef>
          <a:fillRef idx="3">
            <a:schemeClr val="accent1"/>
          </a:fillRef>
          <a:effectRef idx="3">
            <a:schemeClr val="accent1"/>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概要・イメージ</a:t>
            </a:r>
          </a:p>
        </p:txBody>
      </p:sp>
      <p:pic>
        <p:nvPicPr>
          <p:cNvPr id="9" name="図 8">
            <a:extLst>
              <a:ext uri="{FF2B5EF4-FFF2-40B4-BE49-F238E27FC236}">
                <a16:creationId xmlns:a16="http://schemas.microsoft.com/office/drawing/2014/main" id="{CA8B4306-536C-C523-53C2-61A4A67558F7}"/>
              </a:ext>
            </a:extLst>
          </p:cNvPr>
          <p:cNvPicPr>
            <a:picLocks noChangeAspect="1"/>
          </p:cNvPicPr>
          <p:nvPr/>
        </p:nvPicPr>
        <p:blipFill>
          <a:blip r:embed="rId3"/>
          <a:stretch>
            <a:fillRect/>
          </a:stretch>
        </p:blipFill>
        <p:spPr>
          <a:xfrm>
            <a:off x="5965245" y="1315978"/>
            <a:ext cx="6096528" cy="3429297"/>
          </a:xfrm>
          <a:prstGeom prst="rect">
            <a:avLst/>
          </a:prstGeom>
        </p:spPr>
      </p:pic>
      <p:sp>
        <p:nvSpPr>
          <p:cNvPr id="2" name="矢印: 下 1">
            <a:extLst>
              <a:ext uri="{FF2B5EF4-FFF2-40B4-BE49-F238E27FC236}">
                <a16:creationId xmlns:a16="http://schemas.microsoft.com/office/drawing/2014/main" id="{7ABE689D-35AB-8B1F-D092-F57A12EB7D20}"/>
              </a:ext>
            </a:extLst>
          </p:cNvPr>
          <p:cNvSpPr/>
          <p:nvPr/>
        </p:nvSpPr>
        <p:spPr>
          <a:xfrm>
            <a:off x="11357902" y="1694297"/>
            <a:ext cx="287079" cy="1392865"/>
          </a:xfrm>
          <a:prstGeom prst="downArrow">
            <a:avLst/>
          </a:prstGeom>
          <a:solidFill>
            <a:srgbClr val="A7D7BF"/>
          </a:solidFill>
          <a:ln w="38100">
            <a:solidFill>
              <a:schemeClr val="accent5">
                <a:lumMod val="20000"/>
                <a:lumOff val="80000"/>
              </a:schemeClr>
            </a:solid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180000" marR="0" lvl="0" indent="-18000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endParaRPr kumimoji="1" lang="ja-JP" altLang="en-US" sz="1800" b="0" i="0" u="none" strike="noStrike" kern="1200" cap="none" spc="0" normalizeH="0" baseline="0" noProof="0" err="1">
              <a:ln>
                <a:noFill/>
              </a:ln>
              <a:solidFill>
                <a:srgbClr val="F7FBF8"/>
              </a:solidFill>
              <a:effectLst/>
              <a:uLnTx/>
              <a:uFillTx/>
              <a:latin typeface="Arial"/>
              <a:ea typeface="+mn-ea"/>
              <a:cs typeface="+mn-cs"/>
            </a:endParaRPr>
          </a:p>
        </p:txBody>
      </p:sp>
      <p:sp>
        <p:nvSpPr>
          <p:cNvPr id="3" name="矢印: 下 2">
            <a:extLst>
              <a:ext uri="{FF2B5EF4-FFF2-40B4-BE49-F238E27FC236}">
                <a16:creationId xmlns:a16="http://schemas.microsoft.com/office/drawing/2014/main" id="{E1596E16-1B7D-618E-F9B9-DFC22D1F4D13}"/>
              </a:ext>
            </a:extLst>
          </p:cNvPr>
          <p:cNvSpPr/>
          <p:nvPr/>
        </p:nvSpPr>
        <p:spPr>
          <a:xfrm>
            <a:off x="11376171" y="3101293"/>
            <a:ext cx="287079" cy="1392865"/>
          </a:xfrm>
          <a:prstGeom prst="downArrow">
            <a:avLst/>
          </a:prstGeom>
          <a:solidFill>
            <a:srgbClr val="A7D7BF"/>
          </a:solidFill>
          <a:ln w="38100">
            <a:solidFill>
              <a:schemeClr val="accent5">
                <a:lumMod val="20000"/>
                <a:lumOff val="80000"/>
              </a:schemeClr>
            </a:solid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180000" marR="0" lvl="0" indent="-18000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endParaRPr kumimoji="1" lang="ja-JP" altLang="en-US" sz="1800" b="0" i="0" u="none" strike="noStrike" kern="1200" cap="none" spc="0" normalizeH="0" baseline="0" noProof="0" err="1">
              <a:ln>
                <a:noFill/>
              </a:ln>
              <a:solidFill>
                <a:srgbClr val="F7FBF8"/>
              </a:solidFill>
              <a:effectLst/>
              <a:uLnTx/>
              <a:uFillTx/>
              <a:latin typeface="Arial"/>
              <a:ea typeface="+mn-ea"/>
              <a:cs typeface="+mn-cs"/>
            </a:endParaRPr>
          </a:p>
        </p:txBody>
      </p:sp>
      <p:sp>
        <p:nvSpPr>
          <p:cNvPr id="4" name="四角形: 角を丸くする 3">
            <a:extLst>
              <a:ext uri="{FF2B5EF4-FFF2-40B4-BE49-F238E27FC236}">
                <a16:creationId xmlns:a16="http://schemas.microsoft.com/office/drawing/2014/main" id="{84D548AD-7AD8-DE61-6175-DA788B61CD6A}"/>
              </a:ext>
            </a:extLst>
          </p:cNvPr>
          <p:cNvSpPr/>
          <p:nvPr/>
        </p:nvSpPr>
        <p:spPr>
          <a:xfrm>
            <a:off x="5996940" y="1699747"/>
            <a:ext cx="428847" cy="1392865"/>
          </a:xfrm>
          <a:prstGeom prst="roundRect">
            <a:avLst/>
          </a:prstGeom>
          <a:solidFill>
            <a:srgbClr val="A7D7BF"/>
          </a:soli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173A32"/>
                </a:solidFill>
                <a:effectLst/>
                <a:uLnTx/>
                <a:uFillTx/>
                <a:latin typeface="Meiryo UI"/>
                <a:ea typeface="Meiryo UI"/>
                <a:cs typeface="+mn-cs"/>
              </a:rPr>
              <a:t>早期完成</a:t>
            </a:r>
            <a:endParaRPr kumimoji="0" lang="en-US" altLang="ja-JP" sz="1800" b="0" i="0" u="none" strike="noStrike" kern="1200" cap="none" spc="0" normalizeH="0" baseline="0" noProof="0">
              <a:ln>
                <a:noFill/>
              </a:ln>
              <a:solidFill>
                <a:srgbClr val="F7FBF8"/>
              </a:solidFill>
              <a:effectLst/>
              <a:uLnTx/>
              <a:uFillTx/>
              <a:latin typeface="Meiryo UI"/>
              <a:ea typeface="Meiryo UI"/>
              <a:cs typeface="+mn-cs"/>
            </a:endParaRPr>
          </a:p>
        </p:txBody>
      </p:sp>
      <p:sp>
        <p:nvSpPr>
          <p:cNvPr id="5" name="四角形: 角を丸くする 4">
            <a:extLst>
              <a:ext uri="{FF2B5EF4-FFF2-40B4-BE49-F238E27FC236}">
                <a16:creationId xmlns:a16="http://schemas.microsoft.com/office/drawing/2014/main" id="{28C403BE-4263-6D6B-C79B-7C952D2E932E}"/>
              </a:ext>
            </a:extLst>
          </p:cNvPr>
          <p:cNvSpPr/>
          <p:nvPr/>
        </p:nvSpPr>
        <p:spPr>
          <a:xfrm>
            <a:off x="6002655" y="3161989"/>
            <a:ext cx="428847" cy="1392864"/>
          </a:xfrm>
          <a:prstGeom prst="roundRect">
            <a:avLst/>
          </a:prstGeom>
          <a:solidFill>
            <a:srgbClr val="A7D7BF"/>
          </a:soli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173A32"/>
                </a:solidFill>
                <a:effectLst/>
                <a:uLnTx/>
                <a:uFillTx/>
                <a:latin typeface="Meiryo UI"/>
                <a:ea typeface="Meiryo UI"/>
                <a:cs typeface="+mn-cs"/>
              </a:rPr>
              <a:t>順次完成</a:t>
            </a:r>
            <a:endParaRPr kumimoji="0" lang="en-US" altLang="ja-JP" sz="1800" b="0" i="0" u="none" strike="noStrike" kern="1200" cap="none" spc="0" normalizeH="0" baseline="0" noProof="0">
              <a:ln>
                <a:noFill/>
              </a:ln>
              <a:solidFill>
                <a:srgbClr val="F7FBF8"/>
              </a:solidFill>
              <a:effectLst/>
              <a:uLnTx/>
              <a:uFillTx/>
              <a:latin typeface="Meiryo UI"/>
              <a:ea typeface="Meiryo UI"/>
              <a:cs typeface="+mn-cs"/>
            </a:endParaRPr>
          </a:p>
        </p:txBody>
      </p:sp>
      <p:sp>
        <p:nvSpPr>
          <p:cNvPr id="6" name="四角形: 角を丸くする 5">
            <a:extLst>
              <a:ext uri="{FF2B5EF4-FFF2-40B4-BE49-F238E27FC236}">
                <a16:creationId xmlns:a16="http://schemas.microsoft.com/office/drawing/2014/main" id="{AA64EBC1-A89F-5909-3BF3-F045DF12FD06}"/>
              </a:ext>
            </a:extLst>
          </p:cNvPr>
          <p:cNvSpPr/>
          <p:nvPr/>
        </p:nvSpPr>
        <p:spPr>
          <a:xfrm>
            <a:off x="1771650" y="5269526"/>
            <a:ext cx="8812530" cy="888882"/>
          </a:xfrm>
          <a:prstGeom prst="roundRect">
            <a:avLst/>
          </a:prstGeom>
          <a:gradFill flip="none" rotWithShape="1">
            <a:gsLst>
              <a:gs pos="0">
                <a:srgbClr val="14543F"/>
              </a:gs>
              <a:gs pos="50000">
                <a:srgbClr val="0D8B5F"/>
              </a:gs>
              <a:gs pos="100000">
                <a:srgbClr val="6BC79B"/>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ctr"/>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2800" b="1"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不安を払拭し、その日からアクションできる</a:t>
            </a:r>
          </a:p>
        </p:txBody>
      </p:sp>
      <p:pic>
        <p:nvPicPr>
          <p:cNvPr id="11" name="図 10">
            <a:extLst>
              <a:ext uri="{FF2B5EF4-FFF2-40B4-BE49-F238E27FC236}">
                <a16:creationId xmlns:a16="http://schemas.microsoft.com/office/drawing/2014/main" id="{15E71789-B1D2-E7FF-6039-12113C3E912F}"/>
              </a:ext>
            </a:extLst>
          </p:cNvPr>
          <p:cNvPicPr>
            <a:picLocks noChangeAspect="1"/>
          </p:cNvPicPr>
          <p:nvPr/>
        </p:nvPicPr>
        <p:blipFill>
          <a:blip r:embed="rId4"/>
          <a:srcRect r="5875"/>
          <a:stretch>
            <a:fillRect/>
          </a:stretch>
        </p:blipFill>
        <p:spPr>
          <a:xfrm>
            <a:off x="125203" y="1315978"/>
            <a:ext cx="5738388" cy="3429297"/>
          </a:xfrm>
          <a:prstGeom prst="rect">
            <a:avLst/>
          </a:prstGeom>
        </p:spPr>
      </p:pic>
      <p:sp>
        <p:nvSpPr>
          <p:cNvPr id="10" name="タイトル 1">
            <a:extLst>
              <a:ext uri="{FF2B5EF4-FFF2-40B4-BE49-F238E27FC236}">
                <a16:creationId xmlns:a16="http://schemas.microsoft.com/office/drawing/2014/main" id="{AF93FE1E-7B8D-24BF-8C8D-E1359ED25436}"/>
              </a:ext>
            </a:extLst>
          </p:cNvPr>
          <p:cNvSpPr>
            <a:spLocks noGrp="1"/>
          </p:cNvSpPr>
          <p:nvPr>
            <p:ph type="ctrTitle"/>
          </p:nvPr>
        </p:nvSpPr>
        <p:spPr>
          <a:xfrm>
            <a:off x="3478206" y="518014"/>
            <a:ext cx="8622354" cy="357662"/>
          </a:xfrm>
        </p:spPr>
        <p:txBody>
          <a:bodyPr wrap="square"/>
          <a:lstStyle/>
          <a:p>
            <a:r>
              <a:rPr lang="en-US" altLang="ja-JP" sz="2800">
                <a:solidFill>
                  <a:schemeClr val="bg1"/>
                </a:solidFill>
                <a:latin typeface="Meiryo UI"/>
                <a:ea typeface="Meiryo UI"/>
                <a:cs typeface="Arial"/>
              </a:rPr>
              <a:t>Renal </a:t>
            </a:r>
            <a:r>
              <a:rPr lang="en-US" altLang="ja-JP" sz="2800" err="1">
                <a:solidFill>
                  <a:schemeClr val="bg1"/>
                </a:solidFill>
                <a:latin typeface="Meiryo UI"/>
                <a:ea typeface="Meiryo UI"/>
                <a:cs typeface="Arial"/>
              </a:rPr>
              <a:t>大学</a:t>
            </a:r>
            <a:r>
              <a:rPr lang="en-US" altLang="ja-JP" sz="2800">
                <a:solidFill>
                  <a:schemeClr val="bg1"/>
                </a:solidFill>
                <a:latin typeface="Meiryo UI"/>
                <a:ea typeface="Meiryo UI"/>
                <a:cs typeface="Arial"/>
              </a:rPr>
              <a:t>/</a:t>
            </a:r>
            <a:r>
              <a:rPr lang="en-US" altLang="ja-JP" sz="2800" err="1">
                <a:solidFill>
                  <a:schemeClr val="bg1"/>
                </a:solidFill>
                <a:latin typeface="Meiryo UI"/>
                <a:ea typeface="Meiryo UI"/>
                <a:cs typeface="Arial"/>
              </a:rPr>
              <a:t>基幹病院担当者スキルアッププロジェクト</a:t>
            </a:r>
          </a:p>
        </p:txBody>
      </p:sp>
      <p:sp>
        <p:nvSpPr>
          <p:cNvPr id="12" name="正方形/長方形 11">
            <a:extLst>
              <a:ext uri="{FF2B5EF4-FFF2-40B4-BE49-F238E27FC236}">
                <a16:creationId xmlns:a16="http://schemas.microsoft.com/office/drawing/2014/main" id="{14366105-51EE-2A58-66B0-3AD72D6C0221}"/>
              </a:ext>
            </a:extLst>
          </p:cNvPr>
          <p:cNvSpPr/>
          <p:nvPr/>
        </p:nvSpPr>
        <p:spPr>
          <a:xfrm>
            <a:off x="6464601" y="4093537"/>
            <a:ext cx="5178055" cy="606055"/>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kumimoji="1" lang="ja-JP" altLang="en-US" dirty="0" err="1"/>
          </a:p>
        </p:txBody>
      </p:sp>
    </p:spTree>
    <p:extLst>
      <p:ext uri="{BB962C8B-B14F-4D97-AF65-F5344CB8AC3E}">
        <p14:creationId xmlns:p14="http://schemas.microsoft.com/office/powerpoint/2010/main" val="26562053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E89B34-1110-A4B3-6213-181DD852D98E}"/>
            </a:ext>
          </a:extLst>
        </p:cNvPr>
        <p:cNvGrpSpPr/>
        <p:nvPr/>
      </p:nvGrpSpPr>
      <p:grpSpPr>
        <a:xfrm>
          <a:off x="0" y="0"/>
          <a:ext cx="0" cy="0"/>
          <a:chOff x="0" y="0"/>
          <a:chExt cx="0" cy="0"/>
        </a:xfrm>
      </p:grpSpPr>
      <p:pic>
        <p:nvPicPr>
          <p:cNvPr id="7" name="図 6">
            <a:extLst>
              <a:ext uri="{FF2B5EF4-FFF2-40B4-BE49-F238E27FC236}">
                <a16:creationId xmlns:a16="http://schemas.microsoft.com/office/drawing/2014/main" id="{E547B61F-8C0E-1529-D029-CB03A1EECE10}"/>
              </a:ext>
            </a:extLst>
          </p:cNvPr>
          <p:cNvPicPr>
            <a:picLocks noChangeAspect="1"/>
          </p:cNvPicPr>
          <p:nvPr/>
        </p:nvPicPr>
        <p:blipFill>
          <a:blip r:embed="rId2"/>
          <a:stretch>
            <a:fillRect/>
          </a:stretch>
        </p:blipFill>
        <p:spPr>
          <a:xfrm>
            <a:off x="32340" y="0"/>
            <a:ext cx="12127320" cy="6858000"/>
          </a:xfrm>
          <a:prstGeom prst="rect">
            <a:avLst/>
          </a:prstGeom>
        </p:spPr>
      </p:pic>
      <p:sp>
        <p:nvSpPr>
          <p:cNvPr id="4" name="四角形: 角を丸くする 3">
            <a:extLst>
              <a:ext uri="{FF2B5EF4-FFF2-40B4-BE49-F238E27FC236}">
                <a16:creationId xmlns:a16="http://schemas.microsoft.com/office/drawing/2014/main" id="{687C0AEB-F3DA-ED72-B649-4B73767F7C39}"/>
              </a:ext>
            </a:extLst>
          </p:cNvPr>
          <p:cNvSpPr/>
          <p:nvPr/>
        </p:nvSpPr>
        <p:spPr>
          <a:xfrm>
            <a:off x="605790" y="365760"/>
            <a:ext cx="2583180" cy="548640"/>
          </a:xfrm>
          <a:prstGeom prst="roundRect">
            <a:avLst/>
          </a:prstGeom>
          <a:solidFill>
            <a:srgbClr val="0D8B5F"/>
          </a:solidFill>
          <a:ln>
            <a:noFill/>
          </a:ln>
        </p:spPr>
        <p:style>
          <a:lnRef idx="0">
            <a:schemeClr val="accent1"/>
          </a:lnRef>
          <a:fillRef idx="3">
            <a:schemeClr val="accent1"/>
          </a:fillRef>
          <a:effectRef idx="3">
            <a:schemeClr val="accent1"/>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ゴール</a:t>
            </a:r>
          </a:p>
        </p:txBody>
      </p:sp>
      <p:pic>
        <p:nvPicPr>
          <p:cNvPr id="5" name="図 4">
            <a:extLst>
              <a:ext uri="{FF2B5EF4-FFF2-40B4-BE49-F238E27FC236}">
                <a16:creationId xmlns:a16="http://schemas.microsoft.com/office/drawing/2014/main" id="{7D11EB31-F6B4-EF3A-3542-19CC6507CAE2}"/>
              </a:ext>
            </a:extLst>
          </p:cNvPr>
          <p:cNvPicPr>
            <a:picLocks noChangeAspect="1"/>
          </p:cNvPicPr>
          <p:nvPr/>
        </p:nvPicPr>
        <p:blipFill>
          <a:blip r:embed="rId3"/>
          <a:stretch>
            <a:fillRect/>
          </a:stretch>
        </p:blipFill>
        <p:spPr>
          <a:xfrm>
            <a:off x="1291590" y="1200150"/>
            <a:ext cx="9635489" cy="4978480"/>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2" name="タイトル 1">
            <a:extLst>
              <a:ext uri="{FF2B5EF4-FFF2-40B4-BE49-F238E27FC236}">
                <a16:creationId xmlns:a16="http://schemas.microsoft.com/office/drawing/2014/main" id="{352E46A4-BE7B-2C87-BD61-B36C125E2BBF}"/>
              </a:ext>
            </a:extLst>
          </p:cNvPr>
          <p:cNvSpPr>
            <a:spLocks noGrp="1"/>
          </p:cNvSpPr>
          <p:nvPr>
            <p:ph type="ctrTitle"/>
          </p:nvPr>
        </p:nvSpPr>
        <p:spPr>
          <a:xfrm>
            <a:off x="3478206" y="518014"/>
            <a:ext cx="8622354" cy="357662"/>
          </a:xfrm>
        </p:spPr>
        <p:txBody>
          <a:bodyPr wrap="square"/>
          <a:lstStyle/>
          <a:p>
            <a:r>
              <a:rPr lang="en-US" altLang="ja-JP" sz="2800">
                <a:solidFill>
                  <a:schemeClr val="bg1"/>
                </a:solidFill>
                <a:latin typeface="Meiryo UI"/>
                <a:ea typeface="Meiryo UI"/>
                <a:cs typeface="Arial"/>
              </a:rPr>
              <a:t>Renal </a:t>
            </a:r>
            <a:r>
              <a:rPr lang="en-US" altLang="ja-JP" sz="2800" err="1">
                <a:solidFill>
                  <a:schemeClr val="bg1"/>
                </a:solidFill>
                <a:latin typeface="Meiryo UI"/>
                <a:ea typeface="Meiryo UI"/>
                <a:cs typeface="Arial"/>
              </a:rPr>
              <a:t>大学</a:t>
            </a:r>
            <a:r>
              <a:rPr lang="en-US" altLang="ja-JP" sz="2800">
                <a:solidFill>
                  <a:schemeClr val="bg1"/>
                </a:solidFill>
                <a:latin typeface="Meiryo UI"/>
                <a:ea typeface="Meiryo UI"/>
                <a:cs typeface="Arial"/>
              </a:rPr>
              <a:t>/</a:t>
            </a:r>
            <a:r>
              <a:rPr lang="en-US" altLang="ja-JP" sz="2800" err="1">
                <a:solidFill>
                  <a:schemeClr val="bg1"/>
                </a:solidFill>
                <a:latin typeface="Meiryo UI"/>
                <a:ea typeface="Meiryo UI"/>
                <a:cs typeface="Arial"/>
              </a:rPr>
              <a:t>基幹病院担当者スキルアッププロジェクト</a:t>
            </a:r>
          </a:p>
        </p:txBody>
      </p:sp>
      <p:sp>
        <p:nvSpPr>
          <p:cNvPr id="6" name="TextBox 5">
            <a:extLst>
              <a:ext uri="{FF2B5EF4-FFF2-40B4-BE49-F238E27FC236}">
                <a16:creationId xmlns:a16="http://schemas.microsoft.com/office/drawing/2014/main" id="{B027706F-0669-7DBA-8ED9-B7E78EA60F06}"/>
              </a:ext>
            </a:extLst>
          </p:cNvPr>
          <p:cNvSpPr txBox="1"/>
          <p:nvPr/>
        </p:nvSpPr>
        <p:spPr>
          <a:xfrm>
            <a:off x="1522093" y="4302132"/>
            <a:ext cx="7817849" cy="584330"/>
          </a:xfrm>
          <a:prstGeom prst="rect">
            <a:avLst/>
          </a:prstGeom>
          <a:noFill/>
          <a:ln w="57150">
            <a:solidFill>
              <a:srgbClr val="FF0000"/>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E322A"/>
              </a:solidFill>
              <a:effectLst/>
              <a:uLnTx/>
              <a:uFillTx/>
              <a:latin typeface="Arial"/>
              <a:ea typeface="+mn-ea"/>
              <a:cs typeface="+mn-cs"/>
            </a:endParaRPr>
          </a:p>
        </p:txBody>
      </p:sp>
    </p:spTree>
    <p:extLst>
      <p:ext uri="{BB962C8B-B14F-4D97-AF65-F5344CB8AC3E}">
        <p14:creationId xmlns:p14="http://schemas.microsoft.com/office/powerpoint/2010/main" val="3783516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BBD2C5-0EB7-C594-BDA2-251203D6DCDD}"/>
            </a:ext>
          </a:extLst>
        </p:cNvPr>
        <p:cNvGrpSpPr/>
        <p:nvPr/>
      </p:nvGrpSpPr>
      <p:grpSpPr>
        <a:xfrm>
          <a:off x="0" y="0"/>
          <a:ext cx="0" cy="0"/>
          <a:chOff x="0" y="0"/>
          <a:chExt cx="0" cy="0"/>
        </a:xfrm>
      </p:grpSpPr>
      <p:sp>
        <p:nvSpPr>
          <p:cNvPr id="10" name="emerald wash overlay"/>
          <p:cNvSpPr/>
          <p:nvPr/>
        </p:nvSpPr>
        <p:spPr>
          <a:xfrm>
            <a:off x="0" y="0"/>
            <a:ext cx="12192000" cy="6858000"/>
          </a:xfrm>
          <a:prstGeom prst="rect">
            <a:avLst/>
          </a:prstGeom>
          <a:solidFill>
            <a:srgbClr val="0E322A">
              <a:alpha val="88000"/>
            </a:srgbClr>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7FBF8"/>
              </a:solidFill>
              <a:effectLst/>
              <a:uLnTx/>
              <a:uFillTx/>
              <a:latin typeface="Arial"/>
              <a:ea typeface="+mn-ea"/>
              <a:cs typeface="+mn-cs"/>
            </a:endParaRPr>
          </a:p>
        </p:txBody>
      </p:sp>
      <p:pic>
        <p:nvPicPr>
          <p:cNvPr id="9" name="図 8">
            <a:extLst>
              <a:ext uri="{FF2B5EF4-FFF2-40B4-BE49-F238E27FC236}">
                <a16:creationId xmlns:a16="http://schemas.microsoft.com/office/drawing/2014/main" id="{BA5C4EFE-E5B9-8467-5497-61815DDE313C}"/>
              </a:ext>
            </a:extLst>
          </p:cNvPr>
          <p:cNvPicPr>
            <a:picLocks noChangeAspect="1"/>
          </p:cNvPicPr>
          <p:nvPr/>
        </p:nvPicPr>
        <p:blipFill>
          <a:blip r:embed="rId2"/>
          <a:srcRect t="9111" b="9111"/>
          <a:stretch>
            <a:fillRect/>
          </a:stretch>
        </p:blipFill>
        <p:spPr>
          <a:xfrm>
            <a:off x="0" y="0"/>
            <a:ext cx="12192000" cy="6858000"/>
          </a:xfrm>
          <a:prstGeom prst="rect">
            <a:avLst/>
          </a:prstGeom>
        </p:spPr>
      </p:pic>
      <p:pic>
        <p:nvPicPr>
          <p:cNvPr id="14" name="図 13">
            <a:extLst>
              <a:ext uri="{FF2B5EF4-FFF2-40B4-BE49-F238E27FC236}">
                <a16:creationId xmlns:a16="http://schemas.microsoft.com/office/drawing/2014/main" id="{5748EB0D-A802-1E0E-6EC1-B0AC3A6345D9}"/>
              </a:ext>
            </a:extLst>
          </p:cNvPr>
          <p:cNvPicPr>
            <a:picLocks noChangeAspect="1"/>
          </p:cNvPicPr>
          <p:nvPr/>
        </p:nvPicPr>
        <p:blipFill>
          <a:blip r:embed="rId3"/>
          <a:stretch>
            <a:fillRect/>
          </a:stretch>
        </p:blipFill>
        <p:spPr>
          <a:xfrm>
            <a:off x="0" y="0"/>
            <a:ext cx="12192000" cy="6897498"/>
          </a:xfrm>
          <a:prstGeom prst="rect">
            <a:avLst/>
          </a:prstGeom>
        </p:spPr>
      </p:pic>
      <p:graphicFrame>
        <p:nvGraphicFramePr>
          <p:cNvPr id="3" name="図表 2">
            <a:extLst>
              <a:ext uri="{FF2B5EF4-FFF2-40B4-BE49-F238E27FC236}">
                <a16:creationId xmlns:a16="http://schemas.microsoft.com/office/drawing/2014/main" id="{B90D169A-CAAD-A716-A031-7239C2838D06}"/>
              </a:ext>
            </a:extLst>
          </p:cNvPr>
          <p:cNvGraphicFramePr/>
          <p:nvPr/>
        </p:nvGraphicFramePr>
        <p:xfrm>
          <a:off x="217170" y="365760"/>
          <a:ext cx="11692890" cy="5430213"/>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8" name="四角形: 角を丸くする 7">
            <a:extLst>
              <a:ext uri="{FF2B5EF4-FFF2-40B4-BE49-F238E27FC236}">
                <a16:creationId xmlns:a16="http://schemas.microsoft.com/office/drawing/2014/main" id="{7F84BD35-B2A0-CEF0-2BA5-680A95BEDDD8}"/>
              </a:ext>
            </a:extLst>
          </p:cNvPr>
          <p:cNvSpPr/>
          <p:nvPr/>
        </p:nvSpPr>
        <p:spPr>
          <a:xfrm>
            <a:off x="605790" y="365760"/>
            <a:ext cx="2583180" cy="548640"/>
          </a:xfrm>
          <a:prstGeom prst="roundRect">
            <a:avLst/>
          </a:prstGeom>
          <a:solidFill>
            <a:srgbClr val="0D8B5F"/>
          </a:solidFill>
          <a:ln>
            <a:noFill/>
          </a:ln>
        </p:spPr>
        <p:style>
          <a:lnRef idx="0">
            <a:schemeClr val="accent1"/>
          </a:lnRef>
          <a:fillRef idx="3">
            <a:schemeClr val="accent1"/>
          </a:fillRef>
          <a:effectRef idx="3">
            <a:schemeClr val="accent1"/>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プロジェクトメンバー</a:t>
            </a:r>
          </a:p>
        </p:txBody>
      </p:sp>
      <p:sp>
        <p:nvSpPr>
          <p:cNvPr id="2" name="タイトル 1">
            <a:extLst>
              <a:ext uri="{FF2B5EF4-FFF2-40B4-BE49-F238E27FC236}">
                <a16:creationId xmlns:a16="http://schemas.microsoft.com/office/drawing/2014/main" id="{2FE97FF1-906A-DBE1-D182-0FD5C8A5F8CB}"/>
              </a:ext>
            </a:extLst>
          </p:cNvPr>
          <p:cNvSpPr>
            <a:spLocks noGrp="1"/>
          </p:cNvSpPr>
          <p:nvPr>
            <p:ph type="ctrTitle"/>
          </p:nvPr>
        </p:nvSpPr>
        <p:spPr>
          <a:xfrm>
            <a:off x="1085850" y="5297401"/>
            <a:ext cx="10266734" cy="817403"/>
          </a:xfrm>
        </p:spPr>
        <p:txBody>
          <a:bodyPr wrap="square"/>
          <a:lstStyle/>
          <a:p>
            <a:r>
              <a:rPr lang="en-US" altLang="ja-JP" sz="3200">
                <a:solidFill>
                  <a:schemeClr val="bg1"/>
                </a:solidFill>
                <a:latin typeface="HG創英ﾌﾟﾚｾﾞﾝｽEB" panose="02020809000000000000" pitchFamily="17" charset="-128"/>
                <a:ea typeface="HG創英ﾌﾟﾚｾﾞﾝｽEB" panose="02020809000000000000" pitchFamily="17" charset="-128"/>
                <a:cs typeface="Arial"/>
              </a:rPr>
              <a:t>Renal </a:t>
            </a:r>
            <a:r>
              <a:rPr lang="en-US" altLang="ja-JP" sz="3200" err="1">
                <a:solidFill>
                  <a:schemeClr val="bg1"/>
                </a:solidFill>
                <a:latin typeface="HG創英ﾌﾟﾚｾﾞﾝｽEB" panose="02020809000000000000" pitchFamily="17" charset="-128"/>
                <a:ea typeface="HG創英ﾌﾟﾚｾﾞﾝｽEB" panose="02020809000000000000" pitchFamily="17" charset="-128"/>
                <a:cs typeface="Arial"/>
              </a:rPr>
              <a:t>大学</a:t>
            </a:r>
            <a:r>
              <a:rPr lang="en-US" altLang="ja-JP" sz="3200">
                <a:solidFill>
                  <a:schemeClr val="bg1"/>
                </a:solidFill>
                <a:latin typeface="HG創英ﾌﾟﾚｾﾞﾝｽEB" panose="02020809000000000000" pitchFamily="17" charset="-128"/>
                <a:ea typeface="HG創英ﾌﾟﾚｾﾞﾝｽEB" panose="02020809000000000000" pitchFamily="17" charset="-128"/>
                <a:cs typeface="Arial"/>
              </a:rPr>
              <a:t>/</a:t>
            </a:r>
            <a:r>
              <a:rPr lang="en-US" altLang="ja-JP" sz="3200" err="1">
                <a:solidFill>
                  <a:schemeClr val="bg1"/>
                </a:solidFill>
                <a:latin typeface="HG創英ﾌﾟﾚｾﾞﾝｽEB" panose="02020809000000000000" pitchFamily="17" charset="-128"/>
                <a:ea typeface="HG創英ﾌﾟﾚｾﾞﾝｽEB" panose="02020809000000000000" pitchFamily="17" charset="-128"/>
                <a:cs typeface="Arial"/>
              </a:rPr>
              <a:t>基幹病院担当者スキルアッププロジェクト</a:t>
            </a:r>
          </a:p>
        </p:txBody>
      </p:sp>
      <p:sp>
        <p:nvSpPr>
          <p:cNvPr id="5" name="TextBox 4">
            <a:extLst>
              <a:ext uri="{FF2B5EF4-FFF2-40B4-BE49-F238E27FC236}">
                <a16:creationId xmlns:a16="http://schemas.microsoft.com/office/drawing/2014/main" id="{AE559E61-A38A-77ED-C1DC-2B7D93032893}"/>
              </a:ext>
            </a:extLst>
          </p:cNvPr>
          <p:cNvSpPr txBox="1"/>
          <p:nvPr/>
        </p:nvSpPr>
        <p:spPr>
          <a:xfrm>
            <a:off x="1832064" y="2028741"/>
            <a:ext cx="1695325" cy="2173643"/>
          </a:xfrm>
          <a:prstGeom prst="rect">
            <a:avLst/>
          </a:prstGeom>
          <a:noFill/>
          <a:ln w="57150">
            <a:solidFill>
              <a:srgbClr val="FF0000"/>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E322A"/>
              </a:solidFill>
              <a:effectLst/>
              <a:uLnTx/>
              <a:uFillTx/>
              <a:latin typeface="Arial"/>
              <a:ea typeface="+mn-ea"/>
              <a:cs typeface="+mn-cs"/>
            </a:endParaRPr>
          </a:p>
        </p:txBody>
      </p:sp>
      <p:sp>
        <p:nvSpPr>
          <p:cNvPr id="7" name="TextBox 6">
            <a:extLst>
              <a:ext uri="{FF2B5EF4-FFF2-40B4-BE49-F238E27FC236}">
                <a16:creationId xmlns:a16="http://schemas.microsoft.com/office/drawing/2014/main" id="{A484D68D-8EED-203E-6047-C01DBFD925C1}"/>
              </a:ext>
            </a:extLst>
          </p:cNvPr>
          <p:cNvSpPr txBox="1"/>
          <p:nvPr/>
        </p:nvSpPr>
        <p:spPr>
          <a:xfrm>
            <a:off x="6903972" y="1994044"/>
            <a:ext cx="1695325" cy="2173643"/>
          </a:xfrm>
          <a:prstGeom prst="rect">
            <a:avLst/>
          </a:prstGeom>
          <a:noFill/>
          <a:ln w="57150">
            <a:solidFill>
              <a:srgbClr val="FF0000"/>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E322A"/>
              </a:solidFill>
              <a:effectLst/>
              <a:uLnTx/>
              <a:uFillTx/>
              <a:latin typeface="Arial"/>
              <a:ea typeface="+mn-ea"/>
              <a:cs typeface="+mn-cs"/>
            </a:endParaRPr>
          </a:p>
        </p:txBody>
      </p:sp>
    </p:spTree>
    <p:extLst>
      <p:ext uri="{BB962C8B-B14F-4D97-AF65-F5344CB8AC3E}">
        <p14:creationId xmlns:p14="http://schemas.microsoft.com/office/powerpoint/2010/main" val="30078881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CED012-DDA1-D41D-65DA-57E0BA1FBE5D}"/>
            </a:ext>
          </a:extLst>
        </p:cNvPr>
        <p:cNvGrpSpPr/>
        <p:nvPr/>
      </p:nvGrpSpPr>
      <p:grpSpPr>
        <a:xfrm>
          <a:off x="0" y="0"/>
          <a:ext cx="0" cy="0"/>
          <a:chOff x="0" y="0"/>
          <a:chExt cx="0" cy="0"/>
        </a:xfrm>
      </p:grpSpPr>
      <p:pic>
        <p:nvPicPr>
          <p:cNvPr id="18" name="図 17">
            <a:extLst>
              <a:ext uri="{FF2B5EF4-FFF2-40B4-BE49-F238E27FC236}">
                <a16:creationId xmlns:a16="http://schemas.microsoft.com/office/drawing/2014/main" id="{F7488F29-00B5-FA7E-D7C1-E9FDF07352E8}"/>
              </a:ext>
            </a:extLst>
          </p:cNvPr>
          <p:cNvPicPr>
            <a:picLocks noChangeAspect="1"/>
          </p:cNvPicPr>
          <p:nvPr/>
        </p:nvPicPr>
        <p:blipFill>
          <a:blip r:embed="rId2"/>
          <a:stretch>
            <a:fillRect/>
          </a:stretch>
        </p:blipFill>
        <p:spPr>
          <a:xfrm>
            <a:off x="0" y="0"/>
            <a:ext cx="12192000" cy="6897498"/>
          </a:xfrm>
          <a:prstGeom prst="rect">
            <a:avLst/>
          </a:prstGeom>
        </p:spPr>
      </p:pic>
      <p:sp>
        <p:nvSpPr>
          <p:cNvPr id="3" name="四角形: 角を丸くする 2">
            <a:extLst>
              <a:ext uri="{FF2B5EF4-FFF2-40B4-BE49-F238E27FC236}">
                <a16:creationId xmlns:a16="http://schemas.microsoft.com/office/drawing/2014/main" id="{AD09851C-9131-A14A-9A7A-CF6D2A4F251E}"/>
              </a:ext>
            </a:extLst>
          </p:cNvPr>
          <p:cNvSpPr/>
          <p:nvPr/>
        </p:nvSpPr>
        <p:spPr>
          <a:xfrm>
            <a:off x="605790" y="365760"/>
            <a:ext cx="2583180" cy="548640"/>
          </a:xfrm>
          <a:prstGeom prst="roundRect">
            <a:avLst/>
          </a:prstGeom>
          <a:solidFill>
            <a:srgbClr val="0D8B5F"/>
          </a:solidFill>
          <a:ln>
            <a:noFill/>
          </a:ln>
        </p:spPr>
        <p:style>
          <a:lnRef idx="0">
            <a:schemeClr val="accent1"/>
          </a:lnRef>
          <a:fillRef idx="3">
            <a:schemeClr val="accent1"/>
          </a:fillRef>
          <a:effectRef idx="3">
            <a:schemeClr val="accent1"/>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今後の流れ</a:t>
            </a:r>
          </a:p>
        </p:txBody>
      </p:sp>
      <p:sp>
        <p:nvSpPr>
          <p:cNvPr id="9" name="テキスト ボックス 8">
            <a:extLst>
              <a:ext uri="{FF2B5EF4-FFF2-40B4-BE49-F238E27FC236}">
                <a16:creationId xmlns:a16="http://schemas.microsoft.com/office/drawing/2014/main" id="{9EF64936-655E-A5FE-2C24-7CD708F7AAFD}"/>
              </a:ext>
            </a:extLst>
          </p:cNvPr>
          <p:cNvSpPr txBox="1"/>
          <p:nvPr/>
        </p:nvSpPr>
        <p:spPr>
          <a:xfrm>
            <a:off x="3503045" y="456129"/>
            <a:ext cx="7222761" cy="369332"/>
          </a:xfrm>
          <a:prstGeom prst="rect">
            <a:avLst/>
          </a:prstGeom>
          <a:noFill/>
        </p:spPr>
        <p:txBody>
          <a:bodyPr wrap="square" lIns="91440" tIns="45720" rIns="91440" bIns="4572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altLang="ja-JP" sz="1800" b="0" i="0" u="none" strike="noStrike" kern="1200" cap="none" spc="0" normalizeH="0" baseline="0" noProof="0">
                <a:ln>
                  <a:noFill/>
                </a:ln>
                <a:solidFill>
                  <a:srgbClr val="FFFFFF"/>
                </a:solidFill>
                <a:effectLst/>
                <a:uLnTx/>
                <a:uFillTx/>
                <a:latin typeface="Meiryo UI"/>
                <a:ea typeface="Meiryo UI"/>
                <a:cs typeface="+mn-cs"/>
              </a:rPr>
              <a:t>※</a:t>
            </a:r>
            <a:r>
              <a:rPr kumimoji="0" lang="en-US" altLang="ja-JP" sz="1800" b="0" i="0" u="none" strike="noStrike" kern="1200" cap="none" spc="0" normalizeH="0" baseline="0" noProof="0" err="1">
                <a:ln>
                  <a:noFill/>
                </a:ln>
                <a:solidFill>
                  <a:srgbClr val="FFFFFF"/>
                </a:solidFill>
                <a:effectLst/>
                <a:uLnTx/>
                <a:uFillTx/>
                <a:latin typeface="Meiryo UI"/>
                <a:ea typeface="Meiryo UI"/>
                <a:cs typeface="+mn-cs"/>
              </a:rPr>
              <a:t>全員が</a:t>
            </a:r>
            <a:r>
              <a:rPr kumimoji="0" lang="ja-JP" altLang="en-US" sz="1800" b="0" i="0" u="none" strike="noStrike" kern="1200" cap="none" spc="0" normalizeH="0" baseline="0" noProof="0">
                <a:ln>
                  <a:noFill/>
                </a:ln>
                <a:solidFill>
                  <a:srgbClr val="FFFFFF"/>
                </a:solidFill>
                <a:effectLst/>
                <a:uLnTx/>
                <a:uFillTx/>
                <a:latin typeface="Meiryo UI"/>
                <a:ea typeface="Meiryo UI"/>
                <a:cs typeface="+mn-cs"/>
              </a:rPr>
              <a:t>主体的に参加・</a:t>
            </a:r>
            <a:r>
              <a:rPr kumimoji="0" lang="en-US" altLang="ja-JP" sz="1800" b="0" i="0" u="none" strike="noStrike" kern="1200" cap="none" spc="0" normalizeH="0" baseline="0" noProof="0">
                <a:ln>
                  <a:noFill/>
                </a:ln>
                <a:solidFill>
                  <a:srgbClr val="FFFFFF"/>
                </a:solidFill>
                <a:effectLst/>
                <a:uLnTx/>
                <a:uFillTx/>
                <a:latin typeface="Meiryo UI"/>
                <a:ea typeface="Meiryo UI"/>
                <a:cs typeface="+mn-cs"/>
              </a:rPr>
              <a:t>10</a:t>
            </a:r>
            <a:r>
              <a:rPr kumimoji="0" lang="ja-JP" altLang="en-US" sz="1800" b="0" i="0" u="none" strike="noStrike" kern="1200" cap="none" spc="0" normalizeH="0" baseline="0" noProof="0">
                <a:ln>
                  <a:noFill/>
                </a:ln>
                <a:solidFill>
                  <a:srgbClr val="FFFFFF"/>
                </a:solidFill>
                <a:effectLst/>
                <a:uLnTx/>
                <a:uFillTx/>
                <a:latin typeface="Meiryo UI"/>
                <a:ea typeface="Meiryo UI"/>
                <a:cs typeface="+mn-cs"/>
              </a:rPr>
              <a:t>分程度レクチャー・ワーク・共有のイメージ</a:t>
            </a:r>
          </a:p>
        </p:txBody>
      </p:sp>
      <p:sp>
        <p:nvSpPr>
          <p:cNvPr id="2" name="四角形: 角を丸くする 1">
            <a:extLst>
              <a:ext uri="{FF2B5EF4-FFF2-40B4-BE49-F238E27FC236}">
                <a16:creationId xmlns:a16="http://schemas.microsoft.com/office/drawing/2014/main" id="{474363B5-F17F-B5BE-25ED-B80B09710E83}"/>
              </a:ext>
            </a:extLst>
          </p:cNvPr>
          <p:cNvSpPr/>
          <p:nvPr/>
        </p:nvSpPr>
        <p:spPr>
          <a:xfrm>
            <a:off x="205740" y="3542124"/>
            <a:ext cx="2788920" cy="3159955"/>
          </a:xfrm>
          <a:prstGeom prst="roundRect">
            <a:avLst/>
          </a:prstGeom>
          <a:gradFill flip="none" rotWithShape="1">
            <a:gsLst>
              <a:gs pos="0">
                <a:srgbClr val="14543F"/>
              </a:gs>
              <a:gs pos="52000">
                <a:srgbClr val="0D8B5F"/>
              </a:gs>
              <a:gs pos="100000">
                <a:srgbClr val="72C99F"/>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1"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大学・基幹病院のイロハ</a:t>
            </a:r>
          </a:p>
          <a:p>
            <a:pPr marL="0" marR="0" lvl="0" indent="0" algn="ctr" defTabSz="457200" rtl="0" eaLnBrk="1" fontAlgn="auto" latinLnBrk="0" hangingPunct="1">
              <a:lnSpc>
                <a:spcPct val="100000"/>
              </a:lnSpc>
              <a:spcBef>
                <a:spcPts val="800"/>
              </a:spcBef>
              <a:spcAft>
                <a:spcPts val="0"/>
              </a:spcAft>
              <a:buClrTx/>
              <a:buSzTx/>
              <a:buFontTx/>
              <a:buNone/>
              <a:tabLst/>
              <a:defRPr/>
            </a:pPr>
            <a:endParaRPr kumimoji="1" lang="ja-JP" altLang="en-US" sz="14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285750" marR="0" lvl="0" indent="-285750" algn="ctr"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大学病院ってなぜあるの？</a:t>
            </a:r>
          </a:p>
          <a:p>
            <a:pPr marL="285750" marR="0" lvl="0" indent="-285750" algn="ctr"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この先生、どれだけ偉い？</a:t>
            </a:r>
          </a:p>
          <a:p>
            <a:pPr marL="285750" marR="0" lvl="0" indent="-285750" algn="ctr"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「採用」活動の心得</a:t>
            </a:r>
            <a:r>
              <a:rPr kumimoji="1" lang="en-US" altLang="ja-JP"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…etc</a:t>
            </a:r>
            <a:endPar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285750" marR="0" lvl="0" indent="-285750" algn="ctr"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endPar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1"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この会に参加すると→</a:t>
            </a: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病院に訪問する怖さがちょっとだけ減っているかも🤏</a:t>
            </a:r>
          </a:p>
        </p:txBody>
      </p:sp>
      <p:sp>
        <p:nvSpPr>
          <p:cNvPr id="4" name="四角形: 角を丸くする 3">
            <a:extLst>
              <a:ext uri="{FF2B5EF4-FFF2-40B4-BE49-F238E27FC236}">
                <a16:creationId xmlns:a16="http://schemas.microsoft.com/office/drawing/2014/main" id="{72A49435-E163-4B58-59D7-E082C531BB8C}"/>
              </a:ext>
            </a:extLst>
          </p:cNvPr>
          <p:cNvSpPr/>
          <p:nvPr/>
        </p:nvSpPr>
        <p:spPr>
          <a:xfrm>
            <a:off x="3253740" y="3542125"/>
            <a:ext cx="2788920" cy="3217272"/>
          </a:xfrm>
          <a:prstGeom prst="roundRect">
            <a:avLst/>
          </a:prstGeom>
          <a:gradFill flip="none" rotWithShape="1">
            <a:gsLst>
              <a:gs pos="0">
                <a:srgbClr val="14543F"/>
              </a:gs>
              <a:gs pos="52000">
                <a:srgbClr val="0D8B5F"/>
              </a:gs>
              <a:gs pos="100000">
                <a:srgbClr val="72C99F"/>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endParaRPr kumimoji="0" lang="ja-JP" altLang="en-US" sz="18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p:txBody>
      </p:sp>
      <p:sp>
        <p:nvSpPr>
          <p:cNvPr id="6" name="四角形: 角を丸くする 5">
            <a:extLst>
              <a:ext uri="{FF2B5EF4-FFF2-40B4-BE49-F238E27FC236}">
                <a16:creationId xmlns:a16="http://schemas.microsoft.com/office/drawing/2014/main" id="{248F0575-2B38-80BF-40CC-32B88F6554CD}"/>
              </a:ext>
            </a:extLst>
          </p:cNvPr>
          <p:cNvSpPr/>
          <p:nvPr/>
        </p:nvSpPr>
        <p:spPr>
          <a:xfrm>
            <a:off x="6244590" y="3542125"/>
            <a:ext cx="2788920" cy="3217272"/>
          </a:xfrm>
          <a:prstGeom prst="roundRect">
            <a:avLst/>
          </a:prstGeom>
          <a:gradFill flip="none" rotWithShape="1">
            <a:gsLst>
              <a:gs pos="0">
                <a:srgbClr val="14543F"/>
              </a:gs>
              <a:gs pos="52000">
                <a:srgbClr val="0D8B5F"/>
              </a:gs>
              <a:gs pos="100000">
                <a:srgbClr val="72C99F"/>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やっぱり</a:t>
            </a:r>
            <a:r>
              <a:rPr kumimoji="1" lang="en-US" altLang="ja-JP" sz="18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MR</a:t>
            </a:r>
            <a:r>
              <a:rPr kumimoji="1" lang="ja-JP" altLang="en-US" sz="18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は</a:t>
            </a:r>
            <a:r>
              <a:rPr kumimoji="1" lang="ja-JP" altLang="en-US" sz="1800" b="1"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情報</a:t>
            </a:r>
            <a:r>
              <a:rPr kumimoji="1" lang="ja-JP" altLang="en-US" sz="18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が命</a:t>
            </a:r>
            <a:endParaRPr kumimoji="1" lang="en-US" altLang="ja-JP" sz="18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１：「何を、どこでつかむか」</a:t>
            </a:r>
            <a:endPar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1-1</a:t>
            </a: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：デスクトップリサーチ</a:t>
            </a:r>
            <a:endPar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→社内外のツールを使いこなす</a:t>
            </a:r>
            <a:endPar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1-2</a:t>
            </a: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a:t>
            </a:r>
            <a:r>
              <a:rPr kumimoji="1" lang="en-US" altLang="ja-JP"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Wet</a:t>
            </a:r>
            <a:r>
              <a:rPr kumimoji="1" lang="ja-JP" altLang="en-US"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な情報</a:t>
            </a: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をつかむ</a:t>
            </a:r>
            <a:endPar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→何を、どこでつかむか</a:t>
            </a:r>
            <a:br>
              <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br>
            <a:r>
              <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2</a:t>
            </a: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a:t>
            </a:r>
            <a:r>
              <a:rPr kumimoji="1" lang="ja-JP" altLang="en-US"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得た情報をどう活かすか</a:t>
            </a:r>
            <a:endParaRPr kumimoji="1" lang="en-US" altLang="ja-JP"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この会に参加すると→</a:t>
            </a:r>
            <a:br>
              <a:rPr kumimoji="1" lang="en-US" altLang="ja-JP" sz="14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br>
            <a:r>
              <a:rPr kumimoji="1" lang="ja-JP" altLang="en-US"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「分かって</a:t>
            </a:r>
            <a:r>
              <a:rPr kumimoji="1" lang="en-US" altLang="ja-JP"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MR</a:t>
            </a:r>
            <a:r>
              <a:rPr kumimoji="1" lang="ja-JP" altLang="en-US"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a:t>
            </a: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として信頼がえられるかも🤏</a:t>
            </a:r>
          </a:p>
        </p:txBody>
      </p:sp>
      <p:sp>
        <p:nvSpPr>
          <p:cNvPr id="10" name="テキスト ボックス 9">
            <a:extLst>
              <a:ext uri="{FF2B5EF4-FFF2-40B4-BE49-F238E27FC236}">
                <a16:creationId xmlns:a16="http://schemas.microsoft.com/office/drawing/2014/main" id="{EB612F91-5DA9-E5C5-6010-BE98F96CB455}"/>
              </a:ext>
            </a:extLst>
          </p:cNvPr>
          <p:cNvSpPr txBox="1"/>
          <p:nvPr/>
        </p:nvSpPr>
        <p:spPr>
          <a:xfrm>
            <a:off x="745490" y="3029458"/>
            <a:ext cx="1657350" cy="369332"/>
          </a:xfrm>
          <a:prstGeom prst="rect">
            <a:avLst/>
          </a:prstGeom>
        </p:spPr>
        <p:style>
          <a:lnRef idx="2">
            <a:schemeClr val="accent1"/>
          </a:lnRef>
          <a:fillRef idx="1">
            <a:schemeClr val="lt1"/>
          </a:fillRef>
          <a:effectRef idx="0">
            <a:schemeClr val="accent1"/>
          </a:effectRef>
          <a:fontRef idx="minor">
            <a:schemeClr val="dk1"/>
          </a:fontRef>
        </p:style>
        <p:txBody>
          <a:bodyPr wrap="square" lIns="0" tIns="0" rIns="0" bIns="0" rtlCol="0" anchor="t">
            <a:spAutoFit/>
          </a:bodyPr>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2400" b="1" i="0" u="none" strike="noStrike" kern="1200" cap="none" spc="0" normalizeH="0" baseline="0" noProof="0">
                <a:ln>
                  <a:noFill/>
                </a:ln>
                <a:solidFill>
                  <a:srgbClr val="0E322A"/>
                </a:solidFill>
                <a:effectLst>
                  <a:outerShdw blurRad="38100" dist="38100" dir="2700000" algn="tl">
                    <a:srgbClr val="000000">
                      <a:alpha val="43137"/>
                    </a:srgbClr>
                  </a:outerShdw>
                </a:effectLst>
                <a:uLnTx/>
                <a:uFillTx/>
                <a:latin typeface="Meiryo UI" panose="020B0604030504040204" pitchFamily="50" charset="-128"/>
                <a:ea typeface="Meiryo UI" panose="020B0604030504040204" pitchFamily="50" charset="-128"/>
                <a:cs typeface="+mn-cs"/>
              </a:rPr>
              <a:t>第一回</a:t>
            </a:r>
          </a:p>
        </p:txBody>
      </p:sp>
      <p:sp>
        <p:nvSpPr>
          <p:cNvPr id="12" name="テキスト ボックス 11">
            <a:extLst>
              <a:ext uri="{FF2B5EF4-FFF2-40B4-BE49-F238E27FC236}">
                <a16:creationId xmlns:a16="http://schemas.microsoft.com/office/drawing/2014/main" id="{74BB7DBC-DE48-B39E-822A-20B93FB1EC28}"/>
              </a:ext>
            </a:extLst>
          </p:cNvPr>
          <p:cNvSpPr txBox="1"/>
          <p:nvPr/>
        </p:nvSpPr>
        <p:spPr>
          <a:xfrm>
            <a:off x="9767570" y="3029457"/>
            <a:ext cx="1657350" cy="369332"/>
          </a:xfrm>
          <a:prstGeom prst="rect">
            <a:avLst/>
          </a:prstGeom>
        </p:spPr>
        <p:style>
          <a:lnRef idx="2">
            <a:schemeClr val="accent1"/>
          </a:lnRef>
          <a:fillRef idx="1">
            <a:schemeClr val="lt1"/>
          </a:fillRef>
          <a:effectRef idx="0">
            <a:schemeClr val="accent1"/>
          </a:effectRef>
          <a:fontRef idx="minor">
            <a:schemeClr val="dk1"/>
          </a:fontRef>
        </p:style>
        <p:txBody>
          <a:bodyPr wrap="square" lIns="0" tIns="0" rIns="0" bIns="0" rtlCol="0" anchor="t">
            <a:spAutoFit/>
          </a:bodyPr>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2400" b="1" i="0" u="none" strike="noStrike" kern="1200" cap="none" spc="0" normalizeH="0" baseline="0" noProof="0">
                <a:ln>
                  <a:noFill/>
                </a:ln>
                <a:solidFill>
                  <a:srgbClr val="0E322A"/>
                </a:solidFill>
                <a:effectLst>
                  <a:outerShdw blurRad="38100" dist="38100" dir="2700000" algn="tl">
                    <a:srgbClr val="000000">
                      <a:alpha val="43137"/>
                    </a:srgbClr>
                  </a:outerShdw>
                </a:effectLst>
                <a:uLnTx/>
                <a:uFillTx/>
                <a:latin typeface="Meiryo UI" panose="020B0604030504040204" pitchFamily="50" charset="-128"/>
                <a:ea typeface="Meiryo UI" panose="020B0604030504040204" pitchFamily="50" charset="-128"/>
                <a:cs typeface="+mn-cs"/>
              </a:rPr>
              <a:t>第四回</a:t>
            </a:r>
          </a:p>
        </p:txBody>
      </p:sp>
      <p:sp>
        <p:nvSpPr>
          <p:cNvPr id="13" name="テキスト ボックス 12">
            <a:extLst>
              <a:ext uri="{FF2B5EF4-FFF2-40B4-BE49-F238E27FC236}">
                <a16:creationId xmlns:a16="http://schemas.microsoft.com/office/drawing/2014/main" id="{8313F23A-BB66-8173-3A30-5545CF8F7E7D}"/>
              </a:ext>
            </a:extLst>
          </p:cNvPr>
          <p:cNvSpPr txBox="1"/>
          <p:nvPr/>
        </p:nvSpPr>
        <p:spPr>
          <a:xfrm>
            <a:off x="6795770" y="3051366"/>
            <a:ext cx="1657350" cy="369332"/>
          </a:xfrm>
          <a:prstGeom prst="rect">
            <a:avLst/>
          </a:prstGeom>
        </p:spPr>
        <p:style>
          <a:lnRef idx="2">
            <a:schemeClr val="accent1"/>
          </a:lnRef>
          <a:fillRef idx="1">
            <a:schemeClr val="lt1"/>
          </a:fillRef>
          <a:effectRef idx="0">
            <a:schemeClr val="accent1"/>
          </a:effectRef>
          <a:fontRef idx="minor">
            <a:schemeClr val="dk1"/>
          </a:fontRef>
        </p:style>
        <p:txBody>
          <a:bodyPr wrap="square" lIns="0" tIns="0" rIns="0" bIns="0" rtlCol="0" anchor="t">
            <a:spAutoFit/>
          </a:bodyPr>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2400" b="1" i="0" u="none" strike="noStrike" kern="1200" cap="none" spc="0" normalizeH="0" baseline="0" noProof="0">
                <a:ln>
                  <a:noFill/>
                </a:ln>
                <a:solidFill>
                  <a:srgbClr val="0E322A"/>
                </a:solidFill>
                <a:effectLst>
                  <a:outerShdw blurRad="38100" dist="38100" dir="2700000" algn="tl">
                    <a:srgbClr val="000000">
                      <a:alpha val="43137"/>
                    </a:srgbClr>
                  </a:outerShdw>
                </a:effectLst>
                <a:uLnTx/>
                <a:uFillTx/>
                <a:latin typeface="Meiryo UI" panose="020B0604030504040204" pitchFamily="50" charset="-128"/>
                <a:ea typeface="Meiryo UI" panose="020B0604030504040204" pitchFamily="50" charset="-128"/>
                <a:cs typeface="+mn-cs"/>
              </a:rPr>
              <a:t>第三回</a:t>
            </a:r>
          </a:p>
        </p:txBody>
      </p:sp>
      <p:sp>
        <p:nvSpPr>
          <p:cNvPr id="14" name="テキスト ボックス 13">
            <a:extLst>
              <a:ext uri="{FF2B5EF4-FFF2-40B4-BE49-F238E27FC236}">
                <a16:creationId xmlns:a16="http://schemas.microsoft.com/office/drawing/2014/main" id="{C46C49A9-2C2F-C94C-475D-BCB26B7B576A}"/>
              </a:ext>
            </a:extLst>
          </p:cNvPr>
          <p:cNvSpPr txBox="1"/>
          <p:nvPr/>
        </p:nvSpPr>
        <p:spPr>
          <a:xfrm>
            <a:off x="3888740" y="3051366"/>
            <a:ext cx="1657350" cy="369332"/>
          </a:xfrm>
          <a:prstGeom prst="rect">
            <a:avLst/>
          </a:prstGeom>
        </p:spPr>
        <p:style>
          <a:lnRef idx="2">
            <a:schemeClr val="accent1"/>
          </a:lnRef>
          <a:fillRef idx="1">
            <a:schemeClr val="lt1"/>
          </a:fillRef>
          <a:effectRef idx="0">
            <a:schemeClr val="accent1"/>
          </a:effectRef>
          <a:fontRef idx="minor">
            <a:schemeClr val="dk1"/>
          </a:fontRef>
        </p:style>
        <p:txBody>
          <a:bodyPr wrap="square" lIns="0" tIns="0" rIns="0" bIns="0" rtlCol="0" anchor="t">
            <a:spAutoFit/>
          </a:bodyPr>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2400" b="1" i="0" u="none" strike="noStrike" kern="1200" cap="none" spc="0" normalizeH="0" baseline="0" noProof="0">
                <a:ln>
                  <a:noFill/>
                </a:ln>
                <a:solidFill>
                  <a:srgbClr val="0E322A"/>
                </a:solidFill>
                <a:effectLst>
                  <a:outerShdw blurRad="38100" dist="38100" dir="2700000" algn="tl">
                    <a:srgbClr val="000000">
                      <a:alpha val="43137"/>
                    </a:srgbClr>
                  </a:outerShdw>
                </a:effectLst>
                <a:uLnTx/>
                <a:uFillTx/>
                <a:latin typeface="Meiryo UI" panose="020B0604030504040204" pitchFamily="50" charset="-128"/>
                <a:ea typeface="Meiryo UI" panose="020B0604030504040204" pitchFamily="50" charset="-128"/>
                <a:cs typeface="+mn-cs"/>
              </a:rPr>
              <a:t>第二回</a:t>
            </a:r>
          </a:p>
        </p:txBody>
      </p:sp>
      <p:pic>
        <p:nvPicPr>
          <p:cNvPr id="11" name="図 10">
            <a:extLst>
              <a:ext uri="{FF2B5EF4-FFF2-40B4-BE49-F238E27FC236}">
                <a16:creationId xmlns:a16="http://schemas.microsoft.com/office/drawing/2014/main" id="{3D2C33E4-045B-0B64-7331-8AC18EA4B7F9}"/>
              </a:ext>
            </a:extLst>
          </p:cNvPr>
          <p:cNvPicPr>
            <a:picLocks noChangeAspect="1"/>
          </p:cNvPicPr>
          <p:nvPr/>
        </p:nvPicPr>
        <p:blipFill>
          <a:blip r:embed="rId3"/>
          <a:stretch>
            <a:fillRect/>
          </a:stretch>
        </p:blipFill>
        <p:spPr>
          <a:xfrm>
            <a:off x="7827645" y="1035293"/>
            <a:ext cx="3178623" cy="1840087"/>
          </a:xfrm>
          <a:prstGeom prst="rect">
            <a:avLst/>
          </a:prstGeom>
          <a:ln w="12700">
            <a:solidFill>
              <a:srgbClr val="DDEAE1"/>
            </a:solidFill>
          </a:ln>
        </p:spPr>
      </p:pic>
      <p:sp>
        <p:nvSpPr>
          <p:cNvPr id="7" name="テキスト ボックス 6">
            <a:extLst>
              <a:ext uri="{FF2B5EF4-FFF2-40B4-BE49-F238E27FC236}">
                <a16:creationId xmlns:a16="http://schemas.microsoft.com/office/drawing/2014/main" id="{6ECCEFBF-7944-BB5B-CDDA-DBD497F486C0}"/>
              </a:ext>
            </a:extLst>
          </p:cNvPr>
          <p:cNvSpPr txBox="1"/>
          <p:nvPr/>
        </p:nvSpPr>
        <p:spPr>
          <a:xfrm>
            <a:off x="282892" y="1060132"/>
            <a:ext cx="6716078" cy="1754326"/>
          </a:xfrm>
          <a:prstGeom prst="rect">
            <a:avLst/>
          </a:prstGeom>
          <a:ln w="12700">
            <a:solidFill>
              <a:srgbClr val="A7D7BF"/>
            </a:solidFill>
          </a:ln>
        </p:spPr>
        <p:style>
          <a:lnRef idx="2">
            <a:schemeClr val="dk1"/>
          </a:lnRef>
          <a:fillRef idx="1">
            <a:schemeClr val="lt1"/>
          </a:fillRef>
          <a:effectRef idx="0">
            <a:schemeClr val="dk1"/>
          </a:effectRef>
          <a:fontRef idx="minor">
            <a:schemeClr val="dk1"/>
          </a:fontRef>
        </p:style>
        <p:txBody>
          <a:bodyPr wrap="square" lIns="91440" tIns="45720" rIns="91440" bIns="4572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開催日程等</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　</a:t>
            </a:r>
            <a:r>
              <a:rPr kumimoji="0" lang="ja-JP" altLang="en-US" sz="1800" b="1" i="0" u="none" strike="noStrike" kern="1200" cap="none" spc="0" normalizeH="0" baseline="0" noProof="0">
                <a:ln>
                  <a:noFill/>
                </a:ln>
                <a:solidFill>
                  <a:srgbClr val="FF0000"/>
                </a:solidFill>
                <a:effectLst>
                  <a:outerShdw blurRad="38100" dist="38100" dir="2700000" algn="tl">
                    <a:srgbClr val="000000">
                      <a:alpha val="43137"/>
                    </a:srgbClr>
                  </a:outerShdw>
                </a:effectLst>
                <a:uLnTx/>
                <a:uFillTx/>
                <a:latin typeface="Meiryo UI"/>
                <a:ea typeface="Meiryo UI"/>
                <a:cs typeface="+mn-cs"/>
              </a:rPr>
              <a:t>出欠管理は“</a:t>
            </a:r>
            <a:r>
              <a:rPr kumimoji="0" lang="en-US" altLang="ja-JP" sz="1800" b="1" i="0" u="none" strike="noStrike" kern="1200" cap="none" spc="0" normalizeH="0" baseline="0" noProof="0">
                <a:ln>
                  <a:noFill/>
                </a:ln>
                <a:solidFill>
                  <a:srgbClr val="FF0000"/>
                </a:solidFill>
                <a:effectLst>
                  <a:outerShdw blurRad="38100" dist="38100" dir="2700000" algn="tl">
                    <a:srgbClr val="000000">
                      <a:alpha val="43137"/>
                    </a:srgbClr>
                  </a:outerShdw>
                </a:effectLst>
                <a:uLnTx/>
                <a:uFillTx/>
                <a:latin typeface="Meiryo UI"/>
                <a:ea typeface="Meiryo UI"/>
                <a:cs typeface="+mn-cs"/>
              </a:rPr>
              <a:t>Outlook</a:t>
            </a:r>
            <a:r>
              <a:rPr kumimoji="0" lang="ja-JP" altLang="en-US" sz="1800" b="1" i="0" u="none" strike="noStrike" kern="1200" cap="none" spc="0" normalizeH="0" baseline="0" noProof="0">
                <a:ln>
                  <a:noFill/>
                </a:ln>
                <a:solidFill>
                  <a:srgbClr val="FF0000"/>
                </a:solidFill>
                <a:effectLst>
                  <a:outerShdw blurRad="38100" dist="38100" dir="2700000" algn="tl">
                    <a:srgbClr val="000000">
                      <a:alpha val="43137"/>
                    </a:srgbClr>
                  </a:outerShdw>
                </a:effectLst>
                <a:uLnTx/>
                <a:uFillTx/>
                <a:latin typeface="Meiryo UI"/>
                <a:ea typeface="Meiryo UI"/>
                <a:cs typeface="+mn-cs"/>
              </a:rPr>
              <a:t>”にてチェック✅</a:t>
            </a:r>
            <a:endParaRPr kumimoji="0" lang="en-US" altLang="ja-JP" sz="1800" b="1" i="0" u="none" strike="noStrike" kern="1200" cap="none" spc="0" normalizeH="0" baseline="0" noProof="0">
              <a:ln>
                <a:noFill/>
              </a:ln>
              <a:solidFill>
                <a:srgbClr val="FF0000"/>
              </a:solidFill>
              <a:effectLst>
                <a:outerShdw blurRad="38100" dist="38100" dir="2700000" algn="tl">
                  <a:srgbClr val="000000">
                    <a:alpha val="43137"/>
                  </a:srgbClr>
                </a:outerShdw>
              </a:effectLst>
              <a:uLnTx/>
              <a:uFillTx/>
              <a:latin typeface="Meiryo UI"/>
              <a:ea typeface="Meiryo UI"/>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■計</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4</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回シリーズ　</a:t>
            </a:r>
            <a:endParaRPr kumimoji="0" lang="en-US" altLang="ja-JP" sz="1800" b="1" i="0" u="none" strike="noStrike" kern="1200" cap="none" spc="0" normalizeH="0" baseline="0" noProof="0">
              <a:ln>
                <a:noFill/>
              </a:ln>
              <a:solidFill>
                <a:srgbClr val="0E322A"/>
              </a:solidFill>
              <a:effectLst/>
              <a:uLnTx/>
              <a:uFillTx/>
              <a:latin typeface="Meiryo UI" panose="020B0604030504040204" pitchFamily="50" charset="-128"/>
              <a:ea typeface="Meiryo UI" panose="020B0604030504040204" pitchFamily="50" charset="-128"/>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➀</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7</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月</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16</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日（木）</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9:00</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　</a:t>
            </a:r>
            <a:r>
              <a:rPr kumimoji="0" lang="ja-JP" altLang="en-US" sz="1800" b="1" i="0" u="none" strike="noStrike" kern="1200" cap="none" spc="0" normalizeH="0" baseline="0" noProof="0">
                <a:ln>
                  <a:noFill/>
                </a:ln>
                <a:solidFill>
                  <a:srgbClr val="FF0000"/>
                </a:solidFill>
                <a:effectLst/>
                <a:uLnTx/>
                <a:uFillTx/>
                <a:latin typeface="Meiryo UI"/>
                <a:ea typeface="Meiryo UI"/>
                <a:cs typeface="+mn-cs"/>
              </a:rPr>
              <a:t>②</a:t>
            </a:r>
            <a:r>
              <a:rPr kumimoji="0" lang="en-US" altLang="ja-JP" sz="1800" b="1" i="0" u="none" strike="noStrike" kern="1200" cap="none" spc="0" normalizeH="0" baseline="0" noProof="0">
                <a:ln>
                  <a:noFill/>
                </a:ln>
                <a:solidFill>
                  <a:srgbClr val="FF0000"/>
                </a:solidFill>
                <a:effectLst/>
                <a:uLnTx/>
                <a:uFillTx/>
                <a:latin typeface="Meiryo UI"/>
                <a:ea typeface="Meiryo UI"/>
                <a:cs typeface="+mn-cs"/>
              </a:rPr>
              <a:t>7</a:t>
            </a:r>
            <a:r>
              <a:rPr kumimoji="0" lang="ja-JP" altLang="en-US" sz="1800" b="1" i="0" u="none" strike="noStrike" kern="1200" cap="none" spc="0" normalizeH="0" baseline="0" noProof="0">
                <a:ln>
                  <a:noFill/>
                </a:ln>
                <a:solidFill>
                  <a:srgbClr val="FF0000"/>
                </a:solidFill>
                <a:effectLst/>
                <a:uLnTx/>
                <a:uFillTx/>
                <a:latin typeface="Meiryo UI"/>
                <a:ea typeface="Meiryo UI"/>
                <a:cs typeface="+mn-cs"/>
              </a:rPr>
              <a:t>月</a:t>
            </a:r>
            <a:r>
              <a:rPr kumimoji="0" lang="en-US" altLang="ja-JP" sz="1800" b="1" i="0" u="none" strike="noStrike" kern="1200" cap="none" spc="0" normalizeH="0" baseline="0" noProof="0">
                <a:ln>
                  <a:noFill/>
                </a:ln>
                <a:solidFill>
                  <a:srgbClr val="FF0000"/>
                </a:solidFill>
                <a:effectLst/>
                <a:uLnTx/>
                <a:uFillTx/>
                <a:latin typeface="Meiryo UI"/>
                <a:ea typeface="Meiryo UI"/>
                <a:cs typeface="+mn-cs"/>
              </a:rPr>
              <a:t>23</a:t>
            </a:r>
            <a:r>
              <a:rPr kumimoji="0" lang="ja-JP" altLang="en-US" sz="1800" b="1" i="0" u="none" strike="noStrike" kern="1200" cap="none" spc="0" normalizeH="0" baseline="0" noProof="0">
                <a:ln>
                  <a:noFill/>
                </a:ln>
                <a:solidFill>
                  <a:srgbClr val="FF0000"/>
                </a:solidFill>
                <a:effectLst/>
                <a:uLnTx/>
                <a:uFillTx/>
                <a:latin typeface="Meiryo UI"/>
                <a:ea typeface="Meiryo UI"/>
                <a:cs typeface="+mn-cs"/>
              </a:rPr>
              <a:t>日（木）</a:t>
            </a:r>
            <a:r>
              <a:rPr kumimoji="0" lang="en-US" altLang="ja-JP" sz="1800" b="1" i="0" u="none" strike="noStrike" kern="1200" cap="none" spc="0" normalizeH="0" baseline="0" noProof="0">
                <a:ln>
                  <a:noFill/>
                </a:ln>
                <a:solidFill>
                  <a:srgbClr val="FF0000"/>
                </a:solidFill>
                <a:effectLst/>
                <a:uLnTx/>
                <a:uFillTx/>
                <a:latin typeface="Meiryo UI"/>
                <a:ea typeface="Meiryo UI"/>
                <a:cs typeface="+mn-cs"/>
              </a:rPr>
              <a:t>9:00</a:t>
            </a:r>
            <a:r>
              <a:rPr kumimoji="0" lang="ja-JP" altLang="en-US" sz="1800" b="1" i="0" u="none" strike="noStrike" kern="1200" cap="none" spc="0" normalizeH="0" baseline="0" noProof="0">
                <a:ln>
                  <a:noFill/>
                </a:ln>
                <a:solidFill>
                  <a:srgbClr val="FF0000"/>
                </a:solidFill>
                <a:effectLst/>
                <a:uLnTx/>
                <a:uFillTx/>
                <a:latin typeface="Meiryo UI"/>
                <a:ea typeface="Meiryo UI"/>
                <a:cs typeface="+mn-cs"/>
              </a:rPr>
              <a:t>～</a:t>
            </a:r>
            <a:endParaRPr kumimoji="0" lang="en-US" altLang="ja-JP" sz="1800" b="1" i="0" u="none" strike="noStrike" kern="1200" cap="none" spc="0" normalizeH="0" baseline="0" noProof="0">
              <a:ln>
                <a:noFill/>
              </a:ln>
              <a:solidFill>
                <a:srgbClr val="FF0000"/>
              </a:solidFill>
              <a:effectLst/>
              <a:uLnTx/>
              <a:uFillTx/>
              <a:latin typeface="Meiryo UI"/>
              <a:ea typeface="Meiryo UI"/>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③</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7</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月</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29</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日（水）</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14:00</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　④</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8</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月</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6</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日（木）</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9:00</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a:t>
            </a:r>
            <a:endParaRPr kumimoji="0" lang="en-US" altLang="ja-JP" sz="1800" b="1" i="0" u="none" strike="noStrike" kern="1200" cap="none" spc="0" normalizeH="0" baseline="0" noProof="0">
              <a:ln>
                <a:noFill/>
              </a:ln>
              <a:solidFill>
                <a:srgbClr val="0E322A"/>
              </a:solidFill>
              <a:effectLst/>
              <a:uLnTx/>
              <a:uFillTx/>
              <a:latin typeface="Meiryo UI" panose="020B0604030504040204" pitchFamily="50" charset="-128"/>
              <a:ea typeface="Meiryo UI" panose="020B0604030504040204" pitchFamily="50" charset="-128"/>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ja-JP" altLang="en-US" sz="1400" b="1" i="0" u="none" strike="noStrike" kern="1200" cap="none" spc="0" normalizeH="0" baseline="0" noProof="0">
                <a:ln>
                  <a:noFill/>
                </a:ln>
                <a:solidFill>
                  <a:srgbClr val="0E322A"/>
                </a:solidFill>
                <a:effectLst/>
                <a:uLnTx/>
                <a:uFillTx/>
                <a:latin typeface="Meiryo UI"/>
                <a:ea typeface="Meiryo UI"/>
                <a:cs typeface="+mn-cs"/>
              </a:rPr>
              <a:t>※リジュベネーション考慮</a:t>
            </a:r>
            <a:endParaRPr kumimoji="0" lang="ja-JP" altLang="en-US" sz="1400" b="1" i="0" u="none" strike="noStrike" kern="1200" cap="none" spc="0" normalizeH="0" baseline="0" noProof="0">
              <a:ln>
                <a:noFill/>
              </a:ln>
              <a:solidFill>
                <a:srgbClr val="0E322A"/>
              </a:solidFill>
              <a:effectLst/>
              <a:uLnTx/>
              <a:uFillTx/>
              <a:latin typeface="Meiryo UI" panose="020B0604030504040204" pitchFamily="50" charset="-128"/>
              <a:ea typeface="Meiryo UI" panose="020B0604030504040204" pitchFamily="50" charset="-128"/>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■時間　</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10:00~11:00</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　（内容によって前後＋</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30</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分延長）</a:t>
            </a:r>
          </a:p>
        </p:txBody>
      </p:sp>
      <p:sp>
        <p:nvSpPr>
          <p:cNvPr id="5" name="四角形: 角を丸くする 1">
            <a:extLst>
              <a:ext uri="{FF2B5EF4-FFF2-40B4-BE49-F238E27FC236}">
                <a16:creationId xmlns:a16="http://schemas.microsoft.com/office/drawing/2014/main" id="{EE641EDE-2F7D-C520-4FF0-F263BA0FBB9C}"/>
              </a:ext>
            </a:extLst>
          </p:cNvPr>
          <p:cNvSpPr/>
          <p:nvPr/>
        </p:nvSpPr>
        <p:spPr>
          <a:xfrm>
            <a:off x="3253739" y="3571152"/>
            <a:ext cx="2788920" cy="3159955"/>
          </a:xfrm>
          <a:prstGeom prst="roundRect">
            <a:avLst/>
          </a:prstGeom>
          <a:gradFill flip="none" rotWithShape="1">
            <a:gsLst>
              <a:gs pos="0">
                <a:srgbClr val="14543F"/>
              </a:gs>
              <a:gs pos="52000">
                <a:srgbClr val="0D8B5F"/>
              </a:gs>
              <a:gs pos="100000">
                <a:srgbClr val="72C99F"/>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0" lang="ja-JP" altLang="en-US" sz="1800" b="1" i="0" u="none" strike="noStrike" kern="1200" cap="none" spc="0" normalizeH="0" baseline="0" noProof="0">
                <a:ln>
                  <a:noFill/>
                </a:ln>
                <a:solidFill>
                  <a:srgbClr val="FFFFFF"/>
                </a:solidFill>
                <a:effectLst/>
                <a:uLnTx/>
                <a:uFillTx/>
                <a:latin typeface="Meiryo UI"/>
                <a:ea typeface="Meiryo UI"/>
                <a:cs typeface="+mn-cs"/>
              </a:rPr>
              <a:t>「会えない」を「会える」に変える</a:t>
            </a: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医師の導線の見つけ方は？</a:t>
            </a:r>
            <a:endParaRPr kumimoji="0" lang="ja-JP" altLang="en-US" sz="1400" b="0" i="0" u="none" strike="noStrike" kern="1200" cap="none" spc="0" normalizeH="0" baseline="0" noProof="0">
              <a:ln>
                <a:noFill/>
              </a:ln>
              <a:solidFill>
                <a:srgbClr val="FFFFFF"/>
              </a:solidFill>
              <a:effectLst/>
              <a:uLnTx/>
              <a:uFillTx/>
              <a:latin typeface="Meiryo UI"/>
              <a:ea typeface="Meiryo UI"/>
              <a:cs typeface="+mn-cs"/>
            </a:endParaRP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0" lang="ja-JP" altLang="en-US" sz="1400" b="0" i="0" u="none" strike="noStrike" kern="1200" cap="none" spc="0" normalizeH="0" baseline="0" noProof="0">
                <a:ln>
                  <a:noFill/>
                </a:ln>
                <a:solidFill>
                  <a:srgbClr val="FFFFFF"/>
                </a:solidFill>
                <a:effectLst/>
                <a:uLnTx/>
                <a:uFillTx/>
                <a:latin typeface="Meiryo UI"/>
                <a:ea typeface="Meiryo UI"/>
                <a:cs typeface="+mn-cs"/>
              </a:rPr>
              <a:t>「会う」ための情報収集は？</a:t>
            </a: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0" lang="ja-JP" altLang="en-US" sz="1400" b="0" i="0" u="none" strike="noStrike" kern="1200" cap="none" spc="0" normalizeH="0" baseline="0" noProof="0">
                <a:ln>
                  <a:noFill/>
                </a:ln>
                <a:solidFill>
                  <a:srgbClr val="FFFFFF"/>
                </a:solidFill>
                <a:effectLst/>
                <a:uLnTx/>
                <a:uFillTx/>
                <a:latin typeface="Meiryo UI"/>
                <a:ea typeface="Meiryo UI"/>
                <a:cs typeface="+mn-cs"/>
              </a:rPr>
              <a:t>継続的に会うための工夫は？</a:t>
            </a:r>
            <a:endParaRPr kumimoji="0"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1" i="0" u="none" strike="noStrike" kern="1200" cap="none" spc="0" normalizeH="0" baseline="0" noProof="0">
                <a:ln>
                  <a:noFill/>
                </a:ln>
                <a:solidFill>
                  <a:srgbClr val="FFFFFF"/>
                </a:solidFill>
                <a:effectLst/>
                <a:uLnTx/>
                <a:uFillTx/>
                <a:latin typeface="Meiryo UI"/>
                <a:ea typeface="Meiryo UI"/>
                <a:cs typeface="+mn-cs"/>
              </a:rPr>
              <a:t>この会に参加すると→</a:t>
            </a:r>
            <a:endParaRPr kumimoji="0" lang="ja-JP" altLang="en-US" sz="1400" b="1" i="0" u="none" strike="noStrike" kern="1200" cap="none" spc="0" normalizeH="0" baseline="0" noProof="0">
              <a:ln>
                <a:noFill/>
              </a:ln>
              <a:solidFill>
                <a:srgbClr val="FFFFFF"/>
              </a:solidFill>
              <a:effectLst/>
              <a:uLnTx/>
              <a:uFillTx/>
              <a:latin typeface="Meiryo UI"/>
              <a:ea typeface="Meiryo UI"/>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「いつでもどこでも会えるMR」への手がかりが掴めるかも🤏</a:t>
            </a:r>
            <a:endParaRPr kumimoji="0" lang="ja-JP" altLang="en-US" sz="1400" b="0" i="0" u="none" strike="noStrike" kern="1200" cap="none" spc="0" normalizeH="0" baseline="0" noProof="0">
              <a:ln>
                <a:noFill/>
              </a:ln>
              <a:solidFill>
                <a:srgbClr val="FFFFFF"/>
              </a:solidFill>
              <a:effectLst/>
              <a:uLnTx/>
              <a:uFillTx/>
              <a:latin typeface="Meiryo UI"/>
              <a:ea typeface="Meiryo UI"/>
              <a:cs typeface="+mn-cs"/>
            </a:endParaRPr>
          </a:p>
        </p:txBody>
      </p:sp>
      <p:sp>
        <p:nvSpPr>
          <p:cNvPr id="20" name="四角形: 角を丸くする 1">
            <a:extLst>
              <a:ext uri="{FF2B5EF4-FFF2-40B4-BE49-F238E27FC236}">
                <a16:creationId xmlns:a16="http://schemas.microsoft.com/office/drawing/2014/main" id="{E22EB87F-465B-E288-A038-BCF80447D941}"/>
              </a:ext>
            </a:extLst>
          </p:cNvPr>
          <p:cNvSpPr/>
          <p:nvPr/>
        </p:nvSpPr>
        <p:spPr>
          <a:xfrm>
            <a:off x="9235440" y="3571152"/>
            <a:ext cx="2788920" cy="3159955"/>
          </a:xfrm>
          <a:prstGeom prst="roundRect">
            <a:avLst/>
          </a:prstGeom>
          <a:gradFill flip="none" rotWithShape="1">
            <a:gsLst>
              <a:gs pos="0">
                <a:srgbClr val="14543F"/>
              </a:gs>
              <a:gs pos="52000">
                <a:srgbClr val="0D8B5F"/>
              </a:gs>
              <a:gs pos="100000">
                <a:srgbClr val="72C99F"/>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0" lang="ja-JP" altLang="en-US" sz="1800" b="1" i="0" u="none" strike="noStrike" kern="1200" cap="none" spc="0" normalizeH="0" baseline="0" noProof="0">
                <a:ln>
                  <a:noFill/>
                </a:ln>
                <a:solidFill>
                  <a:srgbClr val="FFFFFF"/>
                </a:solidFill>
                <a:effectLst/>
                <a:uLnTx/>
                <a:uFillTx/>
                <a:latin typeface="Meiryo UI"/>
                <a:ea typeface="Meiryo UI"/>
                <a:cs typeface="+mn-cs"/>
              </a:rPr>
              <a:t>「ちょっと分かるだけで　世界が変わる」</a:t>
            </a: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得た情報を整理する</a:t>
            </a: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知ることで何ができる？</a:t>
            </a:r>
            <a:endParaRPr kumimoji="0" lang="ja-JP" altLang="en-US" sz="1400" b="0" i="0" u="none" strike="noStrike" kern="1200" cap="none" spc="0" normalizeH="0" baseline="0" noProof="0">
              <a:ln>
                <a:noFill/>
              </a:ln>
              <a:solidFill>
                <a:srgbClr val="FFFFFF"/>
              </a:solidFill>
              <a:effectLst/>
              <a:uLnTx/>
              <a:uFillTx/>
              <a:latin typeface="Meiryo UI"/>
              <a:ea typeface="Meiryo UI"/>
              <a:cs typeface="+mn-cs"/>
            </a:endParaRP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0" lang="ja-JP" altLang="en-US" sz="1400" b="0" i="0" u="none" strike="noStrike" kern="1200" cap="none" spc="0" normalizeH="0" baseline="0" noProof="0">
                <a:ln>
                  <a:noFill/>
                </a:ln>
                <a:solidFill>
                  <a:srgbClr val="FFFFFF"/>
                </a:solidFill>
                <a:effectLst/>
                <a:uLnTx/>
                <a:uFillTx/>
                <a:latin typeface="Meiryo UI"/>
                <a:ea typeface="Meiryo UI"/>
                <a:cs typeface="+mn-cs"/>
              </a:rPr>
              <a:t>エリア戦略まで繋げる</a:t>
            </a: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endParaRPr kumimoji="0"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1" i="0" u="none" strike="noStrike" kern="1200" cap="none" spc="0" normalizeH="0" baseline="0" noProof="0">
                <a:ln>
                  <a:noFill/>
                </a:ln>
                <a:solidFill>
                  <a:srgbClr val="FFFFFF"/>
                </a:solidFill>
                <a:effectLst/>
                <a:uLnTx/>
                <a:uFillTx/>
                <a:latin typeface="Meiryo UI"/>
                <a:ea typeface="Meiryo UI"/>
                <a:cs typeface="+mn-cs"/>
              </a:rPr>
              <a:t>この会に参加すると→</a:t>
            </a:r>
            <a:endParaRPr kumimoji="0" lang="ja-JP" altLang="en-US" sz="1400" b="1" i="0" u="none" strike="noStrike" kern="1200" cap="none" spc="0" normalizeH="0" baseline="0" noProof="0">
              <a:ln>
                <a:noFill/>
              </a:ln>
              <a:solidFill>
                <a:srgbClr val="FFFFFF"/>
              </a:solidFill>
              <a:effectLst/>
              <a:uLnTx/>
              <a:uFillTx/>
              <a:latin typeface="Meiryo UI"/>
              <a:ea typeface="Meiryo UI"/>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担当者としての</a:t>
            </a: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自覚がもてるかも🤏</a:t>
            </a:r>
            <a:endParaRPr kumimoji="0" lang="ja-JP" altLang="en-US" sz="1400" b="0" i="0" u="none" strike="noStrike" kern="1200" cap="none" spc="0" normalizeH="0" baseline="0" noProof="0">
              <a:ln>
                <a:noFill/>
              </a:ln>
              <a:solidFill>
                <a:srgbClr val="FFFFFF"/>
              </a:solidFill>
              <a:effectLst/>
              <a:uLnTx/>
              <a:uFillTx/>
              <a:latin typeface="Meiryo UI"/>
              <a:ea typeface="Meiryo UI"/>
              <a:cs typeface="+mn-cs"/>
            </a:endParaRPr>
          </a:p>
        </p:txBody>
      </p:sp>
      <p:sp>
        <p:nvSpPr>
          <p:cNvPr id="15" name="TextBox 14">
            <a:extLst>
              <a:ext uri="{FF2B5EF4-FFF2-40B4-BE49-F238E27FC236}">
                <a16:creationId xmlns:a16="http://schemas.microsoft.com/office/drawing/2014/main" id="{630890E8-5B6F-F809-41C2-76277E1E2EEF}"/>
              </a:ext>
            </a:extLst>
          </p:cNvPr>
          <p:cNvSpPr txBox="1"/>
          <p:nvPr/>
        </p:nvSpPr>
        <p:spPr>
          <a:xfrm>
            <a:off x="9111342" y="2875380"/>
            <a:ext cx="3039355" cy="3951641"/>
          </a:xfrm>
          <a:prstGeom prst="rect">
            <a:avLst/>
          </a:prstGeom>
          <a:noFill/>
          <a:ln w="57150">
            <a:solidFill>
              <a:srgbClr val="FF0000"/>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E322A"/>
              </a:solidFill>
              <a:effectLst/>
              <a:uLnTx/>
              <a:uFillTx/>
              <a:latin typeface="Arial"/>
              <a:ea typeface="+mn-ea"/>
              <a:cs typeface="+mn-cs"/>
            </a:endParaRPr>
          </a:p>
        </p:txBody>
      </p:sp>
    </p:spTree>
    <p:extLst>
      <p:ext uri="{BB962C8B-B14F-4D97-AF65-F5344CB8AC3E}">
        <p14:creationId xmlns:p14="http://schemas.microsoft.com/office/powerpoint/2010/main" val="641085143"/>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AGENDA</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本日の進め方 — 60分、大きく4つのブロックです</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8</a:t>
            </a:r>
          </a:p>
        </p:txBody>
      </p:sp>
      <p:sp>
        <p:nvSpPr>
          <p:cNvPr id="6" name="Rounded Rectangle 5"/>
          <p:cNvSpPr/>
          <p:nvPr/>
        </p:nvSpPr>
        <p:spPr>
          <a:xfrm>
            <a:off x="548640" y="1783080"/>
            <a:ext cx="5760720" cy="932688"/>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l"/>
            <a:r>
              <a:rPr sz="1600" b="1" i="0">
                <a:solidFill>
                  <a:srgbClr val="FFFFFF"/>
                </a:solidFill>
                <a:latin typeface="Meiryo UI"/>
                <a:ea typeface="Meiryo UI"/>
              </a:rPr>
              <a:t>■ オープニング</a:t>
            </a:r>
          </a:p>
        </p:txBody>
      </p:sp>
      <p:sp>
        <p:nvSpPr>
          <p:cNvPr id="7" name="Rounded Rectangle 6"/>
          <p:cNvSpPr/>
          <p:nvPr/>
        </p:nvSpPr>
        <p:spPr>
          <a:xfrm>
            <a:off x="6400800" y="1783080"/>
            <a:ext cx="1051560" cy="932688"/>
          </a:xfrm>
          <a:prstGeom prst="roundRect">
            <a:avLst>
              <a:gd name="adj" fmla="val 15000"/>
            </a:avLst>
          </a:prstGeom>
          <a:solidFill>
            <a:srgbClr val="F4FAF6"/>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128A54"/>
                </a:solidFill>
                <a:latin typeface="Meiryo UI"/>
                <a:ea typeface="Meiryo UI"/>
              </a:rPr>
              <a:t>5分</a:t>
            </a:r>
          </a:p>
        </p:txBody>
      </p:sp>
      <p:sp>
        <p:nvSpPr>
          <p:cNvPr id="8" name="Rounded Rectangle 7"/>
          <p:cNvSpPr/>
          <p:nvPr/>
        </p:nvSpPr>
        <p:spPr>
          <a:xfrm>
            <a:off x="7571231" y="1783080"/>
            <a:ext cx="4087368" cy="93268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l">
              <a:lnSpc>
                <a:spcPct val="125000"/>
              </a:lnSpc>
            </a:pPr>
            <a:r>
              <a:rPr sz="1150" b="0" i="0">
                <a:solidFill>
                  <a:srgbClr val="262626"/>
                </a:solidFill>
                <a:latin typeface="Meiryo UI"/>
                <a:ea typeface="Meiryo UI"/>
              </a:rPr>
              <a:t>3回で何が変わったか／戦略的思考とは何か</a:t>
            </a:r>
          </a:p>
        </p:txBody>
      </p:sp>
      <p:sp>
        <p:nvSpPr>
          <p:cNvPr id="9" name="Rounded Rectangle 8"/>
          <p:cNvSpPr/>
          <p:nvPr/>
        </p:nvSpPr>
        <p:spPr>
          <a:xfrm>
            <a:off x="548640" y="2843784"/>
            <a:ext cx="5760720" cy="932688"/>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l"/>
            <a:r>
              <a:rPr sz="1600" b="1" i="0">
                <a:solidFill>
                  <a:srgbClr val="FFFFFF"/>
                </a:solidFill>
                <a:latin typeface="Meiryo UI"/>
                <a:ea typeface="Meiryo UI"/>
              </a:rPr>
              <a:t>■ テーマ①「自分の範囲を考える」</a:t>
            </a:r>
          </a:p>
        </p:txBody>
      </p:sp>
      <p:sp>
        <p:nvSpPr>
          <p:cNvPr id="10" name="Rounded Rectangle 9"/>
          <p:cNvSpPr/>
          <p:nvPr/>
        </p:nvSpPr>
        <p:spPr>
          <a:xfrm>
            <a:off x="6400800" y="2843784"/>
            <a:ext cx="1051560" cy="932688"/>
          </a:xfrm>
          <a:prstGeom prst="roundRect">
            <a:avLst>
              <a:gd name="adj" fmla="val 15000"/>
            </a:avLst>
          </a:prstGeom>
          <a:solidFill>
            <a:srgbClr val="F4FAF6"/>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1F3864"/>
                </a:solidFill>
                <a:latin typeface="Meiryo UI"/>
                <a:ea typeface="Meiryo UI"/>
              </a:rPr>
              <a:t>25分</a:t>
            </a:r>
          </a:p>
        </p:txBody>
      </p:sp>
      <p:sp>
        <p:nvSpPr>
          <p:cNvPr id="11" name="Rounded Rectangle 10"/>
          <p:cNvSpPr/>
          <p:nvPr/>
        </p:nvSpPr>
        <p:spPr>
          <a:xfrm>
            <a:off x="7571231" y="2843784"/>
            <a:ext cx="4087368" cy="93268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l">
              <a:lnSpc>
                <a:spcPct val="125000"/>
              </a:lnSpc>
            </a:pPr>
            <a:r>
              <a:rPr sz="1150" b="0" i="0">
                <a:solidFill>
                  <a:srgbClr val="262626"/>
                </a:solidFill>
                <a:latin typeface="Meiryo UI"/>
                <a:ea typeface="Meiryo UI"/>
              </a:rPr>
              <a:t>どこを見るか。大学の中からではなく、任された範囲から見てみる</a:t>
            </a:r>
          </a:p>
        </p:txBody>
      </p:sp>
      <p:sp>
        <p:nvSpPr>
          <p:cNvPr id="12" name="Rounded Rectangle 11"/>
          <p:cNvSpPr/>
          <p:nvPr/>
        </p:nvSpPr>
        <p:spPr>
          <a:xfrm>
            <a:off x="548640" y="3904487"/>
            <a:ext cx="5760720" cy="932688"/>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l"/>
            <a:r>
              <a:rPr sz="1600" b="1" i="0">
                <a:solidFill>
                  <a:srgbClr val="FFFFFF"/>
                </a:solidFill>
                <a:latin typeface="Meiryo UI"/>
                <a:ea typeface="Meiryo UI"/>
              </a:rPr>
              <a:t>■ テーマ②「動く理由を考える」</a:t>
            </a:r>
          </a:p>
        </p:txBody>
      </p:sp>
      <p:sp>
        <p:nvSpPr>
          <p:cNvPr id="13" name="Rounded Rectangle 12"/>
          <p:cNvSpPr/>
          <p:nvPr/>
        </p:nvSpPr>
        <p:spPr>
          <a:xfrm>
            <a:off x="6400800" y="3904487"/>
            <a:ext cx="1051560" cy="932688"/>
          </a:xfrm>
          <a:prstGeom prst="roundRect">
            <a:avLst>
              <a:gd name="adj" fmla="val 15000"/>
            </a:avLst>
          </a:prstGeom>
          <a:solidFill>
            <a:srgbClr val="F4FAF6"/>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1F3864"/>
                </a:solidFill>
                <a:latin typeface="Meiryo UI"/>
                <a:ea typeface="Meiryo UI"/>
              </a:rPr>
              <a:t>25分</a:t>
            </a:r>
          </a:p>
        </p:txBody>
      </p:sp>
      <p:sp>
        <p:nvSpPr>
          <p:cNvPr id="14" name="Rounded Rectangle 13"/>
          <p:cNvSpPr/>
          <p:nvPr/>
        </p:nvSpPr>
        <p:spPr>
          <a:xfrm>
            <a:off x="7571231" y="3904487"/>
            <a:ext cx="4087368" cy="93268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l">
              <a:lnSpc>
                <a:spcPct val="125000"/>
              </a:lnSpc>
            </a:pPr>
            <a:r>
              <a:rPr sz="1150" b="0" i="0">
                <a:solidFill>
                  <a:srgbClr val="262626"/>
                </a:solidFill>
                <a:latin typeface="Meiryo UI"/>
                <a:ea typeface="Meiryo UI"/>
              </a:rPr>
              <a:t>何のために動くか。成功像から逆算し、相手のWINも一緒に考える</a:t>
            </a:r>
          </a:p>
        </p:txBody>
      </p:sp>
      <p:sp>
        <p:nvSpPr>
          <p:cNvPr id="15" name="Rounded Rectangle 14"/>
          <p:cNvSpPr/>
          <p:nvPr/>
        </p:nvSpPr>
        <p:spPr>
          <a:xfrm>
            <a:off x="548640" y="4965192"/>
            <a:ext cx="5760720" cy="932688"/>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l"/>
            <a:r>
              <a:rPr sz="1600" b="1" i="0">
                <a:solidFill>
                  <a:srgbClr val="FFFFFF"/>
                </a:solidFill>
                <a:latin typeface="Meiryo UI"/>
                <a:ea typeface="Meiryo UI"/>
              </a:rPr>
              <a:t>■ エリア戦略・まとめ</a:t>
            </a:r>
          </a:p>
        </p:txBody>
      </p:sp>
      <p:sp>
        <p:nvSpPr>
          <p:cNvPr id="16" name="Rounded Rectangle 15"/>
          <p:cNvSpPr/>
          <p:nvPr/>
        </p:nvSpPr>
        <p:spPr>
          <a:xfrm>
            <a:off x="6400800" y="4965192"/>
            <a:ext cx="1051560" cy="932688"/>
          </a:xfrm>
          <a:prstGeom prst="roundRect">
            <a:avLst>
              <a:gd name="adj" fmla="val 15000"/>
            </a:avLst>
          </a:prstGeom>
          <a:solidFill>
            <a:srgbClr val="F4FAF6"/>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128A54"/>
                </a:solidFill>
                <a:latin typeface="Meiryo UI"/>
                <a:ea typeface="Meiryo UI"/>
              </a:rPr>
              <a:t>5分</a:t>
            </a:r>
          </a:p>
        </p:txBody>
      </p:sp>
      <p:sp>
        <p:nvSpPr>
          <p:cNvPr id="17" name="Rounded Rectangle 16"/>
          <p:cNvSpPr/>
          <p:nvPr/>
        </p:nvSpPr>
        <p:spPr>
          <a:xfrm>
            <a:off x="7571231" y="4965192"/>
            <a:ext cx="4087368" cy="93268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l">
              <a:lnSpc>
                <a:spcPct val="125000"/>
              </a:lnSpc>
            </a:pPr>
            <a:r>
              <a:rPr sz="1150" b="0" i="0">
                <a:solidFill>
                  <a:srgbClr val="262626"/>
                </a:solidFill>
                <a:latin typeface="Meiryo UI"/>
                <a:ea typeface="Meiryo UI"/>
              </a:rPr>
              <a:t>Beyond：影響を広げる／自分の範囲に責任を持つ</a:t>
            </a:r>
          </a:p>
        </p:txBody>
      </p:sp>
      <p:sp>
        <p:nvSpPr>
          <p:cNvPr id="18" name="Rounded Rectangle 17"/>
          <p:cNvSpPr/>
          <p:nvPr/>
        </p:nvSpPr>
        <p:spPr>
          <a:xfrm>
            <a:off x="548640" y="5870448"/>
            <a:ext cx="11109960" cy="502920"/>
          </a:xfrm>
          <a:prstGeom prst="roundRect">
            <a:avLst>
              <a:gd name="adj" fmla="val 12000"/>
            </a:avLst>
          </a:prstGeom>
          <a:solidFill>
            <a:srgbClr val="FFF6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0B4F37"/>
                </a:solidFill>
                <a:latin typeface="Meiryo UI"/>
                <a:ea typeface="Meiryo UI"/>
              </a:rPr>
              <a:t>テーマ①②はどちらも「レクチャー10分 → ワーク10分 → 共有5分」。</a:t>
            </a:r>
            <a:r>
              <a:rPr sz="1250" b="0" i="0">
                <a:solidFill>
                  <a:srgbClr val="262626"/>
                </a:solidFill>
                <a:latin typeface="Meiryo UI"/>
                <a:ea typeface="Meiryo UI"/>
              </a:rPr>
              <a:t>　手を動かす時間を長く取っています。</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212848"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TODAY'S DESIGN</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第4回のテーマは「戦略的思考」です</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9</a:t>
            </a:r>
          </a:p>
        </p:txBody>
      </p:sp>
      <p:sp>
        <p:nvSpPr>
          <p:cNvPr id="6" name="Rounded Rectangle 5"/>
          <p:cNvSpPr/>
          <p:nvPr/>
        </p:nvSpPr>
        <p:spPr>
          <a:xfrm>
            <a:off x="548640" y="1691640"/>
            <a:ext cx="2697480" cy="777240"/>
          </a:xfrm>
          <a:prstGeom prst="roundRect">
            <a:avLst>
              <a:gd name="adj" fmla="val 10000"/>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500" b="1" i="0">
                <a:solidFill>
                  <a:srgbClr val="FFFFFF"/>
                </a:solidFill>
                <a:latin typeface="Meiryo UI"/>
                <a:ea typeface="Meiryo UI"/>
              </a:rPr>
              <a:t>◆ 採用</a:t>
            </a:r>
          </a:p>
          <a:p>
            <a:pPr algn="ctr"/>
            <a:r>
              <a:rPr sz="1150" b="0" i="0">
                <a:solidFill>
                  <a:srgbClr val="FFFFFF"/>
                </a:solidFill>
                <a:latin typeface="Meiryo UI"/>
                <a:ea typeface="Meiryo UI"/>
              </a:rPr>
              <a:t>DAY 1</a:t>
            </a:r>
          </a:p>
        </p:txBody>
      </p:sp>
      <p:sp>
        <p:nvSpPr>
          <p:cNvPr id="7" name="Rounded Rectangle 6"/>
          <p:cNvSpPr/>
          <p:nvPr/>
        </p:nvSpPr>
        <p:spPr>
          <a:xfrm>
            <a:off x="3401568" y="1691640"/>
            <a:ext cx="2697480" cy="777240"/>
          </a:xfrm>
          <a:prstGeom prst="roundRect">
            <a:avLst>
              <a:gd name="adj" fmla="val 10000"/>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500" b="1" i="0">
                <a:solidFill>
                  <a:srgbClr val="FFFFFF"/>
                </a:solidFill>
                <a:latin typeface="Meiryo UI"/>
                <a:ea typeface="Meiryo UI"/>
              </a:rPr>
              <a:t>◆ 面会</a:t>
            </a:r>
          </a:p>
          <a:p>
            <a:pPr algn="ctr"/>
            <a:r>
              <a:rPr sz="1150" b="0" i="0">
                <a:solidFill>
                  <a:srgbClr val="FFFFFF"/>
                </a:solidFill>
                <a:latin typeface="Meiryo UI"/>
                <a:ea typeface="Meiryo UI"/>
              </a:rPr>
              <a:t>DAY 2</a:t>
            </a:r>
          </a:p>
        </p:txBody>
      </p:sp>
      <p:sp>
        <p:nvSpPr>
          <p:cNvPr id="8" name="Rounded Rectangle 7"/>
          <p:cNvSpPr/>
          <p:nvPr/>
        </p:nvSpPr>
        <p:spPr>
          <a:xfrm>
            <a:off x="6254496" y="1691640"/>
            <a:ext cx="2697480" cy="777240"/>
          </a:xfrm>
          <a:prstGeom prst="roundRect">
            <a:avLst>
              <a:gd name="adj" fmla="val 10000"/>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500" b="1" i="0">
                <a:solidFill>
                  <a:srgbClr val="FFFFFF"/>
                </a:solidFill>
                <a:latin typeface="Meiryo UI"/>
                <a:ea typeface="Meiryo UI"/>
              </a:rPr>
              <a:t>◆ 情報収集</a:t>
            </a:r>
          </a:p>
          <a:p>
            <a:pPr algn="ctr"/>
            <a:r>
              <a:rPr sz="1150" b="0" i="0">
                <a:solidFill>
                  <a:srgbClr val="FFFFFF"/>
                </a:solidFill>
                <a:latin typeface="Meiryo UI"/>
                <a:ea typeface="Meiryo UI"/>
              </a:rPr>
              <a:t>DAY 3</a:t>
            </a:r>
          </a:p>
        </p:txBody>
      </p:sp>
      <p:sp>
        <p:nvSpPr>
          <p:cNvPr id="9" name="Rounded Rectangle 8"/>
          <p:cNvSpPr/>
          <p:nvPr/>
        </p:nvSpPr>
        <p:spPr>
          <a:xfrm>
            <a:off x="9107424" y="1691640"/>
            <a:ext cx="2697480" cy="77724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500" b="1" i="0">
                <a:solidFill>
                  <a:srgbClr val="FFFFFF"/>
                </a:solidFill>
                <a:latin typeface="Meiryo UI"/>
                <a:ea typeface="Meiryo UI"/>
              </a:rPr>
              <a:t>◆ 戦略的思考</a:t>
            </a:r>
          </a:p>
          <a:p>
            <a:pPr algn="ctr"/>
            <a:r>
              <a:rPr sz="1150" b="0" i="0">
                <a:solidFill>
                  <a:srgbClr val="FFFFFF"/>
                </a:solidFill>
                <a:latin typeface="Meiryo UI"/>
                <a:ea typeface="Meiryo UI"/>
              </a:rPr>
              <a:t>DAY 4</a:t>
            </a:r>
          </a:p>
        </p:txBody>
      </p:sp>
      <p:sp>
        <p:nvSpPr>
          <p:cNvPr id="10" name="Rounded Rectangle 9"/>
          <p:cNvSpPr/>
          <p:nvPr/>
        </p:nvSpPr>
        <p:spPr>
          <a:xfrm>
            <a:off x="548640" y="2606040"/>
            <a:ext cx="11109960" cy="685800"/>
          </a:xfrm>
          <a:prstGeom prst="roundRect">
            <a:avLst>
              <a:gd name="adj" fmla="val 10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0B4F37"/>
                </a:solidFill>
                <a:latin typeface="Meiryo UI"/>
                <a:ea typeface="Meiryo UI"/>
              </a:rPr>
              <a:t>DAY4の到達目標：</a:t>
            </a:r>
            <a:r>
              <a:rPr sz="1500" b="1" i="0">
                <a:solidFill>
                  <a:srgbClr val="262626"/>
                </a:solidFill>
                <a:latin typeface="Meiryo UI"/>
                <a:ea typeface="Meiryo UI"/>
              </a:rPr>
              <a:t>担当施設と周辺エリアに対する</a:t>
            </a:r>
            <a:r>
              <a:rPr sz="1500" b="1" i="0">
                <a:solidFill>
                  <a:srgbClr val="C00000"/>
                </a:solidFill>
                <a:latin typeface="Meiryo UI"/>
                <a:ea typeface="Meiryo UI"/>
              </a:rPr>
              <a:t>成功像・現状・課題・解決法を言語化できる</a:t>
            </a:r>
          </a:p>
        </p:txBody>
      </p:sp>
      <p:sp>
        <p:nvSpPr>
          <p:cNvPr id="11" name="TextBox 10"/>
          <p:cNvSpPr txBox="1"/>
          <p:nvPr/>
        </p:nvSpPr>
        <p:spPr>
          <a:xfrm>
            <a:off x="548640" y="3520440"/>
            <a:ext cx="11109960" cy="365760"/>
          </a:xfrm>
          <a:prstGeom prst="rect">
            <a:avLst/>
          </a:prstGeom>
          <a:noFill/>
        </p:spPr>
        <p:txBody>
          <a:bodyPr wrap="square" lIns="0" rIns="0" tIns="0" bIns="0" anchor="t">
            <a:spAutoFit/>
          </a:bodyPr>
          <a:lstStyle/>
          <a:p>
            <a:pPr algn="ctr"/>
            <a:r>
              <a:rPr sz="1400" b="1" i="0">
                <a:solidFill>
                  <a:srgbClr val="262626"/>
                </a:solidFill>
                <a:latin typeface="Meiryo UI"/>
                <a:ea typeface="Meiryo UI"/>
              </a:rPr>
              <a:t>戦略的思考といっても、難しい理論は使いません。今日考えるのは、この2つだけです。</a:t>
            </a:r>
          </a:p>
        </p:txBody>
      </p:sp>
      <p:sp>
        <p:nvSpPr>
          <p:cNvPr id="12" name="Rounded Rectangle 11"/>
          <p:cNvSpPr/>
          <p:nvPr/>
        </p:nvSpPr>
        <p:spPr>
          <a:xfrm>
            <a:off x="548640" y="3931920"/>
            <a:ext cx="5486400" cy="54864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700" b="1" i="0">
                <a:solidFill>
                  <a:srgbClr val="FFFFFF"/>
                </a:solidFill>
                <a:latin typeface="Meiryo UI"/>
                <a:ea typeface="Meiryo UI"/>
              </a:rPr>
              <a:t>① どこを見るか　</a:t>
            </a:r>
            <a:r>
              <a:rPr sz="1250" b="0" i="0">
                <a:solidFill>
                  <a:srgbClr val="FFFFFF"/>
                </a:solidFill>
                <a:latin typeface="Meiryo UI"/>
                <a:ea typeface="Meiryo UI"/>
              </a:rPr>
              <a:t>視座</a:t>
            </a:r>
          </a:p>
        </p:txBody>
      </p:sp>
      <p:sp>
        <p:nvSpPr>
          <p:cNvPr id="13" name="Rounded Rectangle 12"/>
          <p:cNvSpPr/>
          <p:nvPr/>
        </p:nvSpPr>
        <p:spPr>
          <a:xfrm>
            <a:off x="548640" y="4535424"/>
            <a:ext cx="5486400" cy="868680"/>
          </a:xfrm>
          <a:prstGeom prst="roundRect">
            <a:avLst>
              <a:gd name="adj" fmla="val 10000"/>
            </a:avLst>
          </a:prstGeom>
          <a:solidFill>
            <a:srgbClr val="EA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ctr">
              <a:lnSpc>
                <a:spcPct val="125000"/>
              </a:lnSpc>
            </a:pPr>
            <a:r>
              <a:rPr sz="1400" b="1" i="0">
                <a:solidFill>
                  <a:srgbClr val="262626"/>
                </a:solidFill>
                <a:latin typeface="Meiryo UI"/>
                <a:ea typeface="Meiryo UI"/>
              </a:rPr>
              <a:t>大学の中から見る　→　自分の任された範囲から見る</a:t>
            </a:r>
          </a:p>
        </p:txBody>
      </p:sp>
      <p:sp>
        <p:nvSpPr>
          <p:cNvPr id="14" name="Rounded Rectangle 13"/>
          <p:cNvSpPr/>
          <p:nvPr/>
        </p:nvSpPr>
        <p:spPr>
          <a:xfrm>
            <a:off x="1097280" y="5477256"/>
            <a:ext cx="4389120" cy="384048"/>
          </a:xfrm>
          <a:prstGeom prst="roundRect">
            <a:avLst>
              <a:gd name="adj" fmla="val 20000"/>
            </a:avLst>
          </a:prstGeom>
          <a:solidFill>
            <a:srgbClr val="FFFFFF"/>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50" b="1" i="0">
                <a:solidFill>
                  <a:srgbClr val="1F3864"/>
                </a:solidFill>
                <a:latin typeface="Meiryo UI"/>
                <a:ea typeface="Meiryo UI"/>
              </a:rPr>
              <a:t>テーマ①「自分の範囲を考える」</a:t>
            </a:r>
          </a:p>
        </p:txBody>
      </p:sp>
      <p:sp>
        <p:nvSpPr>
          <p:cNvPr id="15" name="Rounded Rectangle 14"/>
          <p:cNvSpPr/>
          <p:nvPr/>
        </p:nvSpPr>
        <p:spPr>
          <a:xfrm>
            <a:off x="6172200" y="3931920"/>
            <a:ext cx="5486400" cy="548640"/>
          </a:xfrm>
          <a:prstGeom prst="roundRect">
            <a:avLst>
              <a:gd name="adj" fmla="val 1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700" b="1" i="0">
                <a:solidFill>
                  <a:srgbClr val="FFFFFF"/>
                </a:solidFill>
                <a:latin typeface="Meiryo UI"/>
                <a:ea typeface="Meiryo UI"/>
              </a:rPr>
              <a:t>② 何のために動くか　</a:t>
            </a:r>
            <a:r>
              <a:rPr sz="1250" b="0" i="0">
                <a:solidFill>
                  <a:srgbClr val="FFFFFF"/>
                </a:solidFill>
                <a:latin typeface="Meiryo UI"/>
                <a:ea typeface="Meiryo UI"/>
              </a:rPr>
              <a:t>順序</a:t>
            </a:r>
          </a:p>
        </p:txBody>
      </p:sp>
      <p:sp>
        <p:nvSpPr>
          <p:cNvPr id="16" name="Rounded Rectangle 15"/>
          <p:cNvSpPr/>
          <p:nvPr/>
        </p:nvSpPr>
        <p:spPr>
          <a:xfrm>
            <a:off x="6172200" y="4535424"/>
            <a:ext cx="5486400" cy="868680"/>
          </a:xfrm>
          <a:prstGeom prst="roundRect">
            <a:avLst>
              <a:gd name="adj" fmla="val 10000"/>
            </a:avLst>
          </a:prstGeom>
          <a:solidFill>
            <a:srgbClr val="FFF6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ctr">
              <a:lnSpc>
                <a:spcPct val="125000"/>
              </a:lnSpc>
            </a:pPr>
            <a:r>
              <a:rPr sz="1400" b="1" i="0">
                <a:solidFill>
                  <a:srgbClr val="262626"/>
                </a:solidFill>
                <a:latin typeface="Meiryo UI"/>
                <a:ea typeface="Meiryo UI"/>
              </a:rPr>
              <a:t>情報から考える　→　成功像から逆算して考える</a:t>
            </a:r>
          </a:p>
        </p:txBody>
      </p:sp>
      <p:sp>
        <p:nvSpPr>
          <p:cNvPr id="17" name="Rounded Rectangle 16"/>
          <p:cNvSpPr/>
          <p:nvPr/>
        </p:nvSpPr>
        <p:spPr>
          <a:xfrm>
            <a:off x="6720840" y="5477256"/>
            <a:ext cx="4389120" cy="384048"/>
          </a:xfrm>
          <a:prstGeom prst="roundRect">
            <a:avLst>
              <a:gd name="adj" fmla="val 20000"/>
            </a:avLst>
          </a:prstGeom>
          <a:solidFill>
            <a:srgbClr val="FFFFFF"/>
          </a:solidFill>
          <a:ln w="12700">
            <a:solidFill>
              <a:srgbClr val="B86A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50" b="1" i="0">
                <a:solidFill>
                  <a:srgbClr val="B86A00"/>
                </a:solidFill>
                <a:latin typeface="Meiryo UI"/>
                <a:ea typeface="Meiryo UI"/>
              </a:rPr>
              <a:t>テーマ②「動く理由を考える」</a:t>
            </a:r>
          </a:p>
        </p:txBody>
      </p:sp>
      <p:sp>
        <p:nvSpPr>
          <p:cNvPr id="18" name="Rounded Rectangle 17"/>
          <p:cNvSpPr/>
          <p:nvPr/>
        </p:nvSpPr>
        <p:spPr>
          <a:xfrm>
            <a:off x="548640" y="5943600"/>
            <a:ext cx="11109960" cy="384048"/>
          </a:xfrm>
          <a:prstGeom prst="roundRect">
            <a:avLst>
              <a:gd name="adj" fmla="val 15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0B4F37"/>
                </a:solidFill>
                <a:latin typeface="Meiryo UI"/>
                <a:ea typeface="Meiryo UI"/>
              </a:rPr>
              <a:t>戦略的思考 ＝ 「どこを見るか」×「何のために動くか」。この2つを考えると、同じ活動でも意味が変わります。</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LOOK BACK</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3回で、あなたはこれだけの力を手に入れました</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10</a:t>
            </a:r>
          </a:p>
        </p:txBody>
      </p:sp>
      <p:sp>
        <p:nvSpPr>
          <p:cNvPr id="6" name="Rounded Rectangle 5"/>
          <p:cNvSpPr/>
          <p:nvPr/>
        </p:nvSpPr>
        <p:spPr>
          <a:xfrm>
            <a:off x="548640" y="1691640"/>
            <a:ext cx="3566160" cy="658368"/>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50" b="1" i="0">
                <a:solidFill>
                  <a:srgbClr val="FFFFFF"/>
                </a:solidFill>
                <a:latin typeface="Meiryo UI"/>
                <a:ea typeface="Meiryo UI"/>
              </a:rPr>
              <a:t>DAY 1　</a:t>
            </a:r>
            <a:r>
              <a:rPr sz="1150" b="1" i="0">
                <a:solidFill>
                  <a:srgbClr val="FFFFFF"/>
                </a:solidFill>
                <a:latin typeface="Meiryo UI"/>
                <a:ea typeface="Meiryo UI"/>
              </a:rPr>
              <a:t>大学・基幹病院のイロハ</a:t>
            </a:r>
          </a:p>
        </p:txBody>
      </p:sp>
      <p:sp>
        <p:nvSpPr>
          <p:cNvPr id="7" name="Rounded Rectangle 6"/>
          <p:cNvSpPr/>
          <p:nvPr/>
        </p:nvSpPr>
        <p:spPr>
          <a:xfrm>
            <a:off x="548640" y="2414016"/>
            <a:ext cx="3566160" cy="1874519"/>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l">
              <a:lnSpc>
                <a:spcPct val="125000"/>
              </a:lnSpc>
              <a:spcAft>
                <a:spcPts val="800"/>
              </a:spcAft>
            </a:pPr>
            <a:r>
              <a:rPr sz="1100" b="0" i="0">
                <a:solidFill>
                  <a:srgbClr val="262626"/>
                </a:solidFill>
                <a:latin typeface="Meiryo UI"/>
                <a:ea typeface="Meiryo UI"/>
              </a:rPr>
              <a:t>・大学の使命（教育・研究・臨床）と、医師派遣による地域への影響</a:t>
            </a:r>
          </a:p>
          <a:p>
            <a:pPr algn="l">
              <a:lnSpc>
                <a:spcPct val="125000"/>
              </a:lnSpc>
              <a:spcAft>
                <a:spcPts val="800"/>
              </a:spcAft>
            </a:pPr>
            <a:r>
              <a:rPr sz="1100" b="0" i="0">
                <a:solidFill>
                  <a:srgbClr val="262626"/>
                </a:solidFill>
                <a:latin typeface="Meiryo UI"/>
                <a:ea typeface="Meiryo UI"/>
              </a:rPr>
              <a:t>・影響力はテリトリーとニーズで決まる（GP／HP／HS）</a:t>
            </a:r>
          </a:p>
          <a:p>
            <a:pPr algn="l">
              <a:lnSpc>
                <a:spcPct val="125000"/>
              </a:lnSpc>
              <a:spcAft>
                <a:spcPts val="800"/>
              </a:spcAft>
            </a:pPr>
            <a:r>
              <a:rPr sz="1100" b="0" i="0">
                <a:solidFill>
                  <a:srgbClr val="262626"/>
                </a:solidFill>
                <a:latin typeface="Meiryo UI"/>
                <a:ea typeface="Meiryo UI"/>
              </a:rPr>
              <a:t>・教授の裁量権と「医局の集合体」という構造／薬審・採用の流れ</a:t>
            </a:r>
          </a:p>
        </p:txBody>
      </p:sp>
      <p:sp>
        <p:nvSpPr>
          <p:cNvPr id="8" name="Rounded Rectangle 7"/>
          <p:cNvSpPr/>
          <p:nvPr/>
        </p:nvSpPr>
        <p:spPr>
          <a:xfrm>
            <a:off x="548640" y="4370832"/>
            <a:ext cx="3566160" cy="457200"/>
          </a:xfrm>
          <a:prstGeom prst="roundRect">
            <a:avLst>
              <a:gd name="adj" fmla="val 12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128A54"/>
                </a:solidFill>
                <a:latin typeface="Meiryo UI"/>
                <a:ea typeface="Meiryo UI"/>
              </a:rPr>
              <a:t>→ 先生の“影響力の大きさ”が読める</a:t>
            </a:r>
          </a:p>
        </p:txBody>
      </p:sp>
      <p:sp>
        <p:nvSpPr>
          <p:cNvPr id="9" name="Rounded Rectangle 8"/>
          <p:cNvSpPr/>
          <p:nvPr/>
        </p:nvSpPr>
        <p:spPr>
          <a:xfrm>
            <a:off x="4288536" y="1691640"/>
            <a:ext cx="3566160" cy="658368"/>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50" b="1" i="0">
                <a:solidFill>
                  <a:srgbClr val="FFFFFF"/>
                </a:solidFill>
                <a:latin typeface="Meiryo UI"/>
                <a:ea typeface="Meiryo UI"/>
              </a:rPr>
              <a:t>DAY 2　</a:t>
            </a:r>
            <a:r>
              <a:rPr sz="1150" b="1" i="0">
                <a:solidFill>
                  <a:srgbClr val="FFFFFF"/>
                </a:solidFill>
                <a:latin typeface="Meiryo UI"/>
                <a:ea typeface="Meiryo UI"/>
              </a:rPr>
              <a:t>「会えない」を「会える」に</a:t>
            </a:r>
          </a:p>
        </p:txBody>
      </p:sp>
      <p:sp>
        <p:nvSpPr>
          <p:cNvPr id="10" name="Rounded Rectangle 9"/>
          <p:cNvSpPr/>
          <p:nvPr/>
        </p:nvSpPr>
        <p:spPr>
          <a:xfrm>
            <a:off x="4288536" y="2414016"/>
            <a:ext cx="3566160" cy="1874519"/>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l">
              <a:lnSpc>
                <a:spcPct val="125000"/>
              </a:lnSpc>
              <a:spcAft>
                <a:spcPts val="800"/>
              </a:spcAft>
            </a:pPr>
            <a:r>
              <a:rPr sz="1100" b="0" i="0">
                <a:solidFill>
                  <a:srgbClr val="262626"/>
                </a:solidFill>
                <a:latin typeface="Meiryo UI"/>
                <a:ea typeface="Meiryo UI"/>
              </a:rPr>
              <a:t>・未訪問 → 初回接点 → 仮説面会 → 定期面会 の設計</a:t>
            </a:r>
          </a:p>
          <a:p>
            <a:pPr algn="l">
              <a:lnSpc>
                <a:spcPct val="125000"/>
              </a:lnSpc>
              <a:spcAft>
                <a:spcPts val="800"/>
              </a:spcAft>
            </a:pPr>
            <a:r>
              <a:rPr sz="1100" b="0" i="0">
                <a:solidFill>
                  <a:srgbClr val="262626"/>
                </a:solidFill>
                <a:latin typeface="Meiryo UI"/>
                <a:ea typeface="Meiryo UI"/>
              </a:rPr>
              <a:t>・Best Time / Best Place：ルーチンワークの把握とカレンダー管理</a:t>
            </a:r>
          </a:p>
          <a:p>
            <a:pPr algn="l">
              <a:lnSpc>
                <a:spcPct val="125000"/>
              </a:lnSpc>
              <a:spcAft>
                <a:spcPts val="800"/>
              </a:spcAft>
            </a:pPr>
            <a:r>
              <a:rPr sz="1100" b="0" i="0">
                <a:solidFill>
                  <a:srgbClr val="262626"/>
                </a:solidFill>
                <a:latin typeface="Meiryo UI"/>
                <a:ea typeface="Meiryo UI"/>
              </a:rPr>
              <a:t>・「会う理由」を設計し、次回の約束を残す／My teacherをつくる</a:t>
            </a:r>
          </a:p>
        </p:txBody>
      </p:sp>
      <p:sp>
        <p:nvSpPr>
          <p:cNvPr id="11" name="Rounded Rectangle 10"/>
          <p:cNvSpPr/>
          <p:nvPr/>
        </p:nvSpPr>
        <p:spPr>
          <a:xfrm>
            <a:off x="4288536" y="4370832"/>
            <a:ext cx="3566160" cy="457200"/>
          </a:xfrm>
          <a:prstGeom prst="roundRect">
            <a:avLst>
              <a:gd name="adj" fmla="val 12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1F3864"/>
                </a:solidFill>
                <a:latin typeface="Meiryo UI"/>
                <a:ea typeface="Meiryo UI"/>
              </a:rPr>
              <a:t>→ 会いたい先生に“会える”</a:t>
            </a:r>
          </a:p>
        </p:txBody>
      </p:sp>
      <p:sp>
        <p:nvSpPr>
          <p:cNvPr id="12" name="Rounded Rectangle 11"/>
          <p:cNvSpPr/>
          <p:nvPr/>
        </p:nvSpPr>
        <p:spPr>
          <a:xfrm>
            <a:off x="8028431" y="1691640"/>
            <a:ext cx="3566160" cy="658368"/>
          </a:xfrm>
          <a:prstGeom prst="roundRect">
            <a:avLst>
              <a:gd name="adj" fmla="val 1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50" b="1" i="0">
                <a:solidFill>
                  <a:srgbClr val="FFFFFF"/>
                </a:solidFill>
                <a:latin typeface="Meiryo UI"/>
                <a:ea typeface="Meiryo UI"/>
              </a:rPr>
              <a:t>DAY 3　</a:t>
            </a:r>
            <a:r>
              <a:rPr sz="1150" b="1" i="0">
                <a:solidFill>
                  <a:srgbClr val="FFFFFF"/>
                </a:solidFill>
                <a:latin typeface="Meiryo UI"/>
                <a:ea typeface="Meiryo UI"/>
              </a:rPr>
              <a:t>やっぱりMRは情報が命</a:t>
            </a:r>
          </a:p>
        </p:txBody>
      </p:sp>
      <p:sp>
        <p:nvSpPr>
          <p:cNvPr id="13" name="Rounded Rectangle 12"/>
          <p:cNvSpPr/>
          <p:nvPr/>
        </p:nvSpPr>
        <p:spPr>
          <a:xfrm>
            <a:off x="8028431" y="2414016"/>
            <a:ext cx="3566160" cy="1874519"/>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l">
              <a:lnSpc>
                <a:spcPct val="125000"/>
              </a:lnSpc>
              <a:spcAft>
                <a:spcPts val="800"/>
              </a:spcAft>
            </a:pPr>
            <a:r>
              <a:rPr sz="1100" b="0" i="0">
                <a:solidFill>
                  <a:srgbClr val="262626"/>
                </a:solidFill>
                <a:latin typeface="Meiryo UI"/>
                <a:ea typeface="Meiryo UI"/>
              </a:rPr>
              <a:t>・ドライ情報 × ウェット情報で顧客理解の解像度を上げる</a:t>
            </a:r>
          </a:p>
          <a:p>
            <a:pPr algn="l">
              <a:lnSpc>
                <a:spcPct val="125000"/>
              </a:lnSpc>
              <a:spcAft>
                <a:spcPts val="800"/>
              </a:spcAft>
            </a:pPr>
            <a:r>
              <a:rPr sz="1100" b="0" i="0">
                <a:solidFill>
                  <a:srgbClr val="262626"/>
                </a:solidFill>
                <a:latin typeface="Meiryo UI"/>
                <a:ea typeface="Meiryo UI"/>
              </a:rPr>
              <a:t>・分からないことは small b として面会に持ち込む</a:t>
            </a:r>
          </a:p>
          <a:p>
            <a:pPr algn="l">
              <a:lnSpc>
                <a:spcPct val="125000"/>
              </a:lnSpc>
              <a:spcAft>
                <a:spcPts val="800"/>
              </a:spcAft>
            </a:pPr>
            <a:r>
              <a:rPr sz="1100" b="0" i="0">
                <a:solidFill>
                  <a:srgbClr val="262626"/>
                </a:solidFill>
                <a:latin typeface="Meiryo UI"/>
                <a:ea typeface="Meiryo UI"/>
              </a:rPr>
              <a:t>・面会後は「なぜ」を分解し、仮説を立てて次の面会へ</a:t>
            </a:r>
          </a:p>
        </p:txBody>
      </p:sp>
      <p:sp>
        <p:nvSpPr>
          <p:cNvPr id="14" name="Rounded Rectangle 13"/>
          <p:cNvSpPr/>
          <p:nvPr/>
        </p:nvSpPr>
        <p:spPr>
          <a:xfrm>
            <a:off x="8028431" y="4370832"/>
            <a:ext cx="3566160" cy="457200"/>
          </a:xfrm>
          <a:prstGeom prst="roundRect">
            <a:avLst>
              <a:gd name="adj" fmla="val 12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B86A00"/>
                </a:solidFill>
                <a:latin typeface="Meiryo UI"/>
                <a:ea typeface="Meiryo UI"/>
              </a:rPr>
              <a:t>→ 必要な情報が“取れる”</a:t>
            </a:r>
          </a:p>
        </p:txBody>
      </p:sp>
      <p:sp>
        <p:nvSpPr>
          <p:cNvPr id="15" name="Rounded Rectangle 14"/>
          <p:cNvSpPr/>
          <p:nvPr/>
        </p:nvSpPr>
        <p:spPr>
          <a:xfrm>
            <a:off x="548640" y="5029200"/>
            <a:ext cx="11109960" cy="118872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ctr">
              <a:spcAft>
                <a:spcPts val="600"/>
              </a:spcAft>
            </a:pPr>
            <a:r>
              <a:rPr sz="2200" b="1" i="0">
                <a:solidFill>
                  <a:srgbClr val="FFFFFF"/>
                </a:solidFill>
                <a:latin typeface="Meiryo UI"/>
                <a:ea typeface="Meiryo UI"/>
              </a:rPr>
              <a:t>では、その力を —— どこに、何のために使いますか？</a:t>
            </a:r>
          </a:p>
          <a:p>
            <a:pPr algn="ctr"/>
            <a:r>
              <a:rPr sz="1300" b="0" i="0">
                <a:solidFill>
                  <a:srgbClr val="BFE8D2"/>
                </a:solidFill>
                <a:latin typeface="Meiryo UI"/>
                <a:ea typeface="Meiryo UI"/>
              </a:rPr>
              <a:t>大学に行ける。会える。情報も取れる。DAY4は、そこで終わらせずに「使い道を自分で決める」回です。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 name="Rounded Rectangle 2"/>
          <p:cNvSpPr/>
          <p:nvPr/>
        </p:nvSpPr>
        <p:spPr>
          <a:xfrm>
            <a:off x="548640" y="310896"/>
            <a:ext cx="3108960"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CHECK IN　｜　3分</a:t>
            </a:r>
          </a:p>
        </p:txBody>
      </p:sp>
      <p:sp>
        <p:nvSpPr>
          <p:cNvPr id="4" name="Rounded Rectangle 3"/>
          <p:cNvSpPr/>
          <p:nvPr/>
        </p:nvSpPr>
        <p:spPr>
          <a:xfrm>
            <a:off x="548640" y="868680"/>
            <a:ext cx="11109960" cy="1051560"/>
          </a:xfrm>
          <a:prstGeom prst="roundRect">
            <a:avLst>
              <a:gd name="adj" fmla="val 6000"/>
            </a:avLst>
          </a:prstGeom>
          <a:solidFill>
            <a:srgbClr val="FFFFFF"/>
          </a:solidFill>
          <a:ln w="2032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ctr">
              <a:spcAft>
                <a:spcPts val="500"/>
              </a:spcAft>
            </a:pPr>
            <a:r>
              <a:rPr sz="2300" b="1" i="0">
                <a:solidFill>
                  <a:srgbClr val="262626"/>
                </a:solidFill>
                <a:latin typeface="Meiryo UI"/>
                <a:ea typeface="Meiryo UI"/>
              </a:rPr>
              <a:t>Q. この3回の勉強会で、あなたの</a:t>
            </a:r>
            <a:r>
              <a:rPr sz="2300" b="1" i="0">
                <a:solidFill>
                  <a:srgbClr val="C00000"/>
                </a:solidFill>
                <a:latin typeface="Meiryo UI"/>
                <a:ea typeface="Meiryo UI"/>
              </a:rPr>
              <a:t>「大学の見方」は変わりましたか？</a:t>
            </a:r>
            <a:r>
              <a:rPr sz="2300" b="0" i="0">
                <a:solidFill>
                  <a:srgbClr val="262626"/>
                </a:solidFill>
                <a:latin typeface="Meiryo UI"/>
                <a:ea typeface="Meiryo UI"/>
              </a:rPr>
              <a:t>　</a:t>
            </a:r>
          </a:p>
          <a:p>
            <a:pPr algn="ctr"/>
            <a:r>
              <a:rPr sz="2300" b="1" i="0">
                <a:solidFill>
                  <a:srgbClr val="262626"/>
                </a:solidFill>
                <a:latin typeface="Meiryo UI"/>
                <a:ea typeface="Meiryo UI"/>
              </a:rPr>
              <a:t>大学担当としての</a:t>
            </a:r>
            <a:r>
              <a:rPr sz="2300" b="1" i="0">
                <a:solidFill>
                  <a:srgbClr val="C00000"/>
                </a:solidFill>
                <a:latin typeface="Meiryo UI"/>
                <a:ea typeface="Meiryo UI"/>
              </a:rPr>
              <a:t>「自信」はつきましたか？</a:t>
            </a:r>
          </a:p>
        </p:txBody>
      </p:sp>
      <p:sp>
        <p:nvSpPr>
          <p:cNvPr id="5" name="Rounded Rectangle 4"/>
          <p:cNvSpPr/>
          <p:nvPr/>
        </p:nvSpPr>
        <p:spPr>
          <a:xfrm>
            <a:off x="2880360" y="2084831"/>
            <a:ext cx="6400800" cy="594360"/>
          </a:xfrm>
          <a:prstGeom prst="roundRect">
            <a:avLst>
              <a:gd name="adj" fmla="val 15000"/>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0B4F37"/>
                </a:solidFill>
                <a:latin typeface="Meiryo UI"/>
                <a:ea typeface="Meiryo UI"/>
              </a:rPr>
              <a:t>Teamsチャットに、思ったことを自由に書き込んでください</a:t>
            </a:r>
          </a:p>
        </p:txBody>
      </p:sp>
      <p:sp>
        <p:nvSpPr>
          <p:cNvPr id="6" name="TextBox 5"/>
          <p:cNvSpPr txBox="1"/>
          <p:nvPr/>
        </p:nvSpPr>
        <p:spPr>
          <a:xfrm>
            <a:off x="548640" y="2880360"/>
            <a:ext cx="11109960" cy="320040"/>
          </a:xfrm>
          <a:prstGeom prst="rect">
            <a:avLst/>
          </a:prstGeom>
          <a:noFill/>
        </p:spPr>
        <p:txBody>
          <a:bodyPr wrap="square" lIns="0" rIns="0" tIns="0" bIns="0" anchor="t">
            <a:spAutoFit/>
          </a:bodyPr>
          <a:lstStyle/>
          <a:p>
            <a:pPr algn="ctr"/>
            <a:r>
              <a:rPr sz="1350" b="1" i="0">
                <a:solidFill>
                  <a:srgbClr val="262626"/>
                </a:solidFill>
                <a:latin typeface="Meiryo UI"/>
                <a:ea typeface="Meiryo UI"/>
              </a:rPr>
              <a:t>形式も長さも自由です。ひと言だけでもOK。難しく考えずに、思い浮かんだことをどうぞ。</a:t>
            </a:r>
          </a:p>
        </p:txBody>
      </p:sp>
      <p:sp>
        <p:nvSpPr>
          <p:cNvPr id="7" name="Rounded Rectangle 6"/>
          <p:cNvSpPr/>
          <p:nvPr/>
        </p:nvSpPr>
        <p:spPr>
          <a:xfrm>
            <a:off x="548640" y="3337560"/>
            <a:ext cx="3566160" cy="411480"/>
          </a:xfrm>
          <a:prstGeom prst="roundRect">
            <a:avLst>
              <a:gd name="adj" fmla="val 12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50" b="1" i="0">
                <a:solidFill>
                  <a:srgbClr val="FFFFFF"/>
                </a:solidFill>
                <a:latin typeface="Meiryo UI"/>
                <a:ea typeface="Meiryo UI"/>
              </a:rPr>
              <a:t>思い出すきっかけ①</a:t>
            </a:r>
          </a:p>
        </p:txBody>
      </p:sp>
      <p:sp>
        <p:nvSpPr>
          <p:cNvPr id="8" name="Rounded Rectangle 7"/>
          <p:cNvSpPr/>
          <p:nvPr/>
        </p:nvSpPr>
        <p:spPr>
          <a:xfrm>
            <a:off x="548640" y="3803904"/>
            <a:ext cx="3566160" cy="86868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lnSpc>
                <a:spcPct val="125000"/>
              </a:lnSpc>
            </a:pPr>
            <a:r>
              <a:rPr sz="1300" b="1" i="0">
                <a:solidFill>
                  <a:srgbClr val="262626"/>
                </a:solidFill>
                <a:latin typeface="Meiryo UI"/>
                <a:ea typeface="Meiryo UI"/>
              </a:rPr>
              <a:t>大学に行くとき、以前と違うことはありますか？</a:t>
            </a:r>
          </a:p>
        </p:txBody>
      </p:sp>
      <p:sp>
        <p:nvSpPr>
          <p:cNvPr id="9" name="Rounded Rectangle 8"/>
          <p:cNvSpPr/>
          <p:nvPr/>
        </p:nvSpPr>
        <p:spPr>
          <a:xfrm>
            <a:off x="4288536" y="3337560"/>
            <a:ext cx="3566160" cy="411480"/>
          </a:xfrm>
          <a:prstGeom prst="roundRect">
            <a:avLst>
              <a:gd name="adj" fmla="val 12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50" b="1" i="0">
                <a:solidFill>
                  <a:srgbClr val="FFFFFF"/>
                </a:solidFill>
                <a:latin typeface="Meiryo UI"/>
                <a:ea typeface="Meiryo UI"/>
              </a:rPr>
              <a:t>思い出すきっかけ②</a:t>
            </a:r>
          </a:p>
        </p:txBody>
      </p:sp>
      <p:sp>
        <p:nvSpPr>
          <p:cNvPr id="10" name="Rounded Rectangle 9"/>
          <p:cNvSpPr/>
          <p:nvPr/>
        </p:nvSpPr>
        <p:spPr>
          <a:xfrm>
            <a:off x="4288536" y="3803904"/>
            <a:ext cx="3566160" cy="86868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lnSpc>
                <a:spcPct val="125000"/>
              </a:lnSpc>
            </a:pPr>
            <a:r>
              <a:rPr sz="1300" b="1" i="0">
                <a:solidFill>
                  <a:srgbClr val="262626"/>
                </a:solidFill>
                <a:latin typeface="Meiryo UI"/>
                <a:ea typeface="Meiryo UI"/>
              </a:rPr>
              <a:t>会う人・聞くことは、変わりましたか？</a:t>
            </a:r>
          </a:p>
        </p:txBody>
      </p:sp>
      <p:sp>
        <p:nvSpPr>
          <p:cNvPr id="11" name="Rounded Rectangle 10"/>
          <p:cNvSpPr/>
          <p:nvPr/>
        </p:nvSpPr>
        <p:spPr>
          <a:xfrm>
            <a:off x="8028431" y="3337560"/>
            <a:ext cx="3566160" cy="411480"/>
          </a:xfrm>
          <a:prstGeom prst="roundRect">
            <a:avLst>
              <a:gd name="adj" fmla="val 12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50" b="1" i="0">
                <a:solidFill>
                  <a:srgbClr val="FFFFFF"/>
                </a:solidFill>
                <a:latin typeface="Meiryo UI"/>
                <a:ea typeface="Meiryo UI"/>
              </a:rPr>
              <a:t>思い出すきっかけ③</a:t>
            </a:r>
          </a:p>
        </p:txBody>
      </p:sp>
      <p:sp>
        <p:nvSpPr>
          <p:cNvPr id="12" name="Rounded Rectangle 11"/>
          <p:cNvSpPr/>
          <p:nvPr/>
        </p:nvSpPr>
        <p:spPr>
          <a:xfrm>
            <a:off x="8028431" y="3803904"/>
            <a:ext cx="3566160" cy="86868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lnSpc>
                <a:spcPct val="125000"/>
              </a:lnSpc>
            </a:pPr>
            <a:r>
              <a:rPr sz="1300" b="1" i="0">
                <a:solidFill>
                  <a:srgbClr val="262626"/>
                </a:solidFill>
                <a:latin typeface="Meiryo UI"/>
                <a:ea typeface="Meiryo UI"/>
              </a:rPr>
              <a:t>まだ「ここが分からない」と思うことは？</a:t>
            </a:r>
          </a:p>
        </p:txBody>
      </p:sp>
      <p:sp>
        <p:nvSpPr>
          <p:cNvPr id="13" name="Rounded Rectangle 12"/>
          <p:cNvSpPr/>
          <p:nvPr/>
        </p:nvSpPr>
        <p:spPr>
          <a:xfrm>
            <a:off x="548640" y="4892040"/>
            <a:ext cx="11109960" cy="1417320"/>
          </a:xfrm>
          <a:prstGeom prst="roundRect">
            <a:avLst>
              <a:gd name="adj" fmla="val 10000"/>
            </a:avLst>
          </a:prstGeom>
          <a:solidFill>
            <a:srgbClr val="FFFFFF"/>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ctr">
              <a:spcAft>
                <a:spcPts val="700"/>
              </a:spcAft>
            </a:pPr>
            <a:r>
              <a:rPr sz="1500" b="1" i="0">
                <a:solidFill>
                  <a:srgbClr val="0B4F37"/>
                </a:solidFill>
                <a:latin typeface="Meiryo UI"/>
                <a:ea typeface="Meiryo UI"/>
              </a:rPr>
              <a:t>「変わった」でも「あまり変わっていない」でも、どちらでも大歓迎です。</a:t>
            </a:r>
          </a:p>
          <a:p>
            <a:pPr algn="ctr">
              <a:spcAft>
                <a:spcPts val="700"/>
              </a:spcAft>
            </a:pPr>
            <a:r>
              <a:rPr sz="1300" b="0" i="0">
                <a:solidFill>
                  <a:srgbClr val="262626"/>
                </a:solidFill>
                <a:latin typeface="Meiryo UI"/>
                <a:ea typeface="Meiryo UI"/>
              </a:rPr>
              <a:t>感想・気づき・モヤモヤ、なんでも構いません。正解はありません。</a:t>
            </a:r>
          </a:p>
          <a:p>
            <a:pPr algn="ctr"/>
            <a:r>
              <a:rPr sz="1250" b="0" i="0">
                <a:solidFill>
                  <a:srgbClr val="595959"/>
                </a:solidFill>
                <a:latin typeface="Meiryo UI"/>
                <a:ea typeface="Meiryo UI"/>
              </a:rPr>
              <a:t>他の人の投稿も、ぜひ読んでみてください。同じことを感じている仲間が、全国にいると分かります。</a:t>
            </a:r>
          </a:p>
        </p:txBody>
      </p:sp>
      <p:sp>
        <p:nvSpPr>
          <p:cNvPr id="14" name="TextBox 1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15" name="TextBox 1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 name="Rectangle 2"/>
          <p:cNvSpPr/>
          <p:nvPr/>
        </p:nvSpPr>
        <p:spPr>
          <a:xfrm>
            <a:off x="0" y="0"/>
            <a:ext cx="12191695" cy="502920"/>
          </a:xfrm>
          <a:prstGeom prst="rect">
            <a:avLst/>
          </a:prstGeom>
          <a:solidFill>
            <a:srgbClr val="0735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4" name="TextBox 3"/>
          <p:cNvSpPr txBox="1"/>
          <p:nvPr/>
        </p:nvSpPr>
        <p:spPr>
          <a:xfrm>
            <a:off x="822960" y="1234440"/>
            <a:ext cx="2194560" cy="1371600"/>
          </a:xfrm>
          <a:prstGeom prst="rect">
            <a:avLst/>
          </a:prstGeom>
          <a:noFill/>
        </p:spPr>
        <p:txBody>
          <a:bodyPr wrap="square" lIns="0" rIns="0" tIns="0" bIns="0" anchor="t">
            <a:spAutoFit/>
          </a:bodyPr>
          <a:lstStyle/>
          <a:p>
            <a:pPr algn="l"/>
            <a:r>
              <a:rPr sz="8000" b="1" i="0">
                <a:solidFill>
                  <a:srgbClr val="1D7451"/>
                </a:solidFill>
                <a:latin typeface="Meiryo UI"/>
                <a:ea typeface="Meiryo UI"/>
              </a:rPr>
              <a:t>①</a:t>
            </a:r>
          </a:p>
        </p:txBody>
      </p:sp>
      <p:sp>
        <p:nvSpPr>
          <p:cNvPr id="5" name="TextBox 4"/>
          <p:cNvSpPr txBox="1"/>
          <p:nvPr/>
        </p:nvSpPr>
        <p:spPr>
          <a:xfrm>
            <a:off x="2926080" y="1143000"/>
            <a:ext cx="8595360" cy="411480"/>
          </a:xfrm>
          <a:prstGeom prst="rect">
            <a:avLst/>
          </a:prstGeom>
          <a:noFill/>
        </p:spPr>
        <p:txBody>
          <a:bodyPr wrap="square" lIns="0" rIns="0" tIns="0" bIns="0" anchor="t">
            <a:spAutoFit/>
          </a:bodyPr>
          <a:lstStyle/>
          <a:p>
            <a:pPr algn="l"/>
            <a:r>
              <a:rPr sz="1450" b="1" i="0">
                <a:solidFill>
                  <a:srgbClr val="BFE8D2"/>
                </a:solidFill>
                <a:latin typeface="Meiryo UI"/>
                <a:ea typeface="Meiryo UI"/>
              </a:rPr>
              <a:t>テーマ①　｜　どこを見るか　｜　25分（レクチャー10分・ワーク10分・共有5分）</a:t>
            </a:r>
          </a:p>
        </p:txBody>
      </p:sp>
      <p:sp>
        <p:nvSpPr>
          <p:cNvPr id="6" name="TextBox 5"/>
          <p:cNvSpPr txBox="1"/>
          <p:nvPr/>
        </p:nvSpPr>
        <p:spPr>
          <a:xfrm>
            <a:off x="2926080" y="1554480"/>
            <a:ext cx="8595360" cy="914400"/>
          </a:xfrm>
          <a:prstGeom prst="rect">
            <a:avLst/>
          </a:prstGeom>
          <a:noFill/>
        </p:spPr>
        <p:txBody>
          <a:bodyPr wrap="square" lIns="0" rIns="0" tIns="0" bIns="0" anchor="t">
            <a:spAutoFit/>
          </a:bodyPr>
          <a:lstStyle/>
          <a:p>
            <a:pPr algn="l"/>
            <a:r>
              <a:rPr sz="3400" b="1" i="0">
                <a:solidFill>
                  <a:srgbClr val="FFFFFF"/>
                </a:solidFill>
                <a:latin typeface="Meiryo UI"/>
                <a:ea typeface="Meiryo UI"/>
              </a:rPr>
              <a:t>自分の範囲を考える</a:t>
            </a:r>
          </a:p>
        </p:txBody>
      </p:sp>
      <p:sp>
        <p:nvSpPr>
          <p:cNvPr id="7" name="Rounded Rectangle 6"/>
          <p:cNvSpPr/>
          <p:nvPr/>
        </p:nvSpPr>
        <p:spPr>
          <a:xfrm>
            <a:off x="822960" y="2880360"/>
            <a:ext cx="10698480" cy="868680"/>
          </a:xfrm>
          <a:prstGeom prst="roundRect">
            <a:avLst>
              <a:gd name="adj" fmla="val 10000"/>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ctr"/>
            <a:r>
              <a:rPr sz="1900" b="1" i="0">
                <a:solidFill>
                  <a:srgbClr val="0B4F37"/>
                </a:solidFill>
                <a:latin typeface="Meiryo UI"/>
                <a:ea typeface="Meiryo UI"/>
              </a:rPr>
              <a:t>大学を攻略すれば、あなたの範囲の課題は解決しますか？</a:t>
            </a:r>
          </a:p>
        </p:txBody>
      </p:sp>
      <p:sp>
        <p:nvSpPr>
          <p:cNvPr id="8" name="Oval 7"/>
          <p:cNvSpPr/>
          <p:nvPr/>
        </p:nvSpPr>
        <p:spPr>
          <a:xfrm>
            <a:off x="868680" y="4114800"/>
            <a:ext cx="402336" cy="402336"/>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300" b="1" i="0">
                <a:solidFill>
                  <a:srgbClr val="0B4F37"/>
                </a:solidFill>
                <a:latin typeface="Meiryo UI"/>
                <a:ea typeface="Meiryo UI"/>
              </a:rPr>
              <a:t>1</a:t>
            </a:r>
          </a:p>
        </p:txBody>
      </p:sp>
      <p:sp>
        <p:nvSpPr>
          <p:cNvPr id="9" name="TextBox 8"/>
          <p:cNvSpPr txBox="1"/>
          <p:nvPr/>
        </p:nvSpPr>
        <p:spPr>
          <a:xfrm>
            <a:off x="1463040" y="4187952"/>
            <a:ext cx="9966960" cy="502920"/>
          </a:xfrm>
          <a:prstGeom prst="rect">
            <a:avLst/>
          </a:prstGeom>
          <a:noFill/>
        </p:spPr>
        <p:txBody>
          <a:bodyPr wrap="square" lIns="0" rIns="0" tIns="0" bIns="0" anchor="t">
            <a:spAutoFit/>
          </a:bodyPr>
          <a:lstStyle/>
          <a:p>
            <a:pPr algn="l">
              <a:lnSpc>
                <a:spcPct val="115000"/>
              </a:lnSpc>
            </a:pPr>
            <a:r>
              <a:rPr sz="1500" b="0" i="0">
                <a:solidFill>
                  <a:srgbClr val="FFFFFF"/>
                </a:solidFill>
                <a:latin typeface="Meiryo UI"/>
                <a:ea typeface="Meiryo UI"/>
              </a:rPr>
              <a:t>DAY1で考えた「先生のテリトリー」を、今日は「自分のテリトリー」に置き換える</a:t>
            </a:r>
          </a:p>
        </p:txBody>
      </p:sp>
      <p:sp>
        <p:nvSpPr>
          <p:cNvPr id="10" name="Oval 9"/>
          <p:cNvSpPr/>
          <p:nvPr/>
        </p:nvSpPr>
        <p:spPr>
          <a:xfrm>
            <a:off x="868680" y="4828032"/>
            <a:ext cx="402336" cy="402336"/>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300" b="1" i="0">
                <a:solidFill>
                  <a:srgbClr val="0B4F37"/>
                </a:solidFill>
                <a:latin typeface="Meiryo UI"/>
                <a:ea typeface="Meiryo UI"/>
              </a:rPr>
              <a:t>2</a:t>
            </a:r>
          </a:p>
        </p:txBody>
      </p:sp>
      <p:sp>
        <p:nvSpPr>
          <p:cNvPr id="11" name="TextBox 10"/>
          <p:cNvSpPr txBox="1"/>
          <p:nvPr/>
        </p:nvSpPr>
        <p:spPr>
          <a:xfrm>
            <a:off x="1463040" y="4901184"/>
            <a:ext cx="9966960" cy="502920"/>
          </a:xfrm>
          <a:prstGeom prst="rect">
            <a:avLst/>
          </a:prstGeom>
          <a:noFill/>
        </p:spPr>
        <p:txBody>
          <a:bodyPr wrap="square" lIns="0" rIns="0" tIns="0" bIns="0" anchor="t">
            <a:spAutoFit/>
          </a:bodyPr>
          <a:lstStyle/>
          <a:p>
            <a:pPr algn="l">
              <a:lnSpc>
                <a:spcPct val="115000"/>
              </a:lnSpc>
            </a:pPr>
            <a:r>
              <a:rPr sz="1500" b="0" i="0">
                <a:solidFill>
                  <a:srgbClr val="FFFFFF"/>
                </a:solidFill>
                <a:latin typeface="Meiryo UI"/>
                <a:ea typeface="Meiryo UI"/>
              </a:rPr>
              <a:t>大学に固執しない。大学は、エリアマッピングの中の「1施設」として置き直す</a:t>
            </a:r>
          </a:p>
        </p:txBody>
      </p:sp>
      <p:sp>
        <p:nvSpPr>
          <p:cNvPr id="12" name="Oval 11"/>
          <p:cNvSpPr/>
          <p:nvPr/>
        </p:nvSpPr>
        <p:spPr>
          <a:xfrm>
            <a:off x="868680" y="5541264"/>
            <a:ext cx="402336" cy="402336"/>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300" b="1" i="0">
                <a:solidFill>
                  <a:srgbClr val="0B4F37"/>
                </a:solidFill>
                <a:latin typeface="Meiryo UI"/>
                <a:ea typeface="Meiryo UI"/>
              </a:rPr>
              <a:t>3</a:t>
            </a:r>
          </a:p>
        </p:txBody>
      </p:sp>
      <p:sp>
        <p:nvSpPr>
          <p:cNvPr id="13" name="TextBox 12"/>
          <p:cNvSpPr txBox="1"/>
          <p:nvPr/>
        </p:nvSpPr>
        <p:spPr>
          <a:xfrm>
            <a:off x="1463040" y="5614416"/>
            <a:ext cx="9966960" cy="502920"/>
          </a:xfrm>
          <a:prstGeom prst="rect">
            <a:avLst/>
          </a:prstGeom>
          <a:noFill/>
        </p:spPr>
        <p:txBody>
          <a:bodyPr wrap="square" lIns="0" rIns="0" tIns="0" bIns="0" anchor="t">
            <a:spAutoFit/>
          </a:bodyPr>
          <a:lstStyle/>
          <a:p>
            <a:pPr algn="l">
              <a:lnSpc>
                <a:spcPct val="115000"/>
              </a:lnSpc>
            </a:pPr>
            <a:r>
              <a:rPr sz="1500" b="0" i="0">
                <a:solidFill>
                  <a:srgbClr val="FFFFFF"/>
                </a:solidFill>
                <a:latin typeface="Meiryo UI"/>
                <a:ea typeface="Meiryo UI"/>
              </a:rPr>
              <a:t>その1施設が持つ影響力を、どう活かすかを自分で決める</a:t>
            </a:r>
          </a:p>
        </p:txBody>
      </p:sp>
      <p:sp>
        <p:nvSpPr>
          <p:cNvPr id="14" name="TextBox 1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BFE8D2"/>
                </a:solidFill>
                <a:latin typeface="Meiryo UI"/>
                <a:ea typeface="Meiryo UI"/>
              </a:rPr>
              <a:t>Renal MR スキルアッププロジェクト DAY4｜戦略的思考</a:t>
            </a:r>
          </a:p>
        </p:txBody>
      </p:sp>
      <p:sp>
        <p:nvSpPr>
          <p:cNvPr id="15" name="TextBox 1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BFE8D2"/>
                </a:solidFill>
                <a:latin typeface="Meiryo UI"/>
                <a:ea typeface="Meiryo U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496312"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THEME ①　｜　25分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DAY1の復習 — 影響力は「テリトリー」と「ニーズ」で決まる</a:t>
            </a:r>
          </a:p>
        </p:txBody>
      </p:sp>
      <p:sp>
        <p:nvSpPr>
          <p:cNvPr id="4" name="TextBox 3"/>
          <p:cNvSpPr txBox="1"/>
          <p:nvPr/>
        </p:nvSpPr>
        <p:spPr>
          <a:xfrm>
            <a:off x="548640" y="1426464"/>
            <a:ext cx="11155680" cy="384048"/>
          </a:xfrm>
          <a:prstGeom prst="rect">
            <a:avLst/>
          </a:prstGeom>
          <a:noFill/>
        </p:spPr>
        <p:txBody>
          <a:bodyPr wrap="square" lIns="0" rIns="0" tIns="0" bIns="0" anchor="t">
            <a:spAutoFit/>
          </a:bodyPr>
          <a:lstStyle/>
          <a:p>
            <a:pPr algn="l"/>
            <a:r>
              <a:rPr sz="1350" b="1" i="0">
                <a:solidFill>
                  <a:srgbClr val="262626"/>
                </a:solidFill>
                <a:latin typeface="Meiryo UI"/>
                <a:ea typeface="Meiryo UI"/>
              </a:rPr>
              <a:t>皆さんの担当は「基幹病院（HP）」と「大学病院（HS）」。この2つでも、見ている世界もニーズもまったく違います。</a:t>
            </a:r>
          </a:p>
        </p:txBody>
      </p:sp>
      <p:sp>
        <p:nvSpPr>
          <p:cNvPr id="5" name="TextBox 4"/>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6" name="TextBox 5"/>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13</a:t>
            </a:r>
          </a:p>
        </p:txBody>
      </p:sp>
      <p:sp>
        <p:nvSpPr>
          <p:cNvPr id="7" name="Rounded Rectangle 6"/>
          <p:cNvSpPr/>
          <p:nvPr/>
        </p:nvSpPr>
        <p:spPr>
          <a:xfrm>
            <a:off x="548640" y="1920240"/>
            <a:ext cx="3977639" cy="45720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HP（基幹病院）</a:t>
            </a:r>
          </a:p>
        </p:txBody>
      </p:sp>
      <p:sp>
        <p:nvSpPr>
          <p:cNvPr id="8" name="Rounded Rectangle 7"/>
          <p:cNvSpPr/>
          <p:nvPr/>
        </p:nvSpPr>
        <p:spPr>
          <a:xfrm>
            <a:off x="950976" y="2450592"/>
            <a:ext cx="3172968" cy="384048"/>
          </a:xfrm>
          <a:prstGeom prst="roundRect">
            <a:avLst>
              <a:gd name="adj" fmla="val 20000"/>
            </a:avLst>
          </a:prstGeom>
          <a:solidFill>
            <a:srgbClr val="F4FAF6"/>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128A54"/>
                </a:solidFill>
                <a:latin typeface="Meiryo UI"/>
                <a:ea typeface="Meiryo UI"/>
              </a:rPr>
              <a:t>1病院</a:t>
            </a:r>
          </a:p>
        </p:txBody>
      </p:sp>
      <p:sp>
        <p:nvSpPr>
          <p:cNvPr id="9" name="Rounded Rectangle 8"/>
          <p:cNvSpPr/>
          <p:nvPr/>
        </p:nvSpPr>
        <p:spPr>
          <a:xfrm>
            <a:off x="749808" y="2907792"/>
            <a:ext cx="3575303" cy="384048"/>
          </a:xfrm>
          <a:prstGeom prst="roundRect">
            <a:avLst>
              <a:gd name="adj" fmla="val 20000"/>
            </a:avLst>
          </a:prstGeom>
          <a:solidFill>
            <a:srgbClr val="F4FAF6"/>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128A54"/>
                </a:solidFill>
                <a:latin typeface="Meiryo UI"/>
                <a:ea typeface="Meiryo UI"/>
              </a:rPr>
              <a:t>医師会・医療圏</a:t>
            </a:r>
          </a:p>
        </p:txBody>
      </p:sp>
      <p:sp>
        <p:nvSpPr>
          <p:cNvPr id="10" name="Rounded Rectangle 9"/>
          <p:cNvSpPr/>
          <p:nvPr/>
        </p:nvSpPr>
        <p:spPr>
          <a:xfrm>
            <a:off x="548640" y="3364992"/>
            <a:ext cx="3977639" cy="384048"/>
          </a:xfrm>
          <a:prstGeom prst="roundRect">
            <a:avLst>
              <a:gd name="adj" fmla="val 20000"/>
            </a:avLst>
          </a:prstGeom>
          <a:solidFill>
            <a:srgbClr val="F4FAF6"/>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128A54"/>
                </a:solidFill>
                <a:latin typeface="Meiryo UI"/>
                <a:ea typeface="Meiryo UI"/>
              </a:rPr>
              <a:t>関連病院・出身医局</a:t>
            </a:r>
          </a:p>
        </p:txBody>
      </p:sp>
      <p:sp>
        <p:nvSpPr>
          <p:cNvPr id="11" name="Rounded Rectangle 10"/>
          <p:cNvSpPr/>
          <p:nvPr/>
        </p:nvSpPr>
        <p:spPr>
          <a:xfrm>
            <a:off x="548640" y="3913632"/>
            <a:ext cx="3977639" cy="64008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050" b="0" i="0">
                <a:solidFill>
                  <a:srgbClr val="262626"/>
                </a:solidFill>
                <a:latin typeface="Meiryo UI"/>
                <a:ea typeface="Meiryo UI"/>
              </a:rPr>
              <a:t>ニーズ：紹介率を上げたい・関連病院と協働したい・院内で負けたくない</a:t>
            </a:r>
          </a:p>
        </p:txBody>
      </p:sp>
      <p:sp>
        <p:nvSpPr>
          <p:cNvPr id="12" name="Rounded Rectangle 11"/>
          <p:cNvSpPr/>
          <p:nvPr/>
        </p:nvSpPr>
        <p:spPr>
          <a:xfrm>
            <a:off x="4709159" y="1920240"/>
            <a:ext cx="3977639" cy="45720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HS（大学病院）</a:t>
            </a:r>
          </a:p>
        </p:txBody>
      </p:sp>
      <p:sp>
        <p:nvSpPr>
          <p:cNvPr id="13" name="Rounded Rectangle 12"/>
          <p:cNvSpPr/>
          <p:nvPr/>
        </p:nvSpPr>
        <p:spPr>
          <a:xfrm>
            <a:off x="5111496" y="2450592"/>
            <a:ext cx="3172968" cy="384048"/>
          </a:xfrm>
          <a:prstGeom prst="roundRect">
            <a:avLst>
              <a:gd name="adj" fmla="val 20000"/>
            </a:avLst>
          </a:prstGeom>
          <a:solidFill>
            <a:srgbClr val="F4FAF6"/>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1F3864"/>
                </a:solidFill>
                <a:latin typeface="Meiryo UI"/>
                <a:ea typeface="Meiryo UI"/>
              </a:rPr>
              <a:t>県内</a:t>
            </a:r>
          </a:p>
        </p:txBody>
      </p:sp>
      <p:sp>
        <p:nvSpPr>
          <p:cNvPr id="14" name="Rounded Rectangle 13"/>
          <p:cNvSpPr/>
          <p:nvPr/>
        </p:nvSpPr>
        <p:spPr>
          <a:xfrm>
            <a:off x="4910327" y="2907792"/>
            <a:ext cx="3575303" cy="384048"/>
          </a:xfrm>
          <a:prstGeom prst="roundRect">
            <a:avLst>
              <a:gd name="adj" fmla="val 20000"/>
            </a:avLst>
          </a:prstGeom>
          <a:solidFill>
            <a:srgbClr val="F4FAF6"/>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1F3864"/>
                </a:solidFill>
                <a:latin typeface="Meiryo UI"/>
                <a:ea typeface="Meiryo UI"/>
              </a:rPr>
              <a:t>県内＋他大学・専門領域</a:t>
            </a:r>
          </a:p>
        </p:txBody>
      </p:sp>
      <p:sp>
        <p:nvSpPr>
          <p:cNvPr id="15" name="Rounded Rectangle 14"/>
          <p:cNvSpPr/>
          <p:nvPr/>
        </p:nvSpPr>
        <p:spPr>
          <a:xfrm>
            <a:off x="4709159" y="3364992"/>
            <a:ext cx="3977639" cy="384048"/>
          </a:xfrm>
          <a:prstGeom prst="roundRect">
            <a:avLst>
              <a:gd name="adj" fmla="val 20000"/>
            </a:avLst>
          </a:prstGeom>
          <a:solidFill>
            <a:srgbClr val="F4FAF6"/>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1F3864"/>
                </a:solidFill>
                <a:latin typeface="Meiryo UI"/>
                <a:ea typeface="Meiryo UI"/>
              </a:rPr>
              <a:t>日本全体・学会・世界</a:t>
            </a:r>
          </a:p>
        </p:txBody>
      </p:sp>
      <p:sp>
        <p:nvSpPr>
          <p:cNvPr id="16" name="Rounded Rectangle 15"/>
          <p:cNvSpPr/>
          <p:nvPr/>
        </p:nvSpPr>
        <p:spPr>
          <a:xfrm>
            <a:off x="4709159" y="3913632"/>
            <a:ext cx="3977639" cy="64008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050" b="0" i="0">
                <a:solidFill>
                  <a:srgbClr val="262626"/>
                </a:solidFill>
                <a:latin typeface="Meiryo UI"/>
                <a:ea typeface="Meiryo UI"/>
              </a:rPr>
              <a:t>ニーズ：研修医が欲しい・論文を出したい・県内での存在感が欲しい</a:t>
            </a:r>
          </a:p>
        </p:txBody>
      </p:sp>
      <p:sp>
        <p:nvSpPr>
          <p:cNvPr id="17" name="Rounded Rectangle 16"/>
          <p:cNvSpPr/>
          <p:nvPr/>
        </p:nvSpPr>
        <p:spPr>
          <a:xfrm>
            <a:off x="9006840" y="1920240"/>
            <a:ext cx="2651760" cy="45720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GP（開業医）</a:t>
            </a:r>
          </a:p>
        </p:txBody>
      </p:sp>
      <p:sp>
        <p:nvSpPr>
          <p:cNvPr id="18" name="Rounded Rectangle 17"/>
          <p:cNvSpPr/>
          <p:nvPr/>
        </p:nvSpPr>
        <p:spPr>
          <a:xfrm>
            <a:off x="9006840" y="2450592"/>
            <a:ext cx="2651760" cy="21031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96012" bIns="96012" lIns="137160" rIns="137160"/>
          <a:lstStyle/>
          <a:p>
            <a:pPr algn="l">
              <a:lnSpc>
                <a:spcPct val="125000"/>
              </a:lnSpc>
              <a:spcAft>
                <a:spcPts val="800"/>
              </a:spcAft>
            </a:pPr>
            <a:r>
              <a:rPr sz="1150" b="1" i="0">
                <a:solidFill>
                  <a:srgbClr val="262626"/>
                </a:solidFill>
                <a:latin typeface="Meiryo UI"/>
                <a:ea typeface="Meiryo UI"/>
              </a:rPr>
              <a:t>今回、皆さんの担当施設ではありません。</a:t>
            </a:r>
          </a:p>
          <a:p>
            <a:pPr algn="l">
              <a:lnSpc>
                <a:spcPct val="125000"/>
              </a:lnSpc>
              <a:spcAft>
                <a:spcPts val="800"/>
              </a:spcAft>
            </a:pPr>
            <a:r>
              <a:rPr sz="1100" b="0" i="0">
                <a:solidFill>
                  <a:srgbClr val="262626"/>
                </a:solidFill>
                <a:latin typeface="Meiryo UI"/>
                <a:ea typeface="Meiryo UI"/>
              </a:rPr>
              <a:t>ただし、患者さんの流れの起点として、範囲の絵の中には存在します。</a:t>
            </a:r>
          </a:p>
          <a:p>
            <a:pPr algn="l">
              <a:lnSpc>
                <a:spcPct val="125000"/>
              </a:lnSpc>
            </a:pPr>
            <a:r>
              <a:rPr sz="1100" b="1" i="0">
                <a:solidFill>
                  <a:srgbClr val="595959"/>
                </a:solidFill>
                <a:latin typeface="Meiryo UI"/>
                <a:ea typeface="Meiryo UI"/>
              </a:rPr>
              <a:t>→ 「担当する施設」と「範囲の中にある施設」は別モノ。両方を見るのが戦略的思考です。</a:t>
            </a:r>
          </a:p>
        </p:txBody>
      </p:sp>
      <p:sp>
        <p:nvSpPr>
          <p:cNvPr id="19" name="Rounded Rectangle 18"/>
          <p:cNvSpPr/>
          <p:nvPr/>
        </p:nvSpPr>
        <p:spPr>
          <a:xfrm>
            <a:off x="548640" y="4709160"/>
            <a:ext cx="11109960" cy="137160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ctr">
              <a:spcAft>
                <a:spcPts val="800"/>
              </a:spcAft>
            </a:pPr>
            <a:r>
              <a:rPr sz="1500" b="0" i="0">
                <a:solidFill>
                  <a:srgbClr val="FFFFFF"/>
                </a:solidFill>
                <a:latin typeface="Meiryo UI"/>
                <a:ea typeface="Meiryo UI"/>
              </a:rPr>
              <a:t>DAY1では「先生のテリトリーはどこまでか」を考えました。</a:t>
            </a:r>
          </a:p>
          <a:p>
            <a:pPr algn="ctr">
              <a:spcAft>
                <a:spcPts val="600"/>
              </a:spcAft>
            </a:pPr>
            <a:r>
              <a:rPr sz="1700" b="1" i="0">
                <a:solidFill>
                  <a:srgbClr val="BFE8D2"/>
                </a:solidFill>
                <a:latin typeface="Meiryo UI"/>
                <a:ea typeface="Meiryo UI"/>
              </a:rPr>
              <a:t>今日は、その問いを自分に向けます。</a:t>
            </a:r>
          </a:p>
          <a:p>
            <a:pPr algn="ctr"/>
            <a:r>
              <a:rPr sz="2100" b="1" i="0">
                <a:solidFill>
                  <a:srgbClr val="FFC000"/>
                </a:solidFill>
                <a:latin typeface="Meiryo UI"/>
                <a:ea typeface="Meiryo UI"/>
              </a:rPr>
              <a:t>あなたのテリトリーは、どこですか？　その中で、大学はどれくらいの大きさですか？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496312"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THEME ①　｜　25分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「大学の中から」ではなく「範囲の中に大学を置く」</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14</a:t>
            </a:r>
          </a:p>
        </p:txBody>
      </p:sp>
      <p:sp>
        <p:nvSpPr>
          <p:cNvPr id="6" name="Rounded Rectangle 5"/>
          <p:cNvSpPr/>
          <p:nvPr/>
        </p:nvSpPr>
        <p:spPr>
          <a:xfrm>
            <a:off x="548640" y="1691640"/>
            <a:ext cx="5303520" cy="566928"/>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50" b="1" i="0">
                <a:solidFill>
                  <a:srgbClr val="FFFFFF"/>
                </a:solidFill>
                <a:latin typeface="Meiryo UI"/>
                <a:ea typeface="Meiryo UI"/>
              </a:rPr>
              <a:t>これまで：大学の中から、周りを見る</a:t>
            </a:r>
          </a:p>
        </p:txBody>
      </p:sp>
      <p:sp>
        <p:nvSpPr>
          <p:cNvPr id="7" name="Rounded Rectangle 6"/>
          <p:cNvSpPr/>
          <p:nvPr/>
        </p:nvSpPr>
        <p:spPr>
          <a:xfrm>
            <a:off x="548640" y="2331720"/>
            <a:ext cx="5303520" cy="23774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15214" bIns="115214" lIns="164592" rIns="164592"/>
          <a:lstStyle/>
          <a:p>
            <a:pPr algn="l">
              <a:spcAft>
                <a:spcPts val="1000"/>
              </a:spcAft>
            </a:pPr>
            <a:r>
              <a:rPr sz="1250" b="0" i="0">
                <a:solidFill>
                  <a:srgbClr val="262626"/>
                </a:solidFill>
                <a:latin typeface="Meiryo UI"/>
                <a:ea typeface="Meiryo UI"/>
              </a:rPr>
              <a:t>・視点の中心は「大学」</a:t>
            </a:r>
          </a:p>
          <a:p>
            <a:pPr algn="l">
              <a:lnSpc>
                <a:spcPct val="125000"/>
              </a:lnSpc>
              <a:spcAft>
                <a:spcPts val="1000"/>
              </a:spcAft>
            </a:pPr>
            <a:r>
              <a:rPr sz="1250" b="0" i="0">
                <a:solidFill>
                  <a:srgbClr val="262626"/>
                </a:solidFill>
                <a:latin typeface="Meiryo UI"/>
                <a:ea typeface="Meiryo UI"/>
              </a:rPr>
              <a:t>・成功像が、大学内の採用・処方・面会・講演会になりやすい</a:t>
            </a:r>
          </a:p>
          <a:p>
            <a:pPr algn="l">
              <a:lnSpc>
                <a:spcPct val="125000"/>
              </a:lnSpc>
              <a:spcAft>
                <a:spcPts val="1000"/>
              </a:spcAft>
            </a:pPr>
            <a:r>
              <a:rPr sz="1250" b="0" i="0">
                <a:solidFill>
                  <a:srgbClr val="262626"/>
                </a:solidFill>
                <a:latin typeface="Meiryo UI"/>
                <a:ea typeface="Meiryo UI"/>
              </a:rPr>
              <a:t>・大学から依頼されたことに応える活動になりやすい</a:t>
            </a:r>
          </a:p>
          <a:p>
            <a:pPr algn="l">
              <a:lnSpc>
                <a:spcPct val="125000"/>
              </a:lnSpc>
            </a:pPr>
            <a:r>
              <a:rPr sz="1250" b="0" i="0">
                <a:solidFill>
                  <a:srgbClr val="262626"/>
                </a:solidFill>
                <a:latin typeface="Meiryo UI"/>
                <a:ea typeface="Meiryo UI"/>
              </a:rPr>
              <a:t>・大学を攻略すれば解決する、という前提に立ちやすい</a:t>
            </a:r>
          </a:p>
        </p:txBody>
      </p:sp>
      <p:sp>
        <p:nvSpPr>
          <p:cNvPr id="8" name="Right Arrow 7"/>
          <p:cNvSpPr/>
          <p:nvPr/>
        </p:nvSpPr>
        <p:spPr>
          <a:xfrm>
            <a:off x="6053328" y="3200400"/>
            <a:ext cx="594360" cy="548640"/>
          </a:xfrm>
          <a:prstGeom prst="rightArrow">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858000" y="1691640"/>
            <a:ext cx="4800600" cy="566928"/>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50" b="1" i="0">
                <a:solidFill>
                  <a:srgbClr val="FFFFFF"/>
                </a:solidFill>
                <a:latin typeface="Meiryo UI"/>
                <a:ea typeface="Meiryo UI"/>
              </a:rPr>
              <a:t>これから：範囲の中に、大学を置く</a:t>
            </a:r>
          </a:p>
        </p:txBody>
      </p:sp>
      <p:sp>
        <p:nvSpPr>
          <p:cNvPr id="10" name="Rounded Rectangle 9"/>
          <p:cNvSpPr/>
          <p:nvPr/>
        </p:nvSpPr>
        <p:spPr>
          <a:xfrm>
            <a:off x="6858000" y="2331720"/>
            <a:ext cx="4800600" cy="237744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t" wrap="square" tIns="115214" bIns="115214" lIns="164592" rIns="164592"/>
          <a:lstStyle/>
          <a:p>
            <a:pPr algn="l">
              <a:lnSpc>
                <a:spcPct val="125000"/>
              </a:lnSpc>
              <a:spcAft>
                <a:spcPts val="1000"/>
              </a:spcAft>
            </a:pPr>
            <a:r>
              <a:rPr sz="1250" b="1" i="0">
                <a:solidFill>
                  <a:srgbClr val="262626"/>
                </a:solidFill>
                <a:latin typeface="Meiryo UI"/>
                <a:ea typeface="Meiryo UI"/>
              </a:rPr>
              <a:t>・視点の中心は「自分の任された範囲」</a:t>
            </a:r>
          </a:p>
          <a:p>
            <a:pPr algn="l">
              <a:lnSpc>
                <a:spcPct val="125000"/>
              </a:lnSpc>
              <a:spcAft>
                <a:spcPts val="1000"/>
              </a:spcAft>
            </a:pPr>
            <a:r>
              <a:rPr sz="1250" b="1" i="0">
                <a:solidFill>
                  <a:srgbClr val="262626"/>
                </a:solidFill>
                <a:latin typeface="Meiryo UI"/>
                <a:ea typeface="Meiryo UI"/>
              </a:rPr>
              <a:t>・成功像は、範囲全体がどうなっているか</a:t>
            </a:r>
          </a:p>
          <a:p>
            <a:pPr algn="l">
              <a:lnSpc>
                <a:spcPct val="125000"/>
              </a:lnSpc>
              <a:spcAft>
                <a:spcPts val="1000"/>
              </a:spcAft>
            </a:pPr>
            <a:r>
              <a:rPr sz="1250" b="1" i="0">
                <a:solidFill>
                  <a:srgbClr val="C00000"/>
                </a:solidFill>
                <a:latin typeface="Meiryo UI"/>
                <a:ea typeface="Meiryo UI"/>
              </a:rPr>
              <a:t>・大学は、エリアマッピングの中の「1施設」</a:t>
            </a:r>
          </a:p>
          <a:p>
            <a:pPr algn="l">
              <a:lnSpc>
                <a:spcPct val="125000"/>
              </a:lnSpc>
            </a:pPr>
            <a:r>
              <a:rPr sz="1250" b="1" i="0">
                <a:solidFill>
                  <a:srgbClr val="262626"/>
                </a:solidFill>
                <a:latin typeface="Meiryo UI"/>
                <a:ea typeface="Meiryo UI"/>
              </a:rPr>
              <a:t>・大学が中心とは限らない。基幹病院が中心の範囲もある</a:t>
            </a:r>
          </a:p>
        </p:txBody>
      </p:sp>
      <p:sp>
        <p:nvSpPr>
          <p:cNvPr id="11" name="Rounded Rectangle 10"/>
          <p:cNvSpPr/>
          <p:nvPr/>
        </p:nvSpPr>
        <p:spPr>
          <a:xfrm>
            <a:off x="548640" y="4937760"/>
            <a:ext cx="11109960" cy="1280160"/>
          </a:xfrm>
          <a:prstGeom prst="roundRect">
            <a:avLst>
              <a:gd name="adj" fmla="val 10000"/>
            </a:avLst>
          </a:prstGeom>
          <a:solidFill>
            <a:srgbClr val="FFF6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ctr">
              <a:spcAft>
                <a:spcPts val="600"/>
              </a:spcAft>
            </a:pPr>
            <a:r>
              <a:rPr sz="1500" b="1" i="0">
                <a:solidFill>
                  <a:srgbClr val="0B4F37"/>
                </a:solidFill>
                <a:latin typeface="Meiryo UI"/>
                <a:ea typeface="Meiryo UI"/>
              </a:rPr>
              <a:t>「大学を軸としたエリア攻略」ではなく、「エリア攻略のために大学を活かす」。</a:t>
            </a:r>
          </a:p>
          <a:p>
            <a:pPr algn="ctr">
              <a:lnSpc>
                <a:spcPct val="125000"/>
              </a:lnSpc>
            </a:pPr>
            <a:r>
              <a:rPr sz="1300" b="0" i="0">
                <a:solidFill>
                  <a:srgbClr val="262626"/>
                </a:solidFill>
                <a:latin typeface="Meiryo UI"/>
                <a:ea typeface="Meiryo UI"/>
              </a:rPr>
              <a:t>表面的には同じ「教授面会」「講演会」でも、大学だけを見て実施した活動と、範囲全体を見て大学を活かした活動では、</a:t>
            </a:r>
            <a:r>
              <a:rPr sz="1300" b="1" i="0">
                <a:solidFill>
                  <a:srgbClr val="C00000"/>
                </a:solidFill>
                <a:latin typeface="Meiryo UI"/>
                <a:ea typeface="Meiryo UI"/>
              </a:rPr>
              <a:t>意味も成果の質もまったく違います。</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496312"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THEME ①　｜　25分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だから、答えは人によって違います</a:t>
            </a:r>
          </a:p>
        </p:txBody>
      </p:sp>
      <p:sp>
        <p:nvSpPr>
          <p:cNvPr id="4" name="TextBox 3"/>
          <p:cNvSpPr txBox="1"/>
          <p:nvPr/>
        </p:nvSpPr>
        <p:spPr>
          <a:xfrm>
            <a:off x="548640" y="1426464"/>
            <a:ext cx="11155680" cy="384048"/>
          </a:xfrm>
          <a:prstGeom prst="rect">
            <a:avLst/>
          </a:prstGeom>
          <a:noFill/>
        </p:spPr>
        <p:txBody>
          <a:bodyPr wrap="square" lIns="0" rIns="0" tIns="0" bIns="0" anchor="t">
            <a:spAutoFit/>
          </a:bodyPr>
          <a:lstStyle/>
          <a:p>
            <a:pPr algn="l"/>
            <a:r>
              <a:rPr sz="1350" b="1" i="0">
                <a:solidFill>
                  <a:srgbClr val="262626"/>
                </a:solidFill>
                <a:latin typeface="Meiryo UI"/>
                <a:ea typeface="Meiryo UI"/>
              </a:rPr>
              <a:t>大学が強い地域もあれば、基幹病院のほうが症例数・影響力を持つ地域もあります。</a:t>
            </a:r>
          </a:p>
        </p:txBody>
      </p:sp>
      <p:sp>
        <p:nvSpPr>
          <p:cNvPr id="5" name="TextBox 4"/>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6" name="TextBox 5"/>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15</a:t>
            </a:r>
          </a:p>
        </p:txBody>
      </p:sp>
      <p:sp>
        <p:nvSpPr>
          <p:cNvPr id="7" name="Rounded Rectangle 6"/>
          <p:cNvSpPr/>
          <p:nvPr/>
        </p:nvSpPr>
        <p:spPr>
          <a:xfrm>
            <a:off x="548640" y="1920240"/>
            <a:ext cx="2697480" cy="457200"/>
          </a:xfrm>
          <a:prstGeom prst="roundRect">
            <a:avLst>
              <a:gd name="adj" fmla="val 12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① 一つの大学が中心</a:t>
            </a:r>
          </a:p>
        </p:txBody>
      </p:sp>
      <p:sp>
        <p:nvSpPr>
          <p:cNvPr id="8" name="Rounded Rectangle 7"/>
          <p:cNvSpPr/>
          <p:nvPr/>
        </p:nvSpPr>
        <p:spPr>
          <a:xfrm>
            <a:off x="548640" y="2423160"/>
            <a:ext cx="2697480" cy="2240280"/>
          </a:xfrm>
          <a:prstGeom prst="roundRect">
            <a:avLst>
              <a:gd name="adj" fmla="val 4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9" name="Oval 8"/>
          <p:cNvSpPr/>
          <p:nvPr/>
        </p:nvSpPr>
        <p:spPr>
          <a:xfrm>
            <a:off x="1508760" y="2971800"/>
            <a:ext cx="1051560" cy="1051560"/>
          </a:xfrm>
          <a:prstGeom prst="ellipse">
            <a:avLst/>
          </a:prstGeom>
          <a:solidFill>
            <a:srgbClr val="E9F5EE"/>
          </a:solidFill>
          <a:ln w="12700">
            <a:solidFill>
              <a:srgbClr val="0B4F37"/>
            </a:solid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000" b="1" i="0">
                <a:solidFill>
                  <a:srgbClr val="0B4F37"/>
                </a:solidFill>
                <a:latin typeface="Meiryo UI"/>
                <a:ea typeface="Meiryo UI"/>
              </a:rPr>
              <a:t>A大</a:t>
            </a:r>
          </a:p>
        </p:txBody>
      </p:sp>
      <p:sp>
        <p:nvSpPr>
          <p:cNvPr id="10" name="Oval 9"/>
          <p:cNvSpPr/>
          <p:nvPr/>
        </p:nvSpPr>
        <p:spPr>
          <a:xfrm>
            <a:off x="2468880" y="3749039"/>
            <a:ext cx="566928" cy="566928"/>
          </a:xfrm>
          <a:prstGeom prst="ellipse">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850" b="1" i="0">
                <a:solidFill>
                  <a:srgbClr val="595959"/>
                </a:solidFill>
                <a:latin typeface="Meiryo UI"/>
                <a:ea typeface="Meiryo UI"/>
              </a:rPr>
              <a:t>基幹</a:t>
            </a:r>
          </a:p>
        </p:txBody>
      </p:sp>
      <p:sp>
        <p:nvSpPr>
          <p:cNvPr id="11" name="Oval 10"/>
          <p:cNvSpPr/>
          <p:nvPr/>
        </p:nvSpPr>
        <p:spPr>
          <a:xfrm>
            <a:off x="868680" y="3840479"/>
            <a:ext cx="566928" cy="566928"/>
          </a:xfrm>
          <a:prstGeom prst="ellipse">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850" b="1" i="0">
                <a:solidFill>
                  <a:srgbClr val="595959"/>
                </a:solidFill>
                <a:latin typeface="Meiryo UI"/>
                <a:ea typeface="Meiryo UI"/>
              </a:rPr>
              <a:t>基幹</a:t>
            </a:r>
          </a:p>
        </p:txBody>
      </p:sp>
      <p:sp>
        <p:nvSpPr>
          <p:cNvPr id="12" name="Rounded Rectangle 11"/>
          <p:cNvSpPr/>
          <p:nvPr/>
        </p:nvSpPr>
        <p:spPr>
          <a:xfrm>
            <a:off x="548640" y="4754880"/>
            <a:ext cx="2697480" cy="10058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5000"/>
              </a:lnSpc>
            </a:pPr>
            <a:r>
              <a:rPr sz="1100" b="0" i="0">
                <a:solidFill>
                  <a:srgbClr val="262626"/>
                </a:solidFill>
                <a:latin typeface="Meiryo UI"/>
                <a:ea typeface="Meiryo UI"/>
              </a:rPr>
              <a:t>大学の方針が範囲全体に波及する。医局人事と情報発信が効く</a:t>
            </a:r>
          </a:p>
        </p:txBody>
      </p:sp>
      <p:sp>
        <p:nvSpPr>
          <p:cNvPr id="13" name="Rounded Rectangle 12"/>
          <p:cNvSpPr/>
          <p:nvPr/>
        </p:nvSpPr>
        <p:spPr>
          <a:xfrm>
            <a:off x="3401568" y="1920240"/>
            <a:ext cx="2697480" cy="457200"/>
          </a:xfrm>
          <a:prstGeom prst="roundRect">
            <a:avLst>
              <a:gd name="adj" fmla="val 12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② 複数の大学が並ぶ</a:t>
            </a:r>
          </a:p>
        </p:txBody>
      </p:sp>
      <p:sp>
        <p:nvSpPr>
          <p:cNvPr id="14" name="Rounded Rectangle 13"/>
          <p:cNvSpPr/>
          <p:nvPr/>
        </p:nvSpPr>
        <p:spPr>
          <a:xfrm>
            <a:off x="3401568" y="2423160"/>
            <a:ext cx="2697480" cy="2240280"/>
          </a:xfrm>
          <a:prstGeom prst="roundRect">
            <a:avLst>
              <a:gd name="adj" fmla="val 4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5" name="Oval 14"/>
          <p:cNvSpPr/>
          <p:nvPr/>
        </p:nvSpPr>
        <p:spPr>
          <a:xfrm>
            <a:off x="3858768" y="3017520"/>
            <a:ext cx="868680" cy="868680"/>
          </a:xfrm>
          <a:prstGeom prst="ellipse">
            <a:avLst/>
          </a:prstGeom>
          <a:solidFill>
            <a:srgbClr val="E9F5EE"/>
          </a:solidFill>
          <a:ln w="12700">
            <a:solidFill>
              <a:srgbClr val="0B4F37"/>
            </a:solid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000" b="1" i="0">
                <a:solidFill>
                  <a:srgbClr val="0B4F37"/>
                </a:solidFill>
                <a:latin typeface="Meiryo UI"/>
                <a:ea typeface="Meiryo UI"/>
              </a:rPr>
              <a:t>A大</a:t>
            </a:r>
          </a:p>
        </p:txBody>
      </p:sp>
      <p:sp>
        <p:nvSpPr>
          <p:cNvPr id="16" name="Oval 15"/>
          <p:cNvSpPr/>
          <p:nvPr/>
        </p:nvSpPr>
        <p:spPr>
          <a:xfrm>
            <a:off x="5001768" y="3566160"/>
            <a:ext cx="868680" cy="868680"/>
          </a:xfrm>
          <a:prstGeom prst="ellipse">
            <a:avLst/>
          </a:prstGeom>
          <a:solidFill>
            <a:srgbClr val="E9F5EE"/>
          </a:solidFill>
          <a:ln w="12700">
            <a:solidFill>
              <a:srgbClr val="3DA574"/>
            </a:solid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000" b="1" i="0">
                <a:solidFill>
                  <a:srgbClr val="3DA574"/>
                </a:solidFill>
                <a:latin typeface="Meiryo UI"/>
                <a:ea typeface="Meiryo UI"/>
              </a:rPr>
              <a:t>B大</a:t>
            </a:r>
          </a:p>
        </p:txBody>
      </p:sp>
      <p:sp>
        <p:nvSpPr>
          <p:cNvPr id="17" name="Oval 16"/>
          <p:cNvSpPr/>
          <p:nvPr/>
        </p:nvSpPr>
        <p:spPr>
          <a:xfrm>
            <a:off x="4636008" y="2834639"/>
            <a:ext cx="548640" cy="548640"/>
          </a:xfrm>
          <a:prstGeom prst="ellipse">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850" b="1" i="0">
                <a:solidFill>
                  <a:srgbClr val="595959"/>
                </a:solidFill>
                <a:latin typeface="Meiryo UI"/>
                <a:ea typeface="Meiryo UI"/>
              </a:rPr>
              <a:t>基幹</a:t>
            </a:r>
          </a:p>
        </p:txBody>
      </p:sp>
      <p:sp>
        <p:nvSpPr>
          <p:cNvPr id="18" name="Rounded Rectangle 17"/>
          <p:cNvSpPr/>
          <p:nvPr/>
        </p:nvSpPr>
        <p:spPr>
          <a:xfrm>
            <a:off x="3401568" y="4754880"/>
            <a:ext cx="2697480" cy="10058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5000"/>
              </a:lnSpc>
            </a:pPr>
            <a:r>
              <a:rPr sz="1100" b="0" i="0">
                <a:solidFill>
                  <a:srgbClr val="262626"/>
                </a:solidFill>
                <a:latin typeface="Meiryo UI"/>
                <a:ea typeface="Meiryo UI"/>
              </a:rPr>
              <a:t>1大学では範囲は動かない。両大学に共通する課題を探す</a:t>
            </a:r>
          </a:p>
        </p:txBody>
      </p:sp>
      <p:sp>
        <p:nvSpPr>
          <p:cNvPr id="19" name="Rounded Rectangle 18"/>
          <p:cNvSpPr/>
          <p:nvPr/>
        </p:nvSpPr>
        <p:spPr>
          <a:xfrm>
            <a:off x="6254496" y="1920240"/>
            <a:ext cx="2697480" cy="457200"/>
          </a:xfrm>
          <a:prstGeom prst="roundRect">
            <a:avLst>
              <a:gd name="adj" fmla="val 12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③ 基幹病院が中心</a:t>
            </a:r>
          </a:p>
        </p:txBody>
      </p:sp>
      <p:sp>
        <p:nvSpPr>
          <p:cNvPr id="20" name="Rounded Rectangle 19"/>
          <p:cNvSpPr/>
          <p:nvPr/>
        </p:nvSpPr>
        <p:spPr>
          <a:xfrm>
            <a:off x="6254496" y="2423160"/>
            <a:ext cx="2697480" cy="2240280"/>
          </a:xfrm>
          <a:prstGeom prst="roundRect">
            <a:avLst>
              <a:gd name="adj" fmla="val 4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1" name="Oval 20"/>
          <p:cNvSpPr/>
          <p:nvPr/>
        </p:nvSpPr>
        <p:spPr>
          <a:xfrm>
            <a:off x="7123176" y="3017520"/>
            <a:ext cx="1097280" cy="1097280"/>
          </a:xfrm>
          <a:prstGeom prst="ellipse">
            <a:avLst/>
          </a:prstGeom>
          <a:solidFill>
            <a:srgbClr val="EAF0F9"/>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000" b="1" i="0">
                <a:solidFill>
                  <a:srgbClr val="1F3864"/>
                </a:solidFill>
                <a:latin typeface="Meiryo UI"/>
                <a:ea typeface="Meiryo UI"/>
              </a:rPr>
              <a:t>基幹</a:t>
            </a:r>
          </a:p>
        </p:txBody>
      </p:sp>
      <p:sp>
        <p:nvSpPr>
          <p:cNvPr id="22" name="Oval 21"/>
          <p:cNvSpPr/>
          <p:nvPr/>
        </p:nvSpPr>
        <p:spPr>
          <a:xfrm>
            <a:off x="6620256" y="3931920"/>
            <a:ext cx="640080" cy="640080"/>
          </a:xfrm>
          <a:prstGeom prst="ellipse">
            <a:avLst/>
          </a:prstGeom>
          <a:solidFill>
            <a:srgbClr val="E9F5EE"/>
          </a:solidFill>
          <a:ln w="12700">
            <a:solidFill>
              <a:srgbClr val="0B4F37"/>
            </a:solid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850" b="1" i="0">
                <a:solidFill>
                  <a:srgbClr val="0B4F37"/>
                </a:solidFill>
                <a:latin typeface="Meiryo UI"/>
                <a:ea typeface="Meiryo UI"/>
              </a:rPr>
              <a:t>A大</a:t>
            </a:r>
          </a:p>
        </p:txBody>
      </p:sp>
      <p:sp>
        <p:nvSpPr>
          <p:cNvPr id="23" name="Oval 22"/>
          <p:cNvSpPr/>
          <p:nvPr/>
        </p:nvSpPr>
        <p:spPr>
          <a:xfrm>
            <a:off x="8174736" y="3886200"/>
            <a:ext cx="594360" cy="594360"/>
          </a:xfrm>
          <a:prstGeom prst="ellipse">
            <a:avLst/>
          </a:prstGeom>
          <a:solidFill>
            <a:srgbClr val="EAF0F9"/>
          </a:solidFill>
          <a:ln w="12700">
            <a:solidFill>
              <a:srgbClr val="3B5C99"/>
            </a:solid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850" b="1" i="0">
                <a:solidFill>
                  <a:srgbClr val="3B5C99"/>
                </a:solidFill>
                <a:latin typeface="Meiryo UI"/>
                <a:ea typeface="Meiryo UI"/>
              </a:rPr>
              <a:t>基幹</a:t>
            </a:r>
          </a:p>
        </p:txBody>
      </p:sp>
      <p:sp>
        <p:nvSpPr>
          <p:cNvPr id="24" name="Rounded Rectangle 23"/>
          <p:cNvSpPr/>
          <p:nvPr/>
        </p:nvSpPr>
        <p:spPr>
          <a:xfrm>
            <a:off x="6254496" y="4754880"/>
            <a:ext cx="2697480" cy="10058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5000"/>
              </a:lnSpc>
            </a:pPr>
            <a:r>
              <a:rPr sz="1100" b="0" i="0">
                <a:solidFill>
                  <a:srgbClr val="262626"/>
                </a:solidFill>
                <a:latin typeface="Meiryo UI"/>
                <a:ea typeface="Meiryo UI"/>
              </a:rPr>
              <a:t>症例数・実務の影響力は基幹病院。大学は研究・教育で効かせる</a:t>
            </a:r>
          </a:p>
        </p:txBody>
      </p:sp>
      <p:sp>
        <p:nvSpPr>
          <p:cNvPr id="25" name="Rounded Rectangle 24"/>
          <p:cNvSpPr/>
          <p:nvPr/>
        </p:nvSpPr>
        <p:spPr>
          <a:xfrm>
            <a:off x="9107424" y="1920240"/>
            <a:ext cx="2697480" cy="457200"/>
          </a:xfrm>
          <a:prstGeom prst="roundRect">
            <a:avLst>
              <a:gd name="adj" fmla="val 12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④ 大学の影響が広域に</a:t>
            </a:r>
          </a:p>
        </p:txBody>
      </p:sp>
      <p:sp>
        <p:nvSpPr>
          <p:cNvPr id="26" name="Rounded Rectangle 25"/>
          <p:cNvSpPr/>
          <p:nvPr/>
        </p:nvSpPr>
        <p:spPr>
          <a:xfrm>
            <a:off x="9107424" y="2423160"/>
            <a:ext cx="2697480" cy="2240280"/>
          </a:xfrm>
          <a:prstGeom prst="roundRect">
            <a:avLst>
              <a:gd name="adj" fmla="val 4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7" name="Oval 26"/>
          <p:cNvSpPr/>
          <p:nvPr/>
        </p:nvSpPr>
        <p:spPr>
          <a:xfrm>
            <a:off x="9564624" y="2971800"/>
            <a:ext cx="1005840" cy="1005840"/>
          </a:xfrm>
          <a:prstGeom prst="ellipse">
            <a:avLst/>
          </a:prstGeom>
          <a:solidFill>
            <a:srgbClr val="E9F5EE"/>
          </a:solidFill>
          <a:ln w="12700">
            <a:solidFill>
              <a:srgbClr val="0B4F37"/>
            </a:solid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000" b="1" i="0">
                <a:solidFill>
                  <a:srgbClr val="0B4F37"/>
                </a:solidFill>
                <a:latin typeface="Meiryo UI"/>
                <a:ea typeface="Meiryo UI"/>
              </a:rPr>
              <a:t>A大</a:t>
            </a:r>
          </a:p>
        </p:txBody>
      </p:sp>
      <p:sp>
        <p:nvSpPr>
          <p:cNvPr id="28" name="Oval 27"/>
          <p:cNvSpPr/>
          <p:nvPr/>
        </p:nvSpPr>
        <p:spPr>
          <a:xfrm>
            <a:off x="10936224" y="2926079"/>
            <a:ext cx="594360" cy="594360"/>
          </a:xfrm>
          <a:prstGeom prst="ellipse">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850" b="1" i="0">
                <a:solidFill>
                  <a:srgbClr val="595959"/>
                </a:solidFill>
                <a:latin typeface="Meiryo UI"/>
                <a:ea typeface="Meiryo UI"/>
              </a:rPr>
              <a:t>県外</a:t>
            </a:r>
          </a:p>
        </p:txBody>
      </p:sp>
      <p:sp>
        <p:nvSpPr>
          <p:cNvPr id="29" name="Oval 28"/>
          <p:cNvSpPr/>
          <p:nvPr/>
        </p:nvSpPr>
        <p:spPr>
          <a:xfrm>
            <a:off x="11027663" y="3886200"/>
            <a:ext cx="594360" cy="594360"/>
          </a:xfrm>
          <a:prstGeom prst="ellipse">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850" b="1" i="0">
                <a:solidFill>
                  <a:srgbClr val="595959"/>
                </a:solidFill>
                <a:latin typeface="Meiryo UI"/>
                <a:ea typeface="Meiryo UI"/>
              </a:rPr>
              <a:t>県外</a:t>
            </a:r>
          </a:p>
        </p:txBody>
      </p:sp>
      <p:sp>
        <p:nvSpPr>
          <p:cNvPr id="30" name="Rounded Rectangle 29"/>
          <p:cNvSpPr/>
          <p:nvPr/>
        </p:nvSpPr>
        <p:spPr>
          <a:xfrm>
            <a:off x="9107424" y="4754880"/>
            <a:ext cx="2697480" cy="10058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5000"/>
              </a:lnSpc>
            </a:pPr>
            <a:r>
              <a:rPr sz="1100" b="0" i="0">
                <a:solidFill>
                  <a:srgbClr val="262626"/>
                </a:solidFill>
                <a:latin typeface="Meiryo UI"/>
                <a:ea typeface="Meiryo UI"/>
              </a:rPr>
              <a:t>先生の影響が担当範囲を超える。営業所・全国への展開を考える</a:t>
            </a:r>
          </a:p>
        </p:txBody>
      </p:sp>
      <p:sp>
        <p:nvSpPr>
          <p:cNvPr id="31" name="Rounded Rectangle 30"/>
          <p:cNvSpPr/>
          <p:nvPr/>
        </p:nvSpPr>
        <p:spPr>
          <a:xfrm>
            <a:off x="548640" y="5897880"/>
            <a:ext cx="11109960" cy="411480"/>
          </a:xfrm>
          <a:prstGeom prst="roundRect">
            <a:avLst>
              <a:gd name="adj" fmla="val 15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0" i="0">
                <a:solidFill>
                  <a:srgbClr val="262626"/>
                </a:solidFill>
                <a:latin typeface="Meiryo UI"/>
                <a:ea typeface="Meiryo UI"/>
              </a:rPr>
              <a:t>正解の型はありません。大事なのは、</a:t>
            </a:r>
            <a:r>
              <a:rPr sz="1250" b="1" i="0">
                <a:solidFill>
                  <a:srgbClr val="C00000"/>
                </a:solidFill>
                <a:latin typeface="Meiryo UI"/>
                <a:ea typeface="Meiryo UI"/>
              </a:rPr>
              <a:t>「自分は任された範囲をこう見ている」と言えること</a:t>
            </a:r>
            <a:r>
              <a:rPr sz="1250" b="0" i="0">
                <a:solidFill>
                  <a:srgbClr val="262626"/>
                </a:solidFill>
                <a:latin typeface="Meiryo UI"/>
                <a:ea typeface="Meiryo UI"/>
              </a:rPr>
              <a:t>です。</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496312"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THEME ①　｜　25分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大学の「どの機能」を使いますか？</a:t>
            </a:r>
          </a:p>
        </p:txBody>
      </p:sp>
      <p:sp>
        <p:nvSpPr>
          <p:cNvPr id="4" name="TextBox 3"/>
          <p:cNvSpPr txBox="1"/>
          <p:nvPr/>
        </p:nvSpPr>
        <p:spPr>
          <a:xfrm>
            <a:off x="548640" y="1426464"/>
            <a:ext cx="11155680" cy="384048"/>
          </a:xfrm>
          <a:prstGeom prst="rect">
            <a:avLst/>
          </a:prstGeom>
          <a:noFill/>
        </p:spPr>
        <p:txBody>
          <a:bodyPr wrap="square" lIns="0" rIns="0" tIns="0" bIns="0" anchor="t">
            <a:spAutoFit/>
          </a:bodyPr>
          <a:lstStyle/>
          <a:p>
            <a:pPr algn="l"/>
            <a:r>
              <a:rPr sz="1350" b="1" i="0">
                <a:solidFill>
                  <a:srgbClr val="262626"/>
                </a:solidFill>
                <a:latin typeface="Meiryo UI"/>
                <a:ea typeface="Meiryo UI"/>
              </a:rPr>
              <a:t>DAY1で学んだとおり、大学病院はトップダウン組織ではなく「医局の集合体」。使える機能は複数あります。</a:t>
            </a:r>
          </a:p>
        </p:txBody>
      </p:sp>
      <p:sp>
        <p:nvSpPr>
          <p:cNvPr id="5" name="TextBox 4"/>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6" name="TextBox 5"/>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16</a:t>
            </a:r>
          </a:p>
        </p:txBody>
      </p:sp>
      <p:sp>
        <p:nvSpPr>
          <p:cNvPr id="7" name="Rounded Rectangle 6"/>
          <p:cNvSpPr/>
          <p:nvPr/>
        </p:nvSpPr>
        <p:spPr>
          <a:xfrm>
            <a:off x="548640" y="1965960"/>
            <a:ext cx="2697480" cy="438912"/>
          </a:xfrm>
          <a:prstGeom prst="roundRect">
            <a:avLst>
              <a:gd name="adj" fmla="val 12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教育</a:t>
            </a:r>
          </a:p>
        </p:txBody>
      </p:sp>
      <p:sp>
        <p:nvSpPr>
          <p:cNvPr id="8" name="Rounded Rectangle 7"/>
          <p:cNvSpPr/>
          <p:nvPr/>
        </p:nvSpPr>
        <p:spPr>
          <a:xfrm>
            <a:off x="548640" y="2450591"/>
            <a:ext cx="2697480" cy="7315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0000"/>
              </a:lnSpc>
            </a:pPr>
            <a:r>
              <a:rPr sz="1050" b="0" i="0">
                <a:solidFill>
                  <a:srgbClr val="262626"/>
                </a:solidFill>
                <a:latin typeface="Meiryo UI"/>
                <a:ea typeface="Meiryo UI"/>
              </a:rPr>
              <a:t>若手が学び、数年後に範囲の病院へ散っていく</a:t>
            </a:r>
          </a:p>
        </p:txBody>
      </p:sp>
      <p:sp>
        <p:nvSpPr>
          <p:cNvPr id="9" name="Rounded Rectangle 8"/>
          <p:cNvSpPr/>
          <p:nvPr/>
        </p:nvSpPr>
        <p:spPr>
          <a:xfrm>
            <a:off x="3401568" y="1965960"/>
            <a:ext cx="2697480" cy="438912"/>
          </a:xfrm>
          <a:prstGeom prst="roundRect">
            <a:avLst>
              <a:gd name="adj" fmla="val 12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研究</a:t>
            </a:r>
          </a:p>
        </p:txBody>
      </p:sp>
      <p:sp>
        <p:nvSpPr>
          <p:cNvPr id="10" name="Rounded Rectangle 9"/>
          <p:cNvSpPr/>
          <p:nvPr/>
        </p:nvSpPr>
        <p:spPr>
          <a:xfrm>
            <a:off x="3401568" y="2450591"/>
            <a:ext cx="2697480" cy="7315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0000"/>
              </a:lnSpc>
            </a:pPr>
            <a:r>
              <a:rPr sz="1050" b="0" i="0">
                <a:solidFill>
                  <a:srgbClr val="262626"/>
                </a:solidFill>
                <a:latin typeface="Meiryo UI"/>
                <a:ea typeface="Meiryo UI"/>
              </a:rPr>
              <a:t>エビデンスをつくり、学会・論文で外へ届く</a:t>
            </a:r>
          </a:p>
        </p:txBody>
      </p:sp>
      <p:sp>
        <p:nvSpPr>
          <p:cNvPr id="11" name="Rounded Rectangle 10"/>
          <p:cNvSpPr/>
          <p:nvPr/>
        </p:nvSpPr>
        <p:spPr>
          <a:xfrm>
            <a:off x="6254496" y="1965960"/>
            <a:ext cx="2697480" cy="438912"/>
          </a:xfrm>
          <a:prstGeom prst="roundRect">
            <a:avLst>
              <a:gd name="adj" fmla="val 12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臨床</a:t>
            </a:r>
          </a:p>
        </p:txBody>
      </p:sp>
      <p:sp>
        <p:nvSpPr>
          <p:cNvPr id="12" name="Rounded Rectangle 11"/>
          <p:cNvSpPr/>
          <p:nvPr/>
        </p:nvSpPr>
        <p:spPr>
          <a:xfrm>
            <a:off x="6254496" y="2450591"/>
            <a:ext cx="2697480" cy="7315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0000"/>
              </a:lnSpc>
            </a:pPr>
            <a:r>
              <a:rPr sz="1050" b="0" i="0">
                <a:solidFill>
                  <a:srgbClr val="262626"/>
                </a:solidFill>
                <a:latin typeface="Meiryo UI"/>
                <a:ea typeface="Meiryo UI"/>
              </a:rPr>
              <a:t>症例が集まる。専門治療の実施と評価の場</a:t>
            </a:r>
          </a:p>
        </p:txBody>
      </p:sp>
      <p:sp>
        <p:nvSpPr>
          <p:cNvPr id="13" name="Rounded Rectangle 12"/>
          <p:cNvSpPr/>
          <p:nvPr/>
        </p:nvSpPr>
        <p:spPr>
          <a:xfrm>
            <a:off x="9107424" y="1965960"/>
            <a:ext cx="2697480" cy="438912"/>
          </a:xfrm>
          <a:prstGeom prst="roundRect">
            <a:avLst>
              <a:gd name="adj" fmla="val 12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医局人事</a:t>
            </a:r>
          </a:p>
        </p:txBody>
      </p:sp>
      <p:sp>
        <p:nvSpPr>
          <p:cNvPr id="14" name="Rounded Rectangle 13"/>
          <p:cNvSpPr/>
          <p:nvPr/>
        </p:nvSpPr>
        <p:spPr>
          <a:xfrm>
            <a:off x="9107424" y="2450591"/>
            <a:ext cx="2697480" cy="7315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0000"/>
              </a:lnSpc>
            </a:pPr>
            <a:r>
              <a:rPr sz="1050" b="0" i="0">
                <a:solidFill>
                  <a:srgbClr val="262626"/>
                </a:solidFill>
                <a:latin typeface="Meiryo UI"/>
                <a:ea typeface="Meiryo UI"/>
              </a:rPr>
              <a:t>関連病院の部長・医長を決める。方針が波及する</a:t>
            </a:r>
          </a:p>
        </p:txBody>
      </p:sp>
      <p:sp>
        <p:nvSpPr>
          <p:cNvPr id="15" name="Rounded Rectangle 14"/>
          <p:cNvSpPr/>
          <p:nvPr/>
        </p:nvSpPr>
        <p:spPr>
          <a:xfrm>
            <a:off x="548640" y="3264408"/>
            <a:ext cx="2697480" cy="438912"/>
          </a:xfrm>
          <a:prstGeom prst="roundRect">
            <a:avLst>
              <a:gd name="adj" fmla="val 12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医師派遣</a:t>
            </a:r>
          </a:p>
        </p:txBody>
      </p:sp>
      <p:sp>
        <p:nvSpPr>
          <p:cNvPr id="16" name="Rounded Rectangle 15"/>
          <p:cNvSpPr/>
          <p:nvPr/>
        </p:nvSpPr>
        <p:spPr>
          <a:xfrm>
            <a:off x="548640" y="3749039"/>
            <a:ext cx="2697480" cy="7315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0000"/>
              </a:lnSpc>
            </a:pPr>
            <a:r>
              <a:rPr sz="1050" b="0" i="0">
                <a:solidFill>
                  <a:srgbClr val="262626"/>
                </a:solidFill>
                <a:latin typeface="Meiryo UI"/>
                <a:ea typeface="Meiryo UI"/>
              </a:rPr>
              <a:t>誰がどの施設に行くか。範囲の布陣が決まる</a:t>
            </a:r>
          </a:p>
        </p:txBody>
      </p:sp>
      <p:sp>
        <p:nvSpPr>
          <p:cNvPr id="17" name="Rounded Rectangle 16"/>
          <p:cNvSpPr/>
          <p:nvPr/>
        </p:nvSpPr>
        <p:spPr>
          <a:xfrm>
            <a:off x="3401568" y="3264408"/>
            <a:ext cx="2697480" cy="438912"/>
          </a:xfrm>
          <a:prstGeom prst="roundRect">
            <a:avLst>
              <a:gd name="adj" fmla="val 12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情報発信</a:t>
            </a:r>
          </a:p>
        </p:txBody>
      </p:sp>
      <p:sp>
        <p:nvSpPr>
          <p:cNvPr id="18" name="Rounded Rectangle 17"/>
          <p:cNvSpPr/>
          <p:nvPr/>
        </p:nvSpPr>
        <p:spPr>
          <a:xfrm>
            <a:off x="3401568" y="3749039"/>
            <a:ext cx="2697480" cy="7315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0000"/>
              </a:lnSpc>
            </a:pPr>
            <a:r>
              <a:rPr sz="1050" b="0" i="0">
                <a:solidFill>
                  <a:srgbClr val="262626"/>
                </a:solidFill>
                <a:latin typeface="Meiryo UI"/>
                <a:ea typeface="Meiryo UI"/>
              </a:rPr>
              <a:t>治療方針が、時間差で範囲の標準になる</a:t>
            </a:r>
          </a:p>
        </p:txBody>
      </p:sp>
      <p:sp>
        <p:nvSpPr>
          <p:cNvPr id="19" name="Rounded Rectangle 18"/>
          <p:cNvSpPr/>
          <p:nvPr/>
        </p:nvSpPr>
        <p:spPr>
          <a:xfrm>
            <a:off x="6254496" y="3264408"/>
            <a:ext cx="2697480" cy="438912"/>
          </a:xfrm>
          <a:prstGeom prst="roundRect">
            <a:avLst>
              <a:gd name="adj" fmla="val 12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講演会・研究会</a:t>
            </a:r>
          </a:p>
        </p:txBody>
      </p:sp>
      <p:sp>
        <p:nvSpPr>
          <p:cNvPr id="20" name="Rounded Rectangle 19"/>
          <p:cNvSpPr/>
          <p:nvPr/>
        </p:nvSpPr>
        <p:spPr>
          <a:xfrm>
            <a:off x="6254496" y="3749039"/>
            <a:ext cx="2697480" cy="7315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0000"/>
              </a:lnSpc>
            </a:pPr>
            <a:r>
              <a:rPr sz="1050" b="0" i="0">
                <a:solidFill>
                  <a:srgbClr val="262626"/>
                </a:solidFill>
                <a:latin typeface="Meiryo UI"/>
                <a:ea typeface="Meiryo UI"/>
              </a:rPr>
              <a:t>地域の医師が集まる場。共通認識をつくれる</a:t>
            </a:r>
          </a:p>
        </p:txBody>
      </p:sp>
      <p:sp>
        <p:nvSpPr>
          <p:cNvPr id="21" name="Rounded Rectangle 20"/>
          <p:cNvSpPr/>
          <p:nvPr/>
        </p:nvSpPr>
        <p:spPr>
          <a:xfrm>
            <a:off x="9107424" y="3264408"/>
            <a:ext cx="2551176" cy="1216152"/>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spcAft>
                <a:spcPts val="400"/>
              </a:spcAft>
            </a:pPr>
            <a:r>
              <a:rPr sz="1200" b="1" i="0">
                <a:solidFill>
                  <a:srgbClr val="FFFFFF"/>
                </a:solidFill>
                <a:latin typeface="Meiryo UI"/>
                <a:ea typeface="Meiryo UI"/>
              </a:rPr>
              <a:t>この7つのうち、</a:t>
            </a:r>
          </a:p>
          <a:p>
            <a:pPr algn="ctr">
              <a:lnSpc>
                <a:spcPct val="125000"/>
              </a:lnSpc>
            </a:pPr>
            <a:r>
              <a:rPr sz="1300" b="1" i="0">
                <a:solidFill>
                  <a:srgbClr val="FFC000"/>
                </a:solidFill>
                <a:latin typeface="Meiryo UI"/>
                <a:ea typeface="Meiryo UI"/>
              </a:rPr>
              <a:t>あなたの課題を解くのに
必要なのはどれ？</a:t>
            </a:r>
          </a:p>
        </p:txBody>
      </p:sp>
      <p:sp>
        <p:nvSpPr>
          <p:cNvPr id="22" name="Rounded Rectangle 21"/>
          <p:cNvSpPr/>
          <p:nvPr/>
        </p:nvSpPr>
        <p:spPr>
          <a:xfrm>
            <a:off x="548640" y="4754880"/>
            <a:ext cx="11109960" cy="685800"/>
          </a:xfrm>
          <a:prstGeom prst="roundRect">
            <a:avLst>
              <a:gd name="adj" fmla="val 10000"/>
            </a:avLst>
          </a:prstGeom>
          <a:solidFill>
            <a:srgbClr val="EA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ctr">
              <a:spcAft>
                <a:spcPts val="400"/>
              </a:spcAft>
            </a:pPr>
            <a:r>
              <a:rPr sz="1300" b="1" i="0">
                <a:solidFill>
                  <a:srgbClr val="0B4F37"/>
                </a:solidFill>
                <a:latin typeface="Meiryo UI"/>
                <a:ea typeface="Meiryo UI"/>
              </a:rPr>
              <a:t>DAY1の「教授の裁量権」を思い出してください：</a:t>
            </a:r>
            <a:r>
              <a:rPr sz="1250" b="0" i="0">
                <a:solidFill>
                  <a:srgbClr val="262626"/>
                </a:solidFill>
                <a:latin typeface="Meiryo UI"/>
                <a:ea typeface="Meiryo UI"/>
              </a:rPr>
              <a:t>①臨床機会の配分　②医局人事・異動　③教授会・教授選　④研究・教育の方向性</a:t>
            </a:r>
          </a:p>
          <a:p>
            <a:pPr algn="ctr"/>
            <a:r>
              <a:rPr sz="1200" b="0" i="0">
                <a:solidFill>
                  <a:srgbClr val="595959"/>
                </a:solidFill>
                <a:latin typeface="Meiryo UI"/>
                <a:ea typeface="Meiryo UI"/>
              </a:rPr>
              <a:t>＝ 教授は「処方者」ではなく、機能を動かせる人。誰を通じて、どの機能を動かすかを設計します。</a:t>
            </a:r>
          </a:p>
        </p:txBody>
      </p:sp>
      <p:sp>
        <p:nvSpPr>
          <p:cNvPr id="23" name="Rounded Rectangle 22"/>
          <p:cNvSpPr/>
          <p:nvPr/>
        </p:nvSpPr>
        <p:spPr>
          <a:xfrm>
            <a:off x="548640" y="5532120"/>
            <a:ext cx="11109960" cy="777240"/>
          </a:xfrm>
          <a:prstGeom prst="roundRect">
            <a:avLst>
              <a:gd name="adj" fmla="val 10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ctr">
              <a:spcAft>
                <a:spcPts val="500"/>
              </a:spcAft>
            </a:pPr>
            <a:r>
              <a:rPr sz="1500" b="1" i="0">
                <a:solidFill>
                  <a:srgbClr val="0B4F37"/>
                </a:solidFill>
                <a:latin typeface="Meiryo UI"/>
                <a:ea typeface="Meiryo UI"/>
              </a:rPr>
              <a:t>「大学を攻略する」ではなく、「この課題を解くために、大学のこの機能を使う」と言えるか。</a:t>
            </a:r>
          </a:p>
          <a:p>
            <a:pPr algn="ctr"/>
            <a:r>
              <a:rPr sz="1250" b="0" i="0">
                <a:solidFill>
                  <a:srgbClr val="262626"/>
                </a:solidFill>
                <a:latin typeface="Meiryo UI"/>
                <a:ea typeface="Meiryo UI"/>
              </a:rPr>
              <a:t>例：範囲の紹介が遅い → 使うのは</a:t>
            </a:r>
            <a:r>
              <a:rPr sz="1250" b="1" i="0">
                <a:solidFill>
                  <a:srgbClr val="C00000"/>
                </a:solidFill>
                <a:latin typeface="Meiryo UI"/>
                <a:ea typeface="Meiryo UI"/>
              </a:rPr>
              <a:t>情報発信と講演会</a:t>
            </a:r>
            <a:r>
              <a:rPr sz="1250" b="0" i="0">
                <a:solidFill>
                  <a:srgbClr val="262626"/>
                </a:solidFill>
                <a:latin typeface="Meiryo UI"/>
                <a:ea typeface="Meiryo UI"/>
              </a:rPr>
              <a:t>　／　例：基幹病院の治療方針を変えたい → 使うのは</a:t>
            </a:r>
            <a:r>
              <a:rPr sz="1250" b="1" i="0">
                <a:solidFill>
                  <a:srgbClr val="C00000"/>
                </a:solidFill>
                <a:latin typeface="Meiryo UI"/>
                <a:ea typeface="Meiryo UI"/>
              </a:rPr>
              <a:t>医局人事と医師派遣</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377440"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WORK ①　｜　10分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担当施設を、丸の大きさで描いてみる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17</a:t>
            </a:r>
          </a:p>
        </p:txBody>
      </p:sp>
      <p:sp>
        <p:nvSpPr>
          <p:cNvPr id="6" name="Rounded Rectangle 5"/>
          <p:cNvSpPr/>
          <p:nvPr/>
        </p:nvSpPr>
        <p:spPr>
          <a:xfrm>
            <a:off x="548640" y="1627632"/>
            <a:ext cx="7360920" cy="658368"/>
          </a:xfrm>
          <a:prstGeom prst="roundRect">
            <a:avLst>
              <a:gd name="adj" fmla="val 8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0000"/>
              </a:lnSpc>
            </a:pPr>
            <a:r>
              <a:rPr sz="1400" b="1" i="0">
                <a:solidFill>
                  <a:srgbClr val="262626"/>
                </a:solidFill>
                <a:latin typeface="Meiryo UI"/>
                <a:ea typeface="Meiryo UI"/>
              </a:rPr>
              <a:t>手元の紙に、丸を描くだけです。上手さは関係ありません。5〜6施設でも十分です。</a:t>
            </a:r>
          </a:p>
        </p:txBody>
      </p:sp>
      <p:sp>
        <p:nvSpPr>
          <p:cNvPr id="7" name="Rounded Rectangle 6"/>
          <p:cNvSpPr/>
          <p:nvPr/>
        </p:nvSpPr>
        <p:spPr>
          <a:xfrm>
            <a:off x="548640" y="2450592"/>
            <a:ext cx="1280160" cy="868680"/>
          </a:xfrm>
          <a:prstGeom prst="roundRect">
            <a:avLst>
              <a:gd name="adj" fmla="val 12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200" b="1" i="0">
                <a:solidFill>
                  <a:srgbClr val="FFFFFF"/>
                </a:solidFill>
                <a:latin typeface="Meiryo UI"/>
                <a:ea typeface="Meiryo UI"/>
              </a:rPr>
              <a:t>STEP 1</a:t>
            </a:r>
          </a:p>
          <a:p>
            <a:pPr algn="ctr"/>
            <a:r>
              <a:rPr sz="1100" b="0" i="0">
                <a:solidFill>
                  <a:srgbClr val="FFFFFF"/>
                </a:solidFill>
                <a:latin typeface="Meiryo UI"/>
                <a:ea typeface="Meiryo UI"/>
              </a:rPr>
              <a:t>5分</a:t>
            </a:r>
          </a:p>
        </p:txBody>
      </p:sp>
      <p:sp>
        <p:nvSpPr>
          <p:cNvPr id="8" name="Rounded Rectangle 7"/>
          <p:cNvSpPr/>
          <p:nvPr/>
        </p:nvSpPr>
        <p:spPr>
          <a:xfrm>
            <a:off x="1965960" y="2450592"/>
            <a:ext cx="5943600" cy="86868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l">
              <a:spcAft>
                <a:spcPts val="300"/>
              </a:spcAft>
            </a:pPr>
            <a:r>
              <a:rPr sz="1300" b="1" i="0">
                <a:solidFill>
                  <a:srgbClr val="0B4F37"/>
                </a:solidFill>
                <a:latin typeface="Meiryo UI"/>
                <a:ea typeface="Meiryo UI"/>
              </a:rPr>
              <a:t>担当する大学・基幹病院を、丸で描く</a:t>
            </a:r>
          </a:p>
          <a:p>
            <a:pPr algn="l">
              <a:lnSpc>
                <a:spcPct val="120000"/>
              </a:lnSpc>
            </a:pPr>
            <a:r>
              <a:rPr sz="1050" b="0" i="0">
                <a:solidFill>
                  <a:srgbClr val="262626"/>
                </a:solidFill>
                <a:latin typeface="Meiryo UI"/>
                <a:ea typeface="Meiryo UI"/>
              </a:rPr>
              <a:t>丸の大きさ＝あなたが「大事だ」と思う順。大きさに理由はいりません、感覚でOK</a:t>
            </a:r>
          </a:p>
        </p:txBody>
      </p:sp>
      <p:sp>
        <p:nvSpPr>
          <p:cNvPr id="9" name="Rounded Rectangle 8"/>
          <p:cNvSpPr/>
          <p:nvPr/>
        </p:nvSpPr>
        <p:spPr>
          <a:xfrm>
            <a:off x="548640" y="3438144"/>
            <a:ext cx="1280160" cy="868680"/>
          </a:xfrm>
          <a:prstGeom prst="roundRect">
            <a:avLst>
              <a:gd name="adj" fmla="val 12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200" b="1" i="0">
                <a:solidFill>
                  <a:srgbClr val="FFFFFF"/>
                </a:solidFill>
                <a:latin typeface="Meiryo UI"/>
                <a:ea typeface="Meiryo UI"/>
              </a:rPr>
              <a:t>STEP 2</a:t>
            </a:r>
          </a:p>
          <a:p>
            <a:pPr algn="ctr"/>
            <a:r>
              <a:rPr sz="1100" b="0" i="0">
                <a:solidFill>
                  <a:srgbClr val="FFFFFF"/>
                </a:solidFill>
                <a:latin typeface="Meiryo UI"/>
                <a:ea typeface="Meiryo UI"/>
              </a:rPr>
              <a:t>5分</a:t>
            </a:r>
          </a:p>
        </p:txBody>
      </p:sp>
      <p:sp>
        <p:nvSpPr>
          <p:cNvPr id="10" name="Rounded Rectangle 9"/>
          <p:cNvSpPr/>
          <p:nvPr/>
        </p:nvSpPr>
        <p:spPr>
          <a:xfrm>
            <a:off x="1965960" y="3438144"/>
            <a:ext cx="5943600" cy="86868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l">
              <a:spcAft>
                <a:spcPts val="300"/>
              </a:spcAft>
            </a:pPr>
            <a:r>
              <a:rPr sz="1300" b="1" i="0">
                <a:solidFill>
                  <a:srgbClr val="0B4F37"/>
                </a:solidFill>
                <a:latin typeface="Meiryo UI"/>
                <a:ea typeface="Meiryo UI"/>
              </a:rPr>
              <a:t>気になる丸に、ひと言メモを書く</a:t>
            </a:r>
          </a:p>
          <a:p>
            <a:pPr algn="l">
              <a:lnSpc>
                <a:spcPct val="120000"/>
              </a:lnSpc>
            </a:pPr>
            <a:r>
              <a:rPr sz="1050" b="0" i="0">
                <a:solidFill>
                  <a:srgbClr val="262626"/>
                </a:solidFill>
                <a:latin typeface="Meiryo UI"/>
                <a:ea typeface="Meiryo UI"/>
              </a:rPr>
              <a:t>「ここが動けば範囲が変わる」「ここは会えていない」など、思ったことを自由に</a:t>
            </a:r>
          </a:p>
        </p:txBody>
      </p:sp>
      <p:sp>
        <p:nvSpPr>
          <p:cNvPr id="11" name="Rounded Rectangle 10"/>
          <p:cNvSpPr/>
          <p:nvPr/>
        </p:nvSpPr>
        <p:spPr>
          <a:xfrm>
            <a:off x="548640" y="4480560"/>
            <a:ext cx="7360920" cy="1737360"/>
          </a:xfrm>
          <a:prstGeom prst="roundRect">
            <a:avLst>
              <a:gd name="adj" fmla="val 8000"/>
            </a:avLst>
          </a:prstGeom>
          <a:solidFill>
            <a:srgbClr val="FFF6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l">
              <a:spcAft>
                <a:spcPts val="800"/>
              </a:spcAft>
            </a:pPr>
            <a:r>
              <a:rPr sz="1300" b="1" i="0">
                <a:solidFill>
                  <a:srgbClr val="262626"/>
                </a:solidFill>
                <a:latin typeface="Meiryo UI"/>
                <a:ea typeface="Meiryo UI"/>
              </a:rPr>
              <a:t>描けたら、自分に1つだけ問いかけてください。</a:t>
            </a:r>
          </a:p>
          <a:p>
            <a:pPr algn="ctr">
              <a:spcAft>
                <a:spcPts val="800"/>
              </a:spcAft>
            </a:pPr>
            <a:r>
              <a:rPr sz="1900" b="1" i="0">
                <a:solidFill>
                  <a:srgbClr val="C00000"/>
                </a:solidFill>
                <a:latin typeface="Meiryo UI"/>
                <a:ea typeface="Meiryo UI"/>
              </a:rPr>
              <a:t>あなたの絵で、大学は何番目に大きいですか？</a:t>
            </a:r>
          </a:p>
          <a:p>
            <a:pPr algn="l">
              <a:lnSpc>
                <a:spcPct val="125000"/>
              </a:lnSpc>
            </a:pPr>
            <a:r>
              <a:rPr sz="1150" b="0" i="0">
                <a:solidFill>
                  <a:srgbClr val="595959"/>
                </a:solidFill>
                <a:latin typeface="Meiryo UI"/>
                <a:ea typeface="Meiryo UI"/>
              </a:rPr>
              <a:t>一番大きくなくても、まったく問題ありません。それがあなたの範囲の実態です。この後、その理由をみんなで話します。</a:t>
            </a:r>
          </a:p>
        </p:txBody>
      </p:sp>
      <p:sp>
        <p:nvSpPr>
          <p:cNvPr id="12" name="Rounded Rectangle 11"/>
          <p:cNvSpPr/>
          <p:nvPr/>
        </p:nvSpPr>
        <p:spPr>
          <a:xfrm>
            <a:off x="8138160" y="1627632"/>
            <a:ext cx="3520440" cy="4590288"/>
          </a:xfrm>
          <a:prstGeom prst="roundRect">
            <a:avLst>
              <a:gd name="adj" fmla="val 6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128015" bIns="128015" lIns="182880" rIns="182880"/>
          <a:lstStyle/>
          <a:p>
            <a:pPr algn="ctr">
              <a:spcAft>
                <a:spcPts val="1400"/>
              </a:spcAft>
            </a:pPr>
            <a:r>
              <a:rPr sz="1450" b="1" i="0">
                <a:solidFill>
                  <a:srgbClr val="FFFFFF"/>
                </a:solidFill>
                <a:latin typeface="Meiryo UI"/>
                <a:ea typeface="Meiryo UI"/>
              </a:rPr>
              <a:t>迷ったら、これだけ</a:t>
            </a:r>
          </a:p>
          <a:p>
            <a:pPr algn="l">
              <a:lnSpc>
                <a:spcPct val="125000"/>
              </a:lnSpc>
              <a:spcAft>
                <a:spcPts val="1200"/>
              </a:spcAft>
            </a:pPr>
            <a:r>
              <a:rPr sz="1200" b="0" i="0">
                <a:solidFill>
                  <a:srgbClr val="FFFFFF"/>
                </a:solidFill>
                <a:latin typeface="Meiryo UI"/>
                <a:ea typeface="Meiryo UI"/>
              </a:rPr>
              <a:t>・全部書かなくていい　重要そうな5〜6施設だけでOK</a:t>
            </a:r>
          </a:p>
          <a:p>
            <a:pPr algn="l">
              <a:lnSpc>
                <a:spcPct val="125000"/>
              </a:lnSpc>
              <a:spcAft>
                <a:spcPts val="1200"/>
              </a:spcAft>
            </a:pPr>
            <a:r>
              <a:rPr sz="1200" b="0" i="0">
                <a:solidFill>
                  <a:srgbClr val="FFFFFF"/>
                </a:solidFill>
                <a:latin typeface="Meiryo UI"/>
                <a:ea typeface="Meiryo UI"/>
              </a:rPr>
              <a:t>・線や矢印は無理に引かなくていい　思いついたら引く程度で十分</a:t>
            </a:r>
          </a:p>
          <a:p>
            <a:pPr algn="l">
              <a:lnSpc>
                <a:spcPct val="125000"/>
              </a:lnSpc>
              <a:spcAft>
                <a:spcPts val="1200"/>
              </a:spcAft>
            </a:pPr>
            <a:r>
              <a:rPr sz="1200" b="0" i="0">
                <a:solidFill>
                  <a:srgbClr val="FFFFFF"/>
                </a:solidFill>
                <a:latin typeface="Meiryo UI"/>
                <a:ea typeface="Meiryo UI"/>
              </a:rPr>
              <a:t>・大きさに迷ったら　「ここが変われば範囲全体が変わるか？」で決める</a:t>
            </a:r>
          </a:p>
          <a:p>
            <a:pPr algn="l">
              <a:lnSpc>
                <a:spcPct val="125000"/>
              </a:lnSpc>
            </a:pPr>
            <a:r>
              <a:rPr sz="1200" b="1" i="0">
                <a:solidFill>
                  <a:srgbClr val="BFE8D2"/>
                </a:solidFill>
                <a:latin typeface="Meiryo UI"/>
                <a:ea typeface="Meiryo UI"/>
              </a:rPr>
              <a:t>・分からないところは「？」　それが次に聞きに行くことです</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377440"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SHARE ①　｜　5分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共有：描いた絵を見せ合って、自由に話しましょう</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18</a:t>
            </a:r>
          </a:p>
        </p:txBody>
      </p:sp>
      <p:sp>
        <p:nvSpPr>
          <p:cNvPr id="6" name="Rounded Rectangle 5"/>
          <p:cNvSpPr/>
          <p:nvPr/>
        </p:nvSpPr>
        <p:spPr>
          <a:xfrm>
            <a:off x="548640" y="1691640"/>
            <a:ext cx="11109960" cy="658368"/>
          </a:xfrm>
          <a:prstGeom prst="roundRect">
            <a:avLst>
              <a:gd name="adj" fmla="val 10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0B4F37"/>
                </a:solidFill>
                <a:latin typeface="Meiryo UI"/>
                <a:ea typeface="Meiryo UI"/>
              </a:rPr>
              <a:t>3〜4人1組。順番も型も決めません。描いた絵を画面に映して、思ったことを話してください。</a:t>
            </a:r>
          </a:p>
        </p:txBody>
      </p:sp>
      <p:sp>
        <p:nvSpPr>
          <p:cNvPr id="7" name="Rounded Rectangle 6"/>
          <p:cNvSpPr/>
          <p:nvPr/>
        </p:nvSpPr>
        <p:spPr>
          <a:xfrm>
            <a:off x="548640" y="2606040"/>
            <a:ext cx="2377440" cy="658368"/>
          </a:xfrm>
          <a:prstGeom prst="roundRect">
            <a:avLst>
              <a:gd name="adj" fmla="val 12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話のきっかけ①</a:t>
            </a:r>
          </a:p>
        </p:txBody>
      </p:sp>
      <p:sp>
        <p:nvSpPr>
          <p:cNvPr id="8" name="Rounded Rectangle 7"/>
          <p:cNvSpPr/>
          <p:nvPr/>
        </p:nvSpPr>
        <p:spPr>
          <a:xfrm>
            <a:off x="3017520" y="2606040"/>
            <a:ext cx="8641080"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r>
              <a:rPr sz="1400" b="1" i="0">
                <a:solidFill>
                  <a:srgbClr val="262626"/>
                </a:solidFill>
                <a:latin typeface="Meiryo UI"/>
                <a:ea typeface="Meiryo UI"/>
              </a:rPr>
              <a:t>あなたの範囲で、一番大きい施設はどこ？　それはなぜ？</a:t>
            </a:r>
          </a:p>
        </p:txBody>
      </p:sp>
      <p:sp>
        <p:nvSpPr>
          <p:cNvPr id="9" name="Rounded Rectangle 8"/>
          <p:cNvSpPr/>
          <p:nvPr/>
        </p:nvSpPr>
        <p:spPr>
          <a:xfrm>
            <a:off x="548640" y="3383280"/>
            <a:ext cx="2377440" cy="658368"/>
          </a:xfrm>
          <a:prstGeom prst="roundRect">
            <a:avLst>
              <a:gd name="adj" fmla="val 12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話のきっかけ②</a:t>
            </a:r>
          </a:p>
        </p:txBody>
      </p:sp>
      <p:sp>
        <p:nvSpPr>
          <p:cNvPr id="10" name="Rounded Rectangle 9"/>
          <p:cNvSpPr/>
          <p:nvPr/>
        </p:nvSpPr>
        <p:spPr>
          <a:xfrm>
            <a:off x="3017520" y="3383280"/>
            <a:ext cx="8641080"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r>
              <a:rPr sz="1400" b="1" i="0">
                <a:solidFill>
                  <a:srgbClr val="262626"/>
                </a:solidFill>
                <a:latin typeface="Meiryo UI"/>
                <a:ea typeface="Meiryo UI"/>
              </a:rPr>
              <a:t>大学と基幹病院、いまはどちらが効いていますか？</a:t>
            </a:r>
          </a:p>
        </p:txBody>
      </p:sp>
      <p:sp>
        <p:nvSpPr>
          <p:cNvPr id="11" name="Rounded Rectangle 10"/>
          <p:cNvSpPr/>
          <p:nvPr/>
        </p:nvSpPr>
        <p:spPr>
          <a:xfrm>
            <a:off x="548640" y="4160520"/>
            <a:ext cx="2377440" cy="658368"/>
          </a:xfrm>
          <a:prstGeom prst="roundRect">
            <a:avLst>
              <a:gd name="adj" fmla="val 12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話のきっかけ③</a:t>
            </a:r>
          </a:p>
        </p:txBody>
      </p:sp>
      <p:sp>
        <p:nvSpPr>
          <p:cNvPr id="12" name="Rounded Rectangle 11"/>
          <p:cNvSpPr/>
          <p:nvPr/>
        </p:nvSpPr>
        <p:spPr>
          <a:xfrm>
            <a:off x="3017520" y="4160520"/>
            <a:ext cx="8641080"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r>
              <a:rPr sz="1400" b="1" i="0">
                <a:solidFill>
                  <a:srgbClr val="262626"/>
                </a:solidFill>
                <a:latin typeface="Meiryo UI"/>
                <a:ea typeface="Meiryo UI"/>
              </a:rPr>
              <a:t>描いてみて、意外だったこと・困ったことは？</a:t>
            </a:r>
          </a:p>
        </p:txBody>
      </p:sp>
      <p:sp>
        <p:nvSpPr>
          <p:cNvPr id="13" name="Rounded Rectangle 12"/>
          <p:cNvSpPr/>
          <p:nvPr/>
        </p:nvSpPr>
        <p:spPr>
          <a:xfrm>
            <a:off x="548640" y="5029200"/>
            <a:ext cx="11109960" cy="685800"/>
          </a:xfrm>
          <a:prstGeom prst="roundRect">
            <a:avLst>
              <a:gd name="adj" fmla="val 12000"/>
            </a:avLst>
          </a:prstGeom>
          <a:solidFill>
            <a:srgbClr val="F4FAF6"/>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r>
              <a:rPr sz="1350" b="1" i="0">
                <a:solidFill>
                  <a:srgbClr val="0B4F37"/>
                </a:solidFill>
                <a:latin typeface="Meiryo UI"/>
                <a:ea typeface="Meiryo UI"/>
              </a:rPr>
              <a:t>どれから話しても、全部飛ばして別の話をしてもOK。他の人の話に乗っかるのも大歓迎です。</a:t>
            </a:r>
          </a:p>
        </p:txBody>
      </p:sp>
      <p:sp>
        <p:nvSpPr>
          <p:cNvPr id="14" name="Rounded Rectangle 13"/>
          <p:cNvSpPr/>
          <p:nvPr/>
        </p:nvSpPr>
        <p:spPr>
          <a:xfrm>
            <a:off x="548640" y="5806440"/>
            <a:ext cx="11109960" cy="502920"/>
          </a:xfrm>
          <a:prstGeom prst="roundRect">
            <a:avLst>
              <a:gd name="adj" fmla="val 12000"/>
            </a:avLst>
          </a:prstGeom>
          <a:solidFill>
            <a:srgbClr val="FFF6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262626"/>
                </a:solidFill>
                <a:latin typeface="Meiryo UI"/>
                <a:ea typeface="Meiryo UI"/>
              </a:rPr>
              <a:t>他の人の絵は、最高の教材です。「大学が中心じゃない範囲もあるのか」— 自分の絵の空白が見えてきます。</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 name="Rectangle 2"/>
          <p:cNvSpPr/>
          <p:nvPr/>
        </p:nvSpPr>
        <p:spPr>
          <a:xfrm>
            <a:off x="0" y="0"/>
            <a:ext cx="12191695" cy="502920"/>
          </a:xfrm>
          <a:prstGeom prst="rect">
            <a:avLst/>
          </a:prstGeom>
          <a:solidFill>
            <a:srgbClr val="0735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4" name="TextBox 3"/>
          <p:cNvSpPr txBox="1"/>
          <p:nvPr/>
        </p:nvSpPr>
        <p:spPr>
          <a:xfrm>
            <a:off x="822960" y="1234440"/>
            <a:ext cx="2194560" cy="1371600"/>
          </a:xfrm>
          <a:prstGeom prst="rect">
            <a:avLst/>
          </a:prstGeom>
          <a:noFill/>
        </p:spPr>
        <p:txBody>
          <a:bodyPr wrap="square" lIns="0" rIns="0" tIns="0" bIns="0" anchor="t">
            <a:spAutoFit/>
          </a:bodyPr>
          <a:lstStyle/>
          <a:p>
            <a:pPr algn="l"/>
            <a:r>
              <a:rPr sz="8000" b="1" i="0">
                <a:solidFill>
                  <a:srgbClr val="1D7451"/>
                </a:solidFill>
                <a:latin typeface="Meiryo UI"/>
                <a:ea typeface="Meiryo UI"/>
              </a:rPr>
              <a:t>②</a:t>
            </a:r>
          </a:p>
        </p:txBody>
      </p:sp>
      <p:sp>
        <p:nvSpPr>
          <p:cNvPr id="5" name="TextBox 4"/>
          <p:cNvSpPr txBox="1"/>
          <p:nvPr/>
        </p:nvSpPr>
        <p:spPr>
          <a:xfrm>
            <a:off x="2926080" y="1143000"/>
            <a:ext cx="8595360" cy="411480"/>
          </a:xfrm>
          <a:prstGeom prst="rect">
            <a:avLst/>
          </a:prstGeom>
          <a:noFill/>
        </p:spPr>
        <p:txBody>
          <a:bodyPr wrap="square" lIns="0" rIns="0" tIns="0" bIns="0" anchor="t">
            <a:spAutoFit/>
          </a:bodyPr>
          <a:lstStyle/>
          <a:p>
            <a:pPr algn="l"/>
            <a:r>
              <a:rPr sz="1450" b="1" i="0">
                <a:solidFill>
                  <a:srgbClr val="BFE8D2"/>
                </a:solidFill>
                <a:latin typeface="Meiryo UI"/>
                <a:ea typeface="Meiryo UI"/>
              </a:rPr>
              <a:t>テーマ②　｜　何のために動くか　｜　25分（レクチャー10分・ワーク10分・共有5分）</a:t>
            </a:r>
          </a:p>
        </p:txBody>
      </p:sp>
      <p:sp>
        <p:nvSpPr>
          <p:cNvPr id="6" name="TextBox 5"/>
          <p:cNvSpPr txBox="1"/>
          <p:nvPr/>
        </p:nvSpPr>
        <p:spPr>
          <a:xfrm>
            <a:off x="2926080" y="1554480"/>
            <a:ext cx="8595360" cy="914400"/>
          </a:xfrm>
          <a:prstGeom prst="rect">
            <a:avLst/>
          </a:prstGeom>
          <a:noFill/>
        </p:spPr>
        <p:txBody>
          <a:bodyPr wrap="square" lIns="0" rIns="0" tIns="0" bIns="0" anchor="t">
            <a:spAutoFit/>
          </a:bodyPr>
          <a:lstStyle/>
          <a:p>
            <a:pPr algn="l"/>
            <a:r>
              <a:rPr sz="3400" b="1" i="0">
                <a:solidFill>
                  <a:srgbClr val="FFFFFF"/>
                </a:solidFill>
                <a:latin typeface="Meiryo UI"/>
                <a:ea typeface="Meiryo UI"/>
              </a:rPr>
              <a:t>動く理由を考える</a:t>
            </a:r>
          </a:p>
        </p:txBody>
      </p:sp>
      <p:sp>
        <p:nvSpPr>
          <p:cNvPr id="7" name="Rounded Rectangle 6"/>
          <p:cNvSpPr/>
          <p:nvPr/>
        </p:nvSpPr>
        <p:spPr>
          <a:xfrm>
            <a:off x="822960" y="2880360"/>
            <a:ext cx="10698480" cy="868680"/>
          </a:xfrm>
          <a:prstGeom prst="roundRect">
            <a:avLst>
              <a:gd name="adj" fmla="val 10000"/>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ctr"/>
            <a:r>
              <a:rPr sz="1900" b="1" i="0">
                <a:solidFill>
                  <a:srgbClr val="0B4F37"/>
                </a:solidFill>
                <a:latin typeface="Meiryo UI"/>
                <a:ea typeface="Meiryo UI"/>
              </a:rPr>
              <a:t>その情報は、何のために取りましたか？</a:t>
            </a:r>
          </a:p>
        </p:txBody>
      </p:sp>
      <p:sp>
        <p:nvSpPr>
          <p:cNvPr id="8" name="Oval 7"/>
          <p:cNvSpPr/>
          <p:nvPr/>
        </p:nvSpPr>
        <p:spPr>
          <a:xfrm>
            <a:off x="868680" y="4114800"/>
            <a:ext cx="402336" cy="402336"/>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300" b="1" i="0">
                <a:solidFill>
                  <a:srgbClr val="0B4F37"/>
                </a:solidFill>
                <a:latin typeface="Meiryo UI"/>
                <a:ea typeface="Meiryo UI"/>
              </a:rPr>
              <a:t>1</a:t>
            </a:r>
          </a:p>
        </p:txBody>
      </p:sp>
      <p:sp>
        <p:nvSpPr>
          <p:cNvPr id="9" name="TextBox 8"/>
          <p:cNvSpPr txBox="1"/>
          <p:nvPr/>
        </p:nvSpPr>
        <p:spPr>
          <a:xfrm>
            <a:off x="1463040" y="4187952"/>
            <a:ext cx="9966960" cy="502920"/>
          </a:xfrm>
          <a:prstGeom prst="rect">
            <a:avLst/>
          </a:prstGeom>
          <a:noFill/>
        </p:spPr>
        <p:txBody>
          <a:bodyPr wrap="square" lIns="0" rIns="0" tIns="0" bIns="0" anchor="t">
            <a:spAutoFit/>
          </a:bodyPr>
          <a:lstStyle/>
          <a:p>
            <a:pPr algn="l">
              <a:lnSpc>
                <a:spcPct val="115000"/>
              </a:lnSpc>
            </a:pPr>
            <a:r>
              <a:rPr sz="1500" b="0" i="0">
                <a:solidFill>
                  <a:srgbClr val="FFFFFF"/>
                </a:solidFill>
                <a:latin typeface="Meiryo UI"/>
                <a:ea typeface="Meiryo UI"/>
              </a:rPr>
              <a:t>情報を集めてから考えるのではなく、成功像から逆算して取りに行く</a:t>
            </a:r>
          </a:p>
        </p:txBody>
      </p:sp>
      <p:sp>
        <p:nvSpPr>
          <p:cNvPr id="10" name="Oval 9"/>
          <p:cNvSpPr/>
          <p:nvPr/>
        </p:nvSpPr>
        <p:spPr>
          <a:xfrm>
            <a:off x="868680" y="4828032"/>
            <a:ext cx="402336" cy="402336"/>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300" b="1" i="0">
                <a:solidFill>
                  <a:srgbClr val="0B4F37"/>
                </a:solidFill>
                <a:latin typeface="Meiryo UI"/>
                <a:ea typeface="Meiryo UI"/>
              </a:rPr>
              <a:t>2</a:t>
            </a:r>
          </a:p>
        </p:txBody>
      </p:sp>
      <p:sp>
        <p:nvSpPr>
          <p:cNvPr id="11" name="TextBox 10"/>
          <p:cNvSpPr txBox="1"/>
          <p:nvPr/>
        </p:nvSpPr>
        <p:spPr>
          <a:xfrm>
            <a:off x="1463040" y="4901184"/>
            <a:ext cx="9966960" cy="502920"/>
          </a:xfrm>
          <a:prstGeom prst="rect">
            <a:avLst/>
          </a:prstGeom>
          <a:noFill/>
        </p:spPr>
        <p:txBody>
          <a:bodyPr wrap="square" lIns="0" rIns="0" tIns="0" bIns="0" anchor="t">
            <a:spAutoFit/>
          </a:bodyPr>
          <a:lstStyle/>
          <a:p>
            <a:pPr algn="l">
              <a:lnSpc>
                <a:spcPct val="115000"/>
              </a:lnSpc>
            </a:pPr>
            <a:r>
              <a:rPr sz="1500" b="0" i="0">
                <a:solidFill>
                  <a:srgbClr val="FFFFFF"/>
                </a:solidFill>
                <a:latin typeface="Meiryo UI"/>
                <a:ea typeface="Meiryo UI"/>
              </a:rPr>
              <a:t>自分の範囲のWINと、大学・医局のWINが重なるところに打ち手を置く</a:t>
            </a:r>
          </a:p>
        </p:txBody>
      </p:sp>
      <p:sp>
        <p:nvSpPr>
          <p:cNvPr id="12" name="Oval 11"/>
          <p:cNvSpPr/>
          <p:nvPr/>
        </p:nvSpPr>
        <p:spPr>
          <a:xfrm>
            <a:off x="868680" y="5541264"/>
            <a:ext cx="402336" cy="402336"/>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300" b="1" i="0">
                <a:solidFill>
                  <a:srgbClr val="0B4F37"/>
                </a:solidFill>
                <a:latin typeface="Meiryo UI"/>
                <a:ea typeface="Meiryo UI"/>
              </a:rPr>
              <a:t>3</a:t>
            </a:r>
          </a:p>
        </p:txBody>
      </p:sp>
      <p:sp>
        <p:nvSpPr>
          <p:cNvPr id="13" name="TextBox 12"/>
          <p:cNvSpPr txBox="1"/>
          <p:nvPr/>
        </p:nvSpPr>
        <p:spPr>
          <a:xfrm>
            <a:off x="1463040" y="5614416"/>
            <a:ext cx="9966960" cy="502920"/>
          </a:xfrm>
          <a:prstGeom prst="rect">
            <a:avLst/>
          </a:prstGeom>
          <a:noFill/>
        </p:spPr>
        <p:txBody>
          <a:bodyPr wrap="square" lIns="0" rIns="0" tIns="0" bIns="0" anchor="t">
            <a:spAutoFit/>
          </a:bodyPr>
          <a:lstStyle/>
          <a:p>
            <a:pPr algn="l">
              <a:lnSpc>
                <a:spcPct val="115000"/>
              </a:lnSpc>
            </a:pPr>
            <a:r>
              <a:rPr sz="1500" b="0" i="0">
                <a:solidFill>
                  <a:srgbClr val="FFFFFF"/>
                </a:solidFill>
                <a:latin typeface="Meiryo UI"/>
                <a:ea typeface="Meiryo UI"/>
              </a:rPr>
              <a:t>成功像・現状・課題・解決法を、自分の言葉で言語化する</a:t>
            </a:r>
          </a:p>
        </p:txBody>
      </p:sp>
      <p:sp>
        <p:nvSpPr>
          <p:cNvPr id="14" name="TextBox 1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BFE8D2"/>
                </a:solidFill>
                <a:latin typeface="Meiryo UI"/>
                <a:ea typeface="Meiryo UI"/>
              </a:rPr>
              <a:t>Renal MR スキルアッププロジェクト DAY4｜戦略的思考</a:t>
            </a:r>
          </a:p>
        </p:txBody>
      </p:sp>
      <p:sp>
        <p:nvSpPr>
          <p:cNvPr id="15" name="TextBox 1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BFE8D2"/>
                </a:solidFill>
                <a:latin typeface="Meiryo UI"/>
                <a:ea typeface="Meiryo U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496312"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THEME ②　｜　25分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情報は、集めるほど良いわけではありません</a:t>
            </a:r>
          </a:p>
        </p:txBody>
      </p:sp>
      <p:sp>
        <p:nvSpPr>
          <p:cNvPr id="4" name="TextBox 3"/>
          <p:cNvSpPr txBox="1"/>
          <p:nvPr/>
        </p:nvSpPr>
        <p:spPr>
          <a:xfrm>
            <a:off x="548640" y="1426464"/>
            <a:ext cx="11155680" cy="384048"/>
          </a:xfrm>
          <a:prstGeom prst="rect">
            <a:avLst/>
          </a:prstGeom>
          <a:noFill/>
        </p:spPr>
        <p:txBody>
          <a:bodyPr wrap="square" lIns="0" rIns="0" tIns="0" bIns="0" anchor="t">
            <a:spAutoFit/>
          </a:bodyPr>
          <a:lstStyle/>
          <a:p>
            <a:pPr algn="l"/>
            <a:r>
              <a:rPr sz="1350" b="1" i="0">
                <a:solidFill>
                  <a:srgbClr val="262626"/>
                </a:solidFill>
                <a:latin typeface="Meiryo UI"/>
                <a:ea typeface="Meiryo UI"/>
              </a:rPr>
              <a:t>教授の専門、医局員の横のつながり、派遣先、人事、研究内容 — 知ること自体は目的ではありません。</a:t>
            </a:r>
          </a:p>
        </p:txBody>
      </p:sp>
      <p:sp>
        <p:nvSpPr>
          <p:cNvPr id="5" name="TextBox 4"/>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6" name="TextBox 5"/>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20</a:t>
            </a:r>
          </a:p>
        </p:txBody>
      </p:sp>
      <p:sp>
        <p:nvSpPr>
          <p:cNvPr id="7" name="Rounded Rectangle 6"/>
          <p:cNvSpPr/>
          <p:nvPr/>
        </p:nvSpPr>
        <p:spPr>
          <a:xfrm>
            <a:off x="548640" y="1965960"/>
            <a:ext cx="11109960" cy="566928"/>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よくある順番：</a:t>
            </a:r>
            <a:r>
              <a:rPr sz="1300" b="1" i="0">
                <a:solidFill>
                  <a:srgbClr val="FFFFFF"/>
                </a:solidFill>
                <a:latin typeface="Meiryo UI"/>
                <a:ea typeface="Meiryo UI"/>
              </a:rPr>
              <a:t>情報を集める</a:t>
            </a:r>
            <a:r>
              <a:rPr sz="1300" b="0" i="0">
                <a:solidFill>
                  <a:srgbClr val="FFFFFF"/>
                </a:solidFill>
                <a:latin typeface="Meiryo UI"/>
                <a:ea typeface="Meiryo UI"/>
              </a:rPr>
              <a:t>　→　</a:t>
            </a:r>
            <a:r>
              <a:rPr sz="1300" b="1" i="0">
                <a:solidFill>
                  <a:srgbClr val="FFFFFF"/>
                </a:solidFill>
                <a:latin typeface="Meiryo UI"/>
                <a:ea typeface="Meiryo UI"/>
              </a:rPr>
              <a:t>何に使えるか考える</a:t>
            </a:r>
            <a:r>
              <a:rPr sz="1300" b="0" i="0">
                <a:solidFill>
                  <a:srgbClr val="FFFFFF"/>
                </a:solidFill>
                <a:latin typeface="Meiryo UI"/>
                <a:ea typeface="Meiryo UI"/>
              </a:rPr>
              <a:t>　→　集めたけれど活かせない</a:t>
            </a:r>
          </a:p>
        </p:txBody>
      </p:sp>
      <p:sp>
        <p:nvSpPr>
          <p:cNvPr id="8" name="Rounded Rectangle 7"/>
          <p:cNvSpPr/>
          <p:nvPr/>
        </p:nvSpPr>
        <p:spPr>
          <a:xfrm>
            <a:off x="548640" y="2880360"/>
            <a:ext cx="2084831" cy="54864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FFFFFF"/>
                </a:solidFill>
                <a:latin typeface="Meiryo UI"/>
                <a:ea typeface="Meiryo UI"/>
              </a:rPr>
              <a:t>① 成功像を考える</a:t>
            </a:r>
          </a:p>
        </p:txBody>
      </p:sp>
      <p:sp>
        <p:nvSpPr>
          <p:cNvPr id="9" name="Rounded Rectangle 8"/>
          <p:cNvSpPr/>
          <p:nvPr/>
        </p:nvSpPr>
        <p:spPr>
          <a:xfrm>
            <a:off x="548640" y="3502152"/>
            <a:ext cx="2084831" cy="1097280"/>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25000"/>
              </a:lnSpc>
            </a:pPr>
            <a:r>
              <a:rPr sz="1050" b="0" i="0">
                <a:solidFill>
                  <a:srgbClr val="262626"/>
                </a:solidFill>
                <a:latin typeface="Meiryo UI"/>
                <a:ea typeface="Meiryo UI"/>
              </a:rPr>
              <a:t>任された範囲を、どうしたいのか</a:t>
            </a:r>
          </a:p>
        </p:txBody>
      </p:sp>
      <p:sp>
        <p:nvSpPr>
          <p:cNvPr id="10" name="Right Arrow 9"/>
          <p:cNvSpPr/>
          <p:nvPr/>
        </p:nvSpPr>
        <p:spPr>
          <a:xfrm>
            <a:off x="2660904" y="3035808"/>
            <a:ext cx="128016" cy="237744"/>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807208" y="2880360"/>
            <a:ext cx="2084831" cy="54864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FFFFFF"/>
                </a:solidFill>
                <a:latin typeface="Meiryo UI"/>
                <a:ea typeface="Meiryo UI"/>
              </a:rPr>
              <a:t>② 役割を仮説化する</a:t>
            </a:r>
          </a:p>
        </p:txBody>
      </p:sp>
      <p:sp>
        <p:nvSpPr>
          <p:cNvPr id="12" name="Rounded Rectangle 11"/>
          <p:cNvSpPr/>
          <p:nvPr/>
        </p:nvSpPr>
        <p:spPr>
          <a:xfrm>
            <a:off x="2807208" y="3502152"/>
            <a:ext cx="2084831" cy="1097280"/>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25000"/>
              </a:lnSpc>
            </a:pPr>
            <a:r>
              <a:rPr sz="1050" b="0" i="0">
                <a:solidFill>
                  <a:srgbClr val="262626"/>
                </a:solidFill>
                <a:latin typeface="Meiryo UI"/>
                <a:ea typeface="Meiryo UI"/>
              </a:rPr>
              <a:t>大学・基幹病院に、どんな役割が必要か</a:t>
            </a:r>
          </a:p>
        </p:txBody>
      </p:sp>
      <p:sp>
        <p:nvSpPr>
          <p:cNvPr id="13" name="Right Arrow 12"/>
          <p:cNvSpPr/>
          <p:nvPr/>
        </p:nvSpPr>
        <p:spPr>
          <a:xfrm>
            <a:off x="4919472" y="3035808"/>
            <a:ext cx="128016" cy="237744"/>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065776" y="2880360"/>
            <a:ext cx="2084831" cy="54864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FFFFFF"/>
                </a:solidFill>
                <a:latin typeface="Meiryo UI"/>
                <a:ea typeface="Meiryo UI"/>
              </a:rPr>
              <a:t>③ 必要な情報を決める</a:t>
            </a:r>
          </a:p>
        </p:txBody>
      </p:sp>
      <p:sp>
        <p:nvSpPr>
          <p:cNvPr id="15" name="Rounded Rectangle 14"/>
          <p:cNvSpPr/>
          <p:nvPr/>
        </p:nvSpPr>
        <p:spPr>
          <a:xfrm>
            <a:off x="5065776" y="3502152"/>
            <a:ext cx="2084831" cy="1097280"/>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25000"/>
              </a:lnSpc>
            </a:pPr>
            <a:r>
              <a:rPr sz="1050" b="0" i="0">
                <a:solidFill>
                  <a:srgbClr val="262626"/>
                </a:solidFill>
                <a:latin typeface="Meiryo UI"/>
                <a:ea typeface="Meiryo UI"/>
              </a:rPr>
              <a:t>その仮説を確かめるには、何を知る必要があるか</a:t>
            </a:r>
          </a:p>
        </p:txBody>
      </p:sp>
      <p:sp>
        <p:nvSpPr>
          <p:cNvPr id="16" name="Right Arrow 15"/>
          <p:cNvSpPr/>
          <p:nvPr/>
        </p:nvSpPr>
        <p:spPr>
          <a:xfrm>
            <a:off x="7178040" y="3035808"/>
            <a:ext cx="128016" cy="237744"/>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324344" y="2880360"/>
            <a:ext cx="2084831" cy="548640"/>
          </a:xfrm>
          <a:prstGeom prst="roundRect">
            <a:avLst>
              <a:gd name="adj" fmla="val 1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FFFFFF"/>
                </a:solidFill>
                <a:latin typeface="Meiryo UI"/>
                <a:ea typeface="Meiryo UI"/>
              </a:rPr>
              <a:t>④ 情報を取りに行く</a:t>
            </a:r>
          </a:p>
        </p:txBody>
      </p:sp>
      <p:sp>
        <p:nvSpPr>
          <p:cNvPr id="18" name="Rounded Rectangle 17"/>
          <p:cNvSpPr/>
          <p:nvPr/>
        </p:nvSpPr>
        <p:spPr>
          <a:xfrm>
            <a:off x="7324344" y="3502152"/>
            <a:ext cx="2084831" cy="1097280"/>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25000"/>
              </a:lnSpc>
            </a:pPr>
            <a:r>
              <a:rPr sz="1050" b="0" i="0">
                <a:solidFill>
                  <a:srgbClr val="262626"/>
                </a:solidFill>
                <a:latin typeface="Meiryo UI"/>
                <a:ea typeface="Meiryo UI"/>
              </a:rPr>
              <a:t>DAY3で学んだドライ／ウェットの方法で</a:t>
            </a:r>
          </a:p>
        </p:txBody>
      </p:sp>
      <p:sp>
        <p:nvSpPr>
          <p:cNvPr id="19" name="Right Arrow 18"/>
          <p:cNvSpPr/>
          <p:nvPr/>
        </p:nvSpPr>
        <p:spPr>
          <a:xfrm>
            <a:off x="9436608" y="3035808"/>
            <a:ext cx="128016" cy="237744"/>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582912" y="2880360"/>
            <a:ext cx="2084831" cy="548640"/>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FFFFFF"/>
                </a:solidFill>
                <a:latin typeface="Meiryo UI"/>
                <a:ea typeface="Meiryo UI"/>
              </a:rPr>
              <a:t>⑤ 仮説と活動を直す</a:t>
            </a:r>
          </a:p>
        </p:txBody>
      </p:sp>
      <p:sp>
        <p:nvSpPr>
          <p:cNvPr id="21" name="Rounded Rectangle 20"/>
          <p:cNvSpPr/>
          <p:nvPr/>
        </p:nvSpPr>
        <p:spPr>
          <a:xfrm>
            <a:off x="9582912" y="3502152"/>
            <a:ext cx="2084831" cy="1097280"/>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25000"/>
              </a:lnSpc>
            </a:pPr>
            <a:r>
              <a:rPr sz="1050" b="0" i="0">
                <a:solidFill>
                  <a:srgbClr val="262626"/>
                </a:solidFill>
                <a:latin typeface="Meiryo UI"/>
                <a:ea typeface="Meiryo UI"/>
              </a:rPr>
              <a:t>違っていたら、成功像や打ち手を修正する</a:t>
            </a:r>
          </a:p>
        </p:txBody>
      </p:sp>
      <p:cxnSp>
        <p:nvCxnSpPr>
          <p:cNvPr id="22" name="Connector 21"/>
          <p:cNvCxnSpPr/>
          <p:nvPr/>
        </p:nvCxnSpPr>
        <p:spPr>
          <a:xfrm>
            <a:off x="11548872" y="3931920"/>
            <a:ext cx="0" cy="932688"/>
          </a:xfrm>
          <a:prstGeom prst="line">
            <a:avLst/>
          </a:prstGeom>
          <a:ln w="20320">
            <a:solidFill>
              <a:srgbClr val="3DA574"/>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914400" y="4864608"/>
            <a:ext cx="10634472" cy="0"/>
          </a:xfrm>
          <a:prstGeom prst="line">
            <a:avLst/>
          </a:prstGeom>
          <a:ln w="20320">
            <a:solidFill>
              <a:srgbClr val="3DA574"/>
            </a:solidFill>
            <a:prstDash val="dash"/>
          </a:ln>
          <a:effectLst/>
        </p:spPr>
        <p:style>
          <a:lnRef idx="2">
            <a:schemeClr val="accent1"/>
          </a:lnRef>
          <a:fillRef idx="0">
            <a:schemeClr val="accent1"/>
          </a:fillRef>
          <a:effectRef idx="1">
            <a:schemeClr val="accent1"/>
          </a:effectRef>
          <a:fontRef idx="minor">
            <a:schemeClr val="tx1"/>
          </a:fontRef>
        </p:style>
      </p:cxnSp>
      <p:sp>
        <p:nvSpPr>
          <p:cNvPr id="24" name="Up Arrow 23"/>
          <p:cNvSpPr/>
          <p:nvPr/>
        </p:nvSpPr>
        <p:spPr>
          <a:xfrm>
            <a:off x="804672" y="3977639"/>
            <a:ext cx="219456" cy="914400"/>
          </a:xfrm>
          <a:prstGeom prst="up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023360" y="4919472"/>
            <a:ext cx="4114800" cy="274320"/>
          </a:xfrm>
          <a:prstGeom prst="rect">
            <a:avLst/>
          </a:prstGeom>
          <a:noFill/>
        </p:spPr>
        <p:txBody>
          <a:bodyPr wrap="square" lIns="0" rIns="0" tIns="0" bIns="0" anchor="t">
            <a:spAutoFit/>
          </a:bodyPr>
          <a:lstStyle/>
          <a:p>
            <a:pPr algn="ctr"/>
            <a:r>
              <a:rPr sz="1050" b="1" i="0">
                <a:solidFill>
                  <a:srgbClr val="128A54"/>
                </a:solidFill>
                <a:latin typeface="Meiryo UI"/>
                <a:ea typeface="Meiryo UI"/>
              </a:rPr>
              <a:t>← 回しながら精度を上げる</a:t>
            </a:r>
          </a:p>
        </p:txBody>
      </p:sp>
      <p:sp>
        <p:nvSpPr>
          <p:cNvPr id="26" name="Rounded Rectangle 25"/>
          <p:cNvSpPr/>
          <p:nvPr/>
        </p:nvSpPr>
        <p:spPr>
          <a:xfrm>
            <a:off x="548640" y="5321808"/>
            <a:ext cx="11109960" cy="914400"/>
          </a:xfrm>
          <a:prstGeom prst="roundRect">
            <a:avLst>
              <a:gd name="adj" fmla="val 10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ctr">
              <a:spcAft>
                <a:spcPts val="500"/>
              </a:spcAft>
            </a:pPr>
            <a:r>
              <a:rPr sz="1500" b="1" i="0">
                <a:solidFill>
                  <a:srgbClr val="0B4F37"/>
                </a:solidFill>
                <a:latin typeface="Meiryo UI"/>
                <a:ea typeface="Meiryo UI"/>
              </a:rPr>
              <a:t>DAY3では「情報の取り方」を学びました。今日足すのは、「取りに行く理由」です。</a:t>
            </a:r>
          </a:p>
          <a:p>
            <a:pPr algn="ctr">
              <a:lnSpc>
                <a:spcPct val="125000"/>
              </a:lnSpc>
            </a:pPr>
            <a:r>
              <a:rPr sz="1250" b="0" i="0">
                <a:solidFill>
                  <a:srgbClr val="262626"/>
                </a:solidFill>
                <a:latin typeface="Meiryo UI"/>
                <a:ea typeface="Meiryo UI"/>
              </a:rPr>
              <a:t>範囲をどうしたいかというビジョンと、大学・基幹病院にどんな役割が要るかという仮説があるから、確かめるために情報を取りに行く。</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496312"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THEME ②　｜　25分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戦略は、WIN-WIN の「重なり」にあります</a:t>
            </a:r>
          </a:p>
        </p:txBody>
      </p:sp>
      <p:sp>
        <p:nvSpPr>
          <p:cNvPr id="4" name="TextBox 3"/>
          <p:cNvSpPr txBox="1"/>
          <p:nvPr/>
        </p:nvSpPr>
        <p:spPr>
          <a:xfrm>
            <a:off x="548640" y="1426464"/>
            <a:ext cx="11155680" cy="384048"/>
          </a:xfrm>
          <a:prstGeom prst="rect">
            <a:avLst/>
          </a:prstGeom>
          <a:noFill/>
        </p:spPr>
        <p:txBody>
          <a:bodyPr wrap="square" lIns="0" rIns="0" tIns="0" bIns="0" anchor="t">
            <a:spAutoFit/>
          </a:bodyPr>
          <a:lstStyle/>
          <a:p>
            <a:pPr algn="l"/>
            <a:r>
              <a:rPr sz="1350" b="1" i="0">
                <a:solidFill>
                  <a:srgbClr val="262626"/>
                </a:solidFill>
                <a:latin typeface="Meiryo UI"/>
                <a:ea typeface="Meiryo UI"/>
              </a:rPr>
              <a:t>DAY3の ROTF3「顧客の意思決定のニーズを正確に捉え、Win-Winの関係となる提案を行う」を、エリア規模でやります。</a:t>
            </a:r>
          </a:p>
        </p:txBody>
      </p:sp>
      <p:sp>
        <p:nvSpPr>
          <p:cNvPr id="5" name="TextBox 4"/>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6" name="TextBox 5"/>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21</a:t>
            </a:r>
          </a:p>
        </p:txBody>
      </p:sp>
      <p:sp>
        <p:nvSpPr>
          <p:cNvPr id="7" name="Oval 6"/>
          <p:cNvSpPr/>
          <p:nvPr/>
        </p:nvSpPr>
        <p:spPr>
          <a:xfrm>
            <a:off x="1417320" y="2011680"/>
            <a:ext cx="3291840" cy="3291840"/>
          </a:xfrm>
          <a:prstGeom prst="ellipse">
            <a:avLst/>
          </a:prstGeom>
          <a:solidFill>
            <a:srgbClr val="3B5C99">
              <a:alpha val="22000"/>
            </a:srgbClr>
          </a:solidFill>
          <a:ln w="2286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8" name="Oval 7"/>
          <p:cNvSpPr/>
          <p:nvPr/>
        </p:nvSpPr>
        <p:spPr>
          <a:xfrm>
            <a:off x="3246120" y="2011680"/>
            <a:ext cx="3291840" cy="3291840"/>
          </a:xfrm>
          <a:prstGeom prst="ellipse">
            <a:avLst/>
          </a:prstGeom>
          <a:solidFill>
            <a:srgbClr val="128A54">
              <a:alpha val="22000"/>
            </a:srgbClr>
          </a:solidFill>
          <a:ln w="2286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9" name="TextBox 8"/>
          <p:cNvSpPr txBox="1"/>
          <p:nvPr/>
        </p:nvSpPr>
        <p:spPr>
          <a:xfrm>
            <a:off x="1234440" y="2331720"/>
            <a:ext cx="1920240" cy="640080"/>
          </a:xfrm>
          <a:prstGeom prst="rect">
            <a:avLst/>
          </a:prstGeom>
          <a:noFill/>
        </p:spPr>
        <p:txBody>
          <a:bodyPr wrap="square" lIns="0" rIns="0" tIns="0" bIns="0" anchor="t">
            <a:spAutoFit/>
          </a:bodyPr>
          <a:lstStyle/>
          <a:p>
            <a:pPr algn="ctr">
              <a:lnSpc>
                <a:spcPct val="120000"/>
              </a:lnSpc>
            </a:pPr>
            <a:r>
              <a:rPr sz="1250" b="1" i="0">
                <a:solidFill>
                  <a:srgbClr val="1F3864"/>
                </a:solidFill>
                <a:latin typeface="Meiryo UI"/>
                <a:ea typeface="Meiryo UI"/>
              </a:rPr>
              <a:t>自分の範囲の
成功像</a:t>
            </a:r>
          </a:p>
        </p:txBody>
      </p:sp>
      <p:sp>
        <p:nvSpPr>
          <p:cNvPr id="10" name="TextBox 9"/>
          <p:cNvSpPr txBox="1"/>
          <p:nvPr/>
        </p:nvSpPr>
        <p:spPr>
          <a:xfrm>
            <a:off x="4800600" y="2331720"/>
            <a:ext cx="1920240" cy="640080"/>
          </a:xfrm>
          <a:prstGeom prst="rect">
            <a:avLst/>
          </a:prstGeom>
          <a:noFill/>
        </p:spPr>
        <p:txBody>
          <a:bodyPr wrap="square" lIns="0" rIns="0" tIns="0" bIns="0" anchor="t">
            <a:spAutoFit/>
          </a:bodyPr>
          <a:lstStyle/>
          <a:p>
            <a:pPr algn="ctr">
              <a:lnSpc>
                <a:spcPct val="120000"/>
              </a:lnSpc>
            </a:pPr>
            <a:r>
              <a:rPr sz="1250" b="1" i="0">
                <a:solidFill>
                  <a:srgbClr val="128A54"/>
                </a:solidFill>
                <a:latin typeface="Meiryo UI"/>
                <a:ea typeface="Meiryo UI"/>
              </a:rPr>
              <a:t>大学・医局が
したいこと</a:t>
            </a:r>
          </a:p>
        </p:txBody>
      </p:sp>
      <p:sp>
        <p:nvSpPr>
          <p:cNvPr id="11" name="TextBox 10"/>
          <p:cNvSpPr txBox="1"/>
          <p:nvPr/>
        </p:nvSpPr>
        <p:spPr>
          <a:xfrm>
            <a:off x="3383280" y="3246120"/>
            <a:ext cx="1188720" cy="822960"/>
          </a:xfrm>
          <a:prstGeom prst="rect">
            <a:avLst/>
          </a:prstGeom>
          <a:noFill/>
        </p:spPr>
        <p:txBody>
          <a:bodyPr wrap="square" lIns="0" rIns="0" tIns="0" bIns="0" anchor="t">
            <a:spAutoFit/>
          </a:bodyPr>
          <a:lstStyle/>
          <a:p>
            <a:pPr algn="ctr">
              <a:spcAft>
                <a:spcPts val="200"/>
              </a:spcAft>
            </a:pPr>
            <a:r>
              <a:rPr sz="1700" b="1" i="0">
                <a:solidFill>
                  <a:srgbClr val="C00000"/>
                </a:solidFill>
                <a:latin typeface="Meiryo UI"/>
                <a:ea typeface="Meiryo UI"/>
              </a:rPr>
              <a:t>戦略</a:t>
            </a:r>
          </a:p>
          <a:p>
            <a:pPr algn="ctr"/>
            <a:r>
              <a:rPr sz="1100" b="1" i="0">
                <a:solidFill>
                  <a:srgbClr val="C00000"/>
                </a:solidFill>
                <a:latin typeface="Meiryo UI"/>
                <a:ea typeface="Meiryo UI"/>
              </a:rPr>
              <a:t>の核</a:t>
            </a:r>
          </a:p>
        </p:txBody>
      </p:sp>
      <p:sp>
        <p:nvSpPr>
          <p:cNvPr id="12" name="TextBox 11"/>
          <p:cNvSpPr txBox="1"/>
          <p:nvPr/>
        </p:nvSpPr>
        <p:spPr>
          <a:xfrm>
            <a:off x="1417320" y="5440680"/>
            <a:ext cx="5120640" cy="320040"/>
          </a:xfrm>
          <a:prstGeom prst="rect">
            <a:avLst/>
          </a:prstGeom>
          <a:noFill/>
        </p:spPr>
        <p:txBody>
          <a:bodyPr wrap="square" lIns="0" rIns="0" tIns="0" bIns="0" anchor="t">
            <a:spAutoFit/>
          </a:bodyPr>
          <a:lstStyle/>
          <a:p>
            <a:pPr algn="ctr"/>
            <a:r>
              <a:rPr sz="1200" b="1" i="0">
                <a:solidFill>
                  <a:srgbClr val="0B4F37"/>
                </a:solidFill>
                <a:latin typeface="Meiryo UI"/>
                <a:ea typeface="Meiryo UI"/>
              </a:rPr>
              <a:t>重なりが大きいほど、打ち手は動きやすい</a:t>
            </a:r>
          </a:p>
        </p:txBody>
      </p:sp>
      <p:sp>
        <p:nvSpPr>
          <p:cNvPr id="13" name="Oval 12"/>
          <p:cNvSpPr/>
          <p:nvPr/>
        </p:nvSpPr>
        <p:spPr>
          <a:xfrm>
            <a:off x="6949440" y="2121408"/>
            <a:ext cx="502920" cy="502920"/>
          </a:xfrm>
          <a:prstGeom prst="ellipse">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400" b="1" i="0">
                <a:solidFill>
                  <a:srgbClr val="FFFFFF"/>
                </a:solidFill>
                <a:latin typeface="Meiryo UI"/>
                <a:ea typeface="Meiryo UI"/>
              </a:rPr>
              <a:t>A</a:t>
            </a:r>
          </a:p>
        </p:txBody>
      </p:sp>
      <p:sp>
        <p:nvSpPr>
          <p:cNvPr id="14" name="Rounded Rectangle 13"/>
          <p:cNvSpPr/>
          <p:nvPr/>
        </p:nvSpPr>
        <p:spPr>
          <a:xfrm>
            <a:off x="7635240" y="2011680"/>
            <a:ext cx="4023360" cy="105156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spcAft>
                <a:spcPts val="400"/>
              </a:spcAft>
            </a:pPr>
            <a:r>
              <a:rPr sz="1300" b="1" i="0">
                <a:solidFill>
                  <a:srgbClr val="595959"/>
                </a:solidFill>
                <a:latin typeface="Meiryo UI"/>
                <a:ea typeface="Meiryo UI"/>
              </a:rPr>
              <a:t>大学の要望に応えるだけ</a:t>
            </a:r>
          </a:p>
          <a:p>
            <a:pPr algn="l">
              <a:lnSpc>
                <a:spcPct val="120000"/>
              </a:lnSpc>
            </a:pPr>
            <a:r>
              <a:rPr sz="1050" b="0" i="0">
                <a:solidFill>
                  <a:srgbClr val="262626"/>
                </a:solidFill>
                <a:latin typeface="Meiryo UI"/>
                <a:ea typeface="Meiryo UI"/>
              </a:rPr>
              <a:t>大学はWIN。でも自分の範囲は変わらない。担当者の介入価値が見えない</a:t>
            </a:r>
          </a:p>
        </p:txBody>
      </p:sp>
      <p:sp>
        <p:nvSpPr>
          <p:cNvPr id="15" name="Oval 14"/>
          <p:cNvSpPr/>
          <p:nvPr/>
        </p:nvSpPr>
        <p:spPr>
          <a:xfrm>
            <a:off x="6949440" y="3310128"/>
            <a:ext cx="502920" cy="502920"/>
          </a:xfrm>
          <a:prstGeom prst="ellipse">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400" b="1" i="0">
                <a:solidFill>
                  <a:srgbClr val="FFFFFF"/>
                </a:solidFill>
                <a:latin typeface="Meiryo UI"/>
                <a:ea typeface="Meiryo UI"/>
              </a:rPr>
              <a:t>B</a:t>
            </a:r>
          </a:p>
        </p:txBody>
      </p:sp>
      <p:sp>
        <p:nvSpPr>
          <p:cNvPr id="16" name="Rounded Rectangle 15"/>
          <p:cNvSpPr/>
          <p:nvPr/>
        </p:nvSpPr>
        <p:spPr>
          <a:xfrm>
            <a:off x="7635240" y="3200400"/>
            <a:ext cx="4023360" cy="105156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spcAft>
                <a:spcPts val="400"/>
              </a:spcAft>
            </a:pPr>
            <a:r>
              <a:rPr sz="1300" b="1" i="0">
                <a:solidFill>
                  <a:srgbClr val="595959"/>
                </a:solidFill>
                <a:latin typeface="Meiryo UI"/>
                <a:ea typeface="Meiryo UI"/>
              </a:rPr>
              <a:t>自分の範囲の都合だけ</a:t>
            </a:r>
          </a:p>
          <a:p>
            <a:pPr algn="l">
              <a:lnSpc>
                <a:spcPct val="120000"/>
              </a:lnSpc>
            </a:pPr>
            <a:r>
              <a:rPr sz="1050" b="0" i="0">
                <a:solidFill>
                  <a:srgbClr val="262626"/>
                </a:solidFill>
                <a:latin typeface="Meiryo UI"/>
                <a:ea typeface="Meiryo UI"/>
              </a:rPr>
              <a:t>範囲としては正しい。でも医局にメリットがなく、動いてもらえない</a:t>
            </a:r>
          </a:p>
        </p:txBody>
      </p:sp>
      <p:sp>
        <p:nvSpPr>
          <p:cNvPr id="17" name="Oval 16"/>
          <p:cNvSpPr/>
          <p:nvPr/>
        </p:nvSpPr>
        <p:spPr>
          <a:xfrm>
            <a:off x="6949440" y="4498848"/>
            <a:ext cx="502920" cy="50292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400" b="1" i="0">
                <a:solidFill>
                  <a:srgbClr val="FFFFFF"/>
                </a:solidFill>
                <a:latin typeface="Meiryo UI"/>
                <a:ea typeface="Meiryo UI"/>
              </a:rPr>
              <a:t>C</a:t>
            </a:r>
          </a:p>
        </p:txBody>
      </p:sp>
      <p:sp>
        <p:nvSpPr>
          <p:cNvPr id="18" name="Rounded Rectangle 17"/>
          <p:cNvSpPr/>
          <p:nvPr/>
        </p:nvSpPr>
        <p:spPr>
          <a:xfrm>
            <a:off x="7635240" y="4389120"/>
            <a:ext cx="4023360" cy="1051560"/>
          </a:xfrm>
          <a:prstGeom prst="roundRect">
            <a:avLst>
              <a:gd name="adj" fmla="val 10000"/>
            </a:avLst>
          </a:prstGeom>
          <a:solidFill>
            <a:srgbClr val="FBECEC"/>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spcAft>
                <a:spcPts val="400"/>
              </a:spcAft>
            </a:pPr>
            <a:r>
              <a:rPr sz="1300" b="1" i="0">
                <a:solidFill>
                  <a:srgbClr val="C00000"/>
                </a:solidFill>
                <a:latin typeface="Meiryo UI"/>
                <a:ea typeface="Meiryo UI"/>
              </a:rPr>
              <a:t>WIN-WIN　← ここが戦略</a:t>
            </a:r>
          </a:p>
          <a:p>
            <a:pPr algn="l">
              <a:lnSpc>
                <a:spcPct val="120000"/>
              </a:lnSpc>
            </a:pPr>
            <a:r>
              <a:rPr sz="1050" b="0" i="0">
                <a:solidFill>
                  <a:srgbClr val="262626"/>
                </a:solidFill>
                <a:latin typeface="Meiryo UI"/>
                <a:ea typeface="Meiryo UI"/>
              </a:rPr>
              <a:t>範囲の課題と、医局がしたいことが重なるところに打ち手を置く。だから相手も本気で動く</a:t>
            </a:r>
          </a:p>
        </p:txBody>
      </p:sp>
      <p:sp>
        <p:nvSpPr>
          <p:cNvPr id="19" name="Rounded Rectangle 18"/>
          <p:cNvSpPr/>
          <p:nvPr/>
        </p:nvSpPr>
        <p:spPr>
          <a:xfrm>
            <a:off x="548640" y="5852160"/>
            <a:ext cx="11109960" cy="502920"/>
          </a:xfrm>
          <a:prstGeom prst="roundRect">
            <a:avLst>
              <a:gd name="adj" fmla="val 12000"/>
            </a:avLst>
          </a:prstGeom>
          <a:solidFill>
            <a:srgbClr val="FFF6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ctr">
              <a:lnSpc>
                <a:spcPct val="120000"/>
              </a:lnSpc>
            </a:pPr>
            <a:r>
              <a:rPr sz="1150" b="0" i="0">
                <a:solidFill>
                  <a:srgbClr val="262626"/>
                </a:solidFill>
                <a:latin typeface="Meiryo UI"/>
                <a:ea typeface="Meiryo UI"/>
              </a:rPr>
              <a:t>実例：複数の大学がある地域で、一つの大学の要望に応えるのではなく、範囲の課題と両大学がやりたいことの重なりを見つけて共通の方向へ乗せた講演会。</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496312"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THEME ②　｜　25分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医局は何をしたいのか／その影響力を、どう活かすか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22</a:t>
            </a:r>
          </a:p>
        </p:txBody>
      </p:sp>
      <p:sp>
        <p:nvSpPr>
          <p:cNvPr id="6" name="Rounded Rectangle 5"/>
          <p:cNvSpPr/>
          <p:nvPr/>
        </p:nvSpPr>
        <p:spPr>
          <a:xfrm>
            <a:off x="548640" y="1691640"/>
            <a:ext cx="5486400" cy="502920"/>
          </a:xfrm>
          <a:prstGeom prst="roundRect">
            <a:avLst>
              <a:gd name="adj" fmla="val 12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腎臓内科の医局が「したいこと」の例</a:t>
            </a:r>
          </a:p>
        </p:txBody>
      </p:sp>
      <p:sp>
        <p:nvSpPr>
          <p:cNvPr id="7" name="Rounded Rectangle 6"/>
          <p:cNvSpPr/>
          <p:nvPr/>
        </p:nvSpPr>
        <p:spPr>
          <a:xfrm>
            <a:off x="548640" y="2267712"/>
            <a:ext cx="5486400" cy="2240280"/>
          </a:xfrm>
          <a:prstGeom prst="roundRect">
            <a:avLst>
              <a:gd name="adj" fmla="val 10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l">
              <a:lnSpc>
                <a:spcPct val="120000"/>
              </a:lnSpc>
              <a:spcAft>
                <a:spcPts val="800"/>
              </a:spcAft>
            </a:pPr>
            <a:r>
              <a:rPr sz="1200" b="0" i="0">
                <a:solidFill>
                  <a:srgbClr val="262626"/>
                </a:solidFill>
                <a:latin typeface="Meiryo UI"/>
                <a:ea typeface="Meiryo UI"/>
              </a:rPr>
              <a:t>・専門性の高い症例を集めたい（紹介を増やしたい）</a:t>
            </a:r>
          </a:p>
          <a:p>
            <a:pPr algn="l">
              <a:lnSpc>
                <a:spcPct val="120000"/>
              </a:lnSpc>
              <a:spcAft>
                <a:spcPts val="800"/>
              </a:spcAft>
            </a:pPr>
            <a:r>
              <a:rPr sz="1200" b="0" i="0">
                <a:solidFill>
                  <a:srgbClr val="262626"/>
                </a:solidFill>
                <a:latin typeface="Meiryo UI"/>
                <a:ea typeface="Meiryo UI"/>
              </a:rPr>
              <a:t>・若手・専攻医を増やしたい、育てたい</a:t>
            </a:r>
          </a:p>
          <a:p>
            <a:pPr algn="l">
              <a:lnSpc>
                <a:spcPct val="120000"/>
              </a:lnSpc>
              <a:spcAft>
                <a:spcPts val="800"/>
              </a:spcAft>
            </a:pPr>
            <a:r>
              <a:rPr sz="1200" b="0" i="0">
                <a:solidFill>
                  <a:srgbClr val="262626"/>
                </a:solidFill>
                <a:latin typeface="Meiryo UI"/>
                <a:ea typeface="Meiryo UI"/>
              </a:rPr>
              <a:t>・研究データを出したい・論文を書きたい</a:t>
            </a:r>
          </a:p>
          <a:p>
            <a:pPr algn="l">
              <a:lnSpc>
                <a:spcPct val="120000"/>
              </a:lnSpc>
              <a:spcAft>
                <a:spcPts val="800"/>
              </a:spcAft>
            </a:pPr>
            <a:r>
              <a:rPr sz="1200" b="0" i="0">
                <a:solidFill>
                  <a:srgbClr val="262626"/>
                </a:solidFill>
                <a:latin typeface="Meiryo UI"/>
                <a:ea typeface="Meiryo UI"/>
              </a:rPr>
              <a:t>・関連病院との連携を強めたい／派遣先を確保したい</a:t>
            </a:r>
          </a:p>
          <a:p>
            <a:pPr algn="l">
              <a:lnSpc>
                <a:spcPct val="120000"/>
              </a:lnSpc>
              <a:spcAft>
                <a:spcPts val="800"/>
              </a:spcAft>
            </a:pPr>
            <a:r>
              <a:rPr sz="1200" b="0" i="0">
                <a:solidFill>
                  <a:srgbClr val="262626"/>
                </a:solidFill>
                <a:latin typeface="Meiryo UI"/>
                <a:ea typeface="Meiryo UI"/>
              </a:rPr>
              <a:t>・県内・地域での存在感を高めたい</a:t>
            </a:r>
          </a:p>
          <a:p>
            <a:pPr algn="l">
              <a:lnSpc>
                <a:spcPct val="120000"/>
              </a:lnSpc>
              <a:spcAft>
                <a:spcPts val="800"/>
              </a:spcAft>
            </a:pPr>
            <a:r>
              <a:rPr sz="1200" b="0" i="0">
                <a:solidFill>
                  <a:srgbClr val="262626"/>
                </a:solidFill>
                <a:latin typeface="Meiryo UI"/>
                <a:ea typeface="Meiryo UI"/>
              </a:rPr>
              <a:t>・学会・研究会で発信したい</a:t>
            </a:r>
          </a:p>
        </p:txBody>
      </p:sp>
      <p:sp>
        <p:nvSpPr>
          <p:cNvPr id="8" name="Rounded Rectangle 7"/>
          <p:cNvSpPr/>
          <p:nvPr/>
        </p:nvSpPr>
        <p:spPr>
          <a:xfrm>
            <a:off x="548640" y="4599432"/>
            <a:ext cx="5486400" cy="731520"/>
          </a:xfrm>
          <a:prstGeom prst="roundRect">
            <a:avLst>
              <a:gd name="adj" fmla="val 10000"/>
            </a:avLst>
          </a:prstGeom>
          <a:solidFill>
            <a:srgbClr val="FFFFFF"/>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ctr">
              <a:spcAft>
                <a:spcPts val="400"/>
              </a:spcAft>
            </a:pPr>
            <a:r>
              <a:rPr sz="1200" b="1" i="0">
                <a:solidFill>
                  <a:srgbClr val="0B4F37"/>
                </a:solidFill>
                <a:latin typeface="Meiryo UI"/>
                <a:ea typeface="Meiryo UI"/>
              </a:rPr>
              <a:t>DAY1で見た「HSのニーズ」そのものです。</a:t>
            </a:r>
          </a:p>
          <a:p>
            <a:pPr algn="ctr"/>
            <a:r>
              <a:rPr sz="1150" b="0" i="0">
                <a:solidFill>
                  <a:srgbClr val="262626"/>
                </a:solidFill>
                <a:latin typeface="Meiryo UI"/>
                <a:ea typeface="Meiryo UI"/>
              </a:rPr>
              <a:t>「先生が困っていること」だけでなく「先生がやりたいこと」を聞く。</a:t>
            </a:r>
          </a:p>
        </p:txBody>
      </p:sp>
      <p:sp>
        <p:nvSpPr>
          <p:cNvPr id="9" name="Rounded Rectangle 8"/>
          <p:cNvSpPr/>
          <p:nvPr/>
        </p:nvSpPr>
        <p:spPr>
          <a:xfrm>
            <a:off x="6172200" y="1691640"/>
            <a:ext cx="5486400" cy="502920"/>
          </a:xfrm>
          <a:prstGeom prst="roundRect">
            <a:avLst>
              <a:gd name="adj" fmla="val 12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影響力の活かし方 ＝ 誰に × 何を × どこまで</a:t>
            </a:r>
          </a:p>
        </p:txBody>
      </p:sp>
      <p:sp>
        <p:nvSpPr>
          <p:cNvPr id="10" name="Rounded Rectangle 9"/>
          <p:cNvSpPr/>
          <p:nvPr/>
        </p:nvSpPr>
        <p:spPr>
          <a:xfrm>
            <a:off x="6172200" y="2267712"/>
            <a:ext cx="1371600" cy="685800"/>
          </a:xfrm>
          <a:prstGeom prst="roundRect">
            <a:avLst>
              <a:gd name="adj" fmla="val 12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誰に</a:t>
            </a:r>
          </a:p>
        </p:txBody>
      </p:sp>
      <p:sp>
        <p:nvSpPr>
          <p:cNvPr id="11" name="Rounded Rectangle 10"/>
          <p:cNvSpPr/>
          <p:nvPr/>
        </p:nvSpPr>
        <p:spPr>
          <a:xfrm>
            <a:off x="7635240" y="2267712"/>
            <a:ext cx="4023360" cy="6858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spcAft>
                <a:spcPts val="200"/>
              </a:spcAft>
            </a:pPr>
            <a:r>
              <a:rPr sz="1100" b="1" i="0">
                <a:solidFill>
                  <a:srgbClr val="1F3864"/>
                </a:solidFill>
                <a:latin typeface="Meiryo UI"/>
                <a:ea typeface="Meiryo UI"/>
              </a:rPr>
              <a:t>影響力を持つのは誰か</a:t>
            </a:r>
          </a:p>
          <a:p>
            <a:pPr algn="l">
              <a:lnSpc>
                <a:spcPct val="115000"/>
              </a:lnSpc>
            </a:pPr>
            <a:r>
              <a:rPr sz="1050" b="0" i="0">
                <a:solidFill>
                  <a:srgbClr val="262626"/>
                </a:solidFill>
                <a:latin typeface="Meiryo UI"/>
                <a:ea typeface="Meiryo UI"/>
              </a:rPr>
              <a:t>教授／医局長／若手／連携の要。キーパーソンは1人とは限らない</a:t>
            </a:r>
          </a:p>
        </p:txBody>
      </p:sp>
      <p:sp>
        <p:nvSpPr>
          <p:cNvPr id="12" name="Rounded Rectangle 11"/>
          <p:cNvSpPr/>
          <p:nvPr/>
        </p:nvSpPr>
        <p:spPr>
          <a:xfrm>
            <a:off x="6172200" y="3044952"/>
            <a:ext cx="1371600" cy="685800"/>
          </a:xfrm>
          <a:prstGeom prst="roundRect">
            <a:avLst>
              <a:gd name="adj" fmla="val 12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何を</a:t>
            </a:r>
          </a:p>
        </p:txBody>
      </p:sp>
      <p:sp>
        <p:nvSpPr>
          <p:cNvPr id="13" name="Rounded Rectangle 12"/>
          <p:cNvSpPr/>
          <p:nvPr/>
        </p:nvSpPr>
        <p:spPr>
          <a:xfrm>
            <a:off x="7635240" y="3044952"/>
            <a:ext cx="4023360" cy="6858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spcAft>
                <a:spcPts val="200"/>
              </a:spcAft>
            </a:pPr>
            <a:r>
              <a:rPr sz="1100" b="1" i="0">
                <a:solidFill>
                  <a:srgbClr val="B86A00"/>
                </a:solidFill>
                <a:latin typeface="Meiryo UI"/>
                <a:ea typeface="Meiryo UI"/>
              </a:rPr>
              <a:t>どの機能を動かすか</a:t>
            </a:r>
          </a:p>
          <a:p>
            <a:pPr algn="l">
              <a:lnSpc>
                <a:spcPct val="115000"/>
              </a:lnSpc>
            </a:pPr>
            <a:r>
              <a:rPr sz="1050" b="0" i="0">
                <a:solidFill>
                  <a:srgbClr val="262626"/>
                </a:solidFill>
                <a:latin typeface="Meiryo UI"/>
                <a:ea typeface="Meiryo UI"/>
              </a:rPr>
              <a:t>教育・研究・臨床・医局人事・医師派遣・情報発信・講演会から選ぶ</a:t>
            </a:r>
          </a:p>
        </p:txBody>
      </p:sp>
      <p:sp>
        <p:nvSpPr>
          <p:cNvPr id="14" name="Rounded Rectangle 13"/>
          <p:cNvSpPr/>
          <p:nvPr/>
        </p:nvSpPr>
        <p:spPr>
          <a:xfrm>
            <a:off x="6172200" y="3822191"/>
            <a:ext cx="1371600" cy="685800"/>
          </a:xfrm>
          <a:prstGeom prst="roundRect">
            <a:avLst>
              <a:gd name="adj" fmla="val 12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どこまで</a:t>
            </a:r>
          </a:p>
        </p:txBody>
      </p:sp>
      <p:sp>
        <p:nvSpPr>
          <p:cNvPr id="15" name="Rounded Rectangle 14"/>
          <p:cNvSpPr/>
          <p:nvPr/>
        </p:nvSpPr>
        <p:spPr>
          <a:xfrm>
            <a:off x="7635240" y="3822191"/>
            <a:ext cx="4023360" cy="6858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spcAft>
                <a:spcPts val="200"/>
              </a:spcAft>
            </a:pPr>
            <a:r>
              <a:rPr sz="1100" b="1" i="0">
                <a:solidFill>
                  <a:srgbClr val="128A54"/>
                </a:solidFill>
                <a:latin typeface="Meiryo UI"/>
                <a:ea typeface="Meiryo UI"/>
              </a:rPr>
              <a:t>影響をどこへ届けるか</a:t>
            </a:r>
          </a:p>
          <a:p>
            <a:pPr algn="l">
              <a:lnSpc>
                <a:spcPct val="115000"/>
              </a:lnSpc>
            </a:pPr>
            <a:r>
              <a:rPr sz="1050" b="0" i="0">
                <a:solidFill>
                  <a:srgbClr val="262626"/>
                </a:solidFill>
                <a:latin typeface="Meiryo UI"/>
                <a:ea typeface="Meiryo UI"/>
              </a:rPr>
              <a:t>施設内／関連病院／担当範囲／営業所・広域。どこまで届かせたいかを先に決める</a:t>
            </a:r>
          </a:p>
        </p:txBody>
      </p:sp>
      <p:sp>
        <p:nvSpPr>
          <p:cNvPr id="16" name="Rounded Rectangle 15"/>
          <p:cNvSpPr/>
          <p:nvPr/>
        </p:nvSpPr>
        <p:spPr>
          <a:xfrm>
            <a:off x="6172200" y="4599432"/>
            <a:ext cx="5486400" cy="731520"/>
          </a:xfrm>
          <a:prstGeom prst="roundRect">
            <a:avLst>
              <a:gd name="adj" fmla="val 10000"/>
            </a:avLst>
          </a:prstGeom>
          <a:solidFill>
            <a:srgbClr val="FFFFFF"/>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ctr">
              <a:spcAft>
                <a:spcPts val="400"/>
              </a:spcAft>
            </a:pPr>
            <a:r>
              <a:rPr sz="1200" b="1" i="0">
                <a:solidFill>
                  <a:srgbClr val="C00000"/>
                </a:solidFill>
                <a:latin typeface="Meiryo UI"/>
                <a:ea typeface="Meiryo UI"/>
              </a:rPr>
              <a:t>大学に固執しない。大学は「1施設」。</a:t>
            </a:r>
          </a:p>
          <a:p>
            <a:pPr algn="ctr"/>
            <a:r>
              <a:rPr sz="1150" b="0" i="0">
                <a:solidFill>
                  <a:srgbClr val="262626"/>
                </a:solidFill>
                <a:latin typeface="Meiryo UI"/>
                <a:ea typeface="Meiryo UI"/>
              </a:rPr>
              <a:t>その1施設が持つ影響力を、範囲のどこに効かせるかを設計します。</a:t>
            </a:r>
          </a:p>
        </p:txBody>
      </p:sp>
      <p:sp>
        <p:nvSpPr>
          <p:cNvPr id="17" name="Rounded Rectangle 16"/>
          <p:cNvSpPr/>
          <p:nvPr/>
        </p:nvSpPr>
        <p:spPr>
          <a:xfrm>
            <a:off x="548640" y="5468112"/>
            <a:ext cx="11109960" cy="822960"/>
          </a:xfrm>
          <a:prstGeom prst="roundRect">
            <a:avLst>
              <a:gd name="adj" fmla="val 10000"/>
            </a:avLst>
          </a:prstGeom>
          <a:solidFill>
            <a:srgbClr val="FFF6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ctr">
              <a:spcAft>
                <a:spcPts val="500"/>
              </a:spcAft>
            </a:pPr>
            <a:r>
              <a:rPr sz="1400" b="1" i="0">
                <a:solidFill>
                  <a:srgbClr val="0B4F37"/>
                </a:solidFill>
                <a:latin typeface="Meiryo UI"/>
                <a:ea typeface="Meiryo UI"/>
              </a:rPr>
              <a:t>問いはシンプルです。</a:t>
            </a:r>
            <a:r>
              <a:rPr sz="1500" b="1" i="0">
                <a:solidFill>
                  <a:srgbClr val="C00000"/>
                </a:solidFill>
                <a:latin typeface="Meiryo UI"/>
                <a:ea typeface="Meiryo UI"/>
              </a:rPr>
              <a:t>「先生がやりたいこと」を叶えながら、「私の範囲の課題」も同時に解ける打ち手は何か？</a:t>
            </a:r>
          </a:p>
          <a:p>
            <a:pPr algn="ctr"/>
            <a:r>
              <a:rPr sz="1250" b="0" i="0">
                <a:solidFill>
                  <a:srgbClr val="262626"/>
                </a:solidFill>
                <a:latin typeface="Meiryo UI"/>
                <a:ea typeface="Meiryo UI"/>
              </a:rPr>
              <a:t>これが見つかれば、お願いする活動ではなく、一緒にやる活動になります。</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496312"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THEME ②　｜　25分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考え方の全体像 — 4つの問い ＋ 3</a:t>
            </a:r>
          </a:p>
        </p:txBody>
      </p:sp>
      <p:sp>
        <p:nvSpPr>
          <p:cNvPr id="4" name="TextBox 3"/>
          <p:cNvSpPr txBox="1"/>
          <p:nvPr/>
        </p:nvSpPr>
        <p:spPr>
          <a:xfrm>
            <a:off x="548640" y="1426464"/>
            <a:ext cx="11155680" cy="384048"/>
          </a:xfrm>
          <a:prstGeom prst="rect">
            <a:avLst/>
          </a:prstGeom>
          <a:noFill/>
        </p:spPr>
        <p:txBody>
          <a:bodyPr wrap="square" lIns="0" rIns="0" tIns="0" bIns="0" anchor="t">
            <a:spAutoFit/>
          </a:bodyPr>
          <a:lstStyle/>
          <a:p>
            <a:pPr algn="l"/>
            <a:r>
              <a:rPr sz="1350" b="1" i="0">
                <a:solidFill>
                  <a:srgbClr val="262626"/>
                </a:solidFill>
                <a:latin typeface="Meiryo UI"/>
                <a:ea typeface="Meiryo UI"/>
              </a:rPr>
              <a:t>到達目標「成功像・現状・課題・解決法を言語化できる」を問いにしたものです。全部を今日やる必要はありません。</a:t>
            </a:r>
          </a:p>
        </p:txBody>
      </p:sp>
      <p:sp>
        <p:nvSpPr>
          <p:cNvPr id="5" name="TextBox 4"/>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6" name="TextBox 5"/>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23</a:t>
            </a:r>
          </a:p>
        </p:txBody>
      </p:sp>
      <p:sp>
        <p:nvSpPr>
          <p:cNvPr id="7" name="Rounded Rectangle 6"/>
          <p:cNvSpPr/>
          <p:nvPr/>
        </p:nvSpPr>
        <p:spPr>
          <a:xfrm>
            <a:off x="548640" y="1874519"/>
            <a:ext cx="5486400" cy="41148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① 成功像</a:t>
            </a:r>
          </a:p>
        </p:txBody>
      </p:sp>
      <p:sp>
        <p:nvSpPr>
          <p:cNvPr id="8" name="Rounded Rectangle 7"/>
          <p:cNvSpPr/>
          <p:nvPr/>
        </p:nvSpPr>
        <p:spPr>
          <a:xfrm>
            <a:off x="548640" y="2331720"/>
            <a:ext cx="5486400" cy="749808"/>
          </a:xfrm>
          <a:prstGeom prst="roundRect">
            <a:avLst>
              <a:gd name="adj" fmla="val 10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lnSpc>
                <a:spcPct val="125000"/>
              </a:lnSpc>
            </a:pPr>
            <a:r>
              <a:rPr sz="1200" b="0" i="0">
                <a:solidFill>
                  <a:srgbClr val="262626"/>
                </a:solidFill>
                <a:latin typeface="Meiryo UI"/>
                <a:ea typeface="Meiryo UI"/>
              </a:rPr>
              <a:t>任された範囲が、どうなっていたら最高ですか？</a:t>
            </a:r>
          </a:p>
        </p:txBody>
      </p:sp>
      <p:sp>
        <p:nvSpPr>
          <p:cNvPr id="9" name="Rounded Rectangle 8"/>
          <p:cNvSpPr/>
          <p:nvPr/>
        </p:nvSpPr>
        <p:spPr>
          <a:xfrm>
            <a:off x="6172200" y="1874519"/>
            <a:ext cx="5486400" cy="41148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② 現状・課題</a:t>
            </a:r>
          </a:p>
        </p:txBody>
      </p:sp>
      <p:sp>
        <p:nvSpPr>
          <p:cNvPr id="10" name="Rounded Rectangle 9"/>
          <p:cNvSpPr/>
          <p:nvPr/>
        </p:nvSpPr>
        <p:spPr>
          <a:xfrm>
            <a:off x="6172200" y="2331720"/>
            <a:ext cx="5486400" cy="749808"/>
          </a:xfrm>
          <a:prstGeom prst="roundRect">
            <a:avLst>
              <a:gd name="adj" fmla="val 10000"/>
            </a:avLst>
          </a:prstGeom>
          <a:solidFill>
            <a:srgbClr val="EA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lnSpc>
                <a:spcPct val="125000"/>
              </a:lnSpc>
            </a:pPr>
            <a:r>
              <a:rPr sz="1200" b="0" i="0">
                <a:solidFill>
                  <a:srgbClr val="262626"/>
                </a:solidFill>
                <a:latin typeface="Meiryo UI"/>
                <a:ea typeface="Meiryo UI"/>
              </a:rPr>
              <a:t>いま、その理想とどこがどう違いますか？</a:t>
            </a:r>
          </a:p>
        </p:txBody>
      </p:sp>
      <p:sp>
        <p:nvSpPr>
          <p:cNvPr id="11" name="Rounded Rectangle 10"/>
          <p:cNvSpPr/>
          <p:nvPr/>
        </p:nvSpPr>
        <p:spPr>
          <a:xfrm>
            <a:off x="548640" y="3154680"/>
            <a:ext cx="5486400" cy="411480"/>
          </a:xfrm>
          <a:prstGeom prst="roundRect">
            <a:avLst>
              <a:gd name="adj" fmla="val 1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③ 原因</a:t>
            </a:r>
          </a:p>
        </p:txBody>
      </p:sp>
      <p:sp>
        <p:nvSpPr>
          <p:cNvPr id="12" name="Rounded Rectangle 11"/>
          <p:cNvSpPr/>
          <p:nvPr/>
        </p:nvSpPr>
        <p:spPr>
          <a:xfrm>
            <a:off x="548640" y="3611880"/>
            <a:ext cx="5486400" cy="749808"/>
          </a:xfrm>
          <a:prstGeom prst="roundRect">
            <a:avLst>
              <a:gd name="adj" fmla="val 10000"/>
            </a:avLst>
          </a:prstGeom>
          <a:solidFill>
            <a:srgbClr val="FFF6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lnSpc>
                <a:spcPct val="125000"/>
              </a:lnSpc>
            </a:pPr>
            <a:r>
              <a:rPr sz="1200" b="0" i="0">
                <a:solidFill>
                  <a:srgbClr val="262626"/>
                </a:solidFill>
                <a:latin typeface="Meiryo UI"/>
                <a:ea typeface="Meiryo UI"/>
              </a:rPr>
              <a:t>なぜ、そのギャップが生まれていますか？</a:t>
            </a:r>
          </a:p>
        </p:txBody>
      </p:sp>
      <p:sp>
        <p:nvSpPr>
          <p:cNvPr id="13" name="Rounded Rectangle 12"/>
          <p:cNvSpPr/>
          <p:nvPr/>
        </p:nvSpPr>
        <p:spPr>
          <a:xfrm>
            <a:off x="6172200" y="3154680"/>
            <a:ext cx="5486400" cy="411480"/>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④ 解決法</a:t>
            </a:r>
          </a:p>
        </p:txBody>
      </p:sp>
      <p:sp>
        <p:nvSpPr>
          <p:cNvPr id="14" name="Rounded Rectangle 13"/>
          <p:cNvSpPr/>
          <p:nvPr/>
        </p:nvSpPr>
        <p:spPr>
          <a:xfrm>
            <a:off x="6172200" y="3611880"/>
            <a:ext cx="5486400" cy="749808"/>
          </a:xfrm>
          <a:prstGeom prst="roundRect">
            <a:avLst>
              <a:gd name="adj" fmla="val 10000"/>
            </a:avLst>
          </a:prstGeom>
          <a:solidFill>
            <a:srgbClr val="FBEC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lnSpc>
                <a:spcPct val="125000"/>
              </a:lnSpc>
            </a:pPr>
            <a:r>
              <a:rPr sz="1200" b="0" i="0">
                <a:solidFill>
                  <a:srgbClr val="262626"/>
                </a:solidFill>
                <a:latin typeface="Meiryo UI"/>
                <a:ea typeface="Meiryo UI"/>
              </a:rPr>
              <a:t>そのギャップを埋めるために、何を起こしますか？</a:t>
            </a:r>
          </a:p>
        </p:txBody>
      </p:sp>
      <p:sp>
        <p:nvSpPr>
          <p:cNvPr id="15" name="Rounded Rectangle 14"/>
          <p:cNvSpPr/>
          <p:nvPr/>
        </p:nvSpPr>
        <p:spPr>
          <a:xfrm>
            <a:off x="548640" y="4407408"/>
            <a:ext cx="3566160" cy="41148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 大学・医局のWIN</a:t>
            </a:r>
          </a:p>
        </p:txBody>
      </p:sp>
      <p:sp>
        <p:nvSpPr>
          <p:cNvPr id="16" name="Rounded Rectangle 15"/>
          <p:cNvSpPr/>
          <p:nvPr/>
        </p:nvSpPr>
        <p:spPr>
          <a:xfrm>
            <a:off x="548640" y="4864608"/>
            <a:ext cx="3566160" cy="548640"/>
          </a:xfrm>
          <a:prstGeom prst="roundRect">
            <a:avLst>
              <a:gd name="adj" fmla="val 10000"/>
            </a:avLst>
          </a:prstGeom>
          <a:solidFill>
            <a:srgbClr val="BFE8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ctr">
              <a:lnSpc>
                <a:spcPct val="120000"/>
              </a:lnSpc>
            </a:pPr>
            <a:r>
              <a:rPr sz="1150" b="0" i="0">
                <a:solidFill>
                  <a:srgbClr val="262626"/>
                </a:solidFill>
                <a:latin typeface="Meiryo UI"/>
                <a:ea typeface="Meiryo UI"/>
              </a:rPr>
              <a:t>相手は、何をしたいのですか？</a:t>
            </a:r>
          </a:p>
        </p:txBody>
      </p:sp>
      <p:sp>
        <p:nvSpPr>
          <p:cNvPr id="17" name="Rounded Rectangle 16"/>
          <p:cNvSpPr/>
          <p:nvPr/>
        </p:nvSpPr>
        <p:spPr>
          <a:xfrm>
            <a:off x="4288536" y="4407408"/>
            <a:ext cx="3566160" cy="41148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 使う機能・影響力</a:t>
            </a:r>
          </a:p>
        </p:txBody>
      </p:sp>
      <p:sp>
        <p:nvSpPr>
          <p:cNvPr id="18" name="Rounded Rectangle 17"/>
          <p:cNvSpPr/>
          <p:nvPr/>
        </p:nvSpPr>
        <p:spPr>
          <a:xfrm>
            <a:off x="4288536" y="4864608"/>
            <a:ext cx="3566160" cy="548640"/>
          </a:xfrm>
          <a:prstGeom prst="roundRect">
            <a:avLst>
              <a:gd name="adj" fmla="val 10000"/>
            </a:avLst>
          </a:prstGeom>
          <a:solidFill>
            <a:srgbClr val="BFE8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ctr">
              <a:lnSpc>
                <a:spcPct val="120000"/>
              </a:lnSpc>
            </a:pPr>
            <a:r>
              <a:rPr sz="1150" b="0" i="0">
                <a:solidFill>
                  <a:srgbClr val="262626"/>
                </a:solidFill>
                <a:latin typeface="Meiryo UI"/>
                <a:ea typeface="Meiryo UI"/>
              </a:rPr>
              <a:t>誰に・何を・どこまで効かせますか？</a:t>
            </a:r>
          </a:p>
        </p:txBody>
      </p:sp>
      <p:sp>
        <p:nvSpPr>
          <p:cNvPr id="19" name="Rounded Rectangle 18"/>
          <p:cNvSpPr/>
          <p:nvPr/>
        </p:nvSpPr>
        <p:spPr>
          <a:xfrm>
            <a:off x="8028431" y="4407408"/>
            <a:ext cx="3566160" cy="41148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 自分の介入点</a:t>
            </a:r>
          </a:p>
        </p:txBody>
      </p:sp>
      <p:sp>
        <p:nvSpPr>
          <p:cNvPr id="20" name="Rounded Rectangle 19"/>
          <p:cNvSpPr/>
          <p:nvPr/>
        </p:nvSpPr>
        <p:spPr>
          <a:xfrm>
            <a:off x="8028431" y="4864608"/>
            <a:ext cx="3566160" cy="548640"/>
          </a:xfrm>
          <a:prstGeom prst="roundRect">
            <a:avLst>
              <a:gd name="adj" fmla="val 10000"/>
            </a:avLst>
          </a:prstGeom>
          <a:solidFill>
            <a:srgbClr val="BFE8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ctr">
              <a:lnSpc>
                <a:spcPct val="120000"/>
              </a:lnSpc>
            </a:pPr>
            <a:r>
              <a:rPr sz="1150" b="0" i="0">
                <a:solidFill>
                  <a:srgbClr val="262626"/>
                </a:solidFill>
                <a:latin typeface="Meiryo UI"/>
                <a:ea typeface="Meiryo UI"/>
              </a:rPr>
              <a:t>自分にしかできないことは何ですか？</a:t>
            </a:r>
          </a:p>
        </p:txBody>
      </p:sp>
      <p:sp>
        <p:nvSpPr>
          <p:cNvPr id="21" name="Rounded Rectangle 20"/>
          <p:cNvSpPr/>
          <p:nvPr/>
        </p:nvSpPr>
        <p:spPr>
          <a:xfrm>
            <a:off x="548640" y="5532120"/>
            <a:ext cx="11109960" cy="777240"/>
          </a:xfrm>
          <a:prstGeom prst="roundRect">
            <a:avLst>
              <a:gd name="adj" fmla="val 12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spcAft>
                <a:spcPts val="400"/>
              </a:spcAft>
            </a:pPr>
            <a:r>
              <a:rPr sz="1300" b="1" i="0">
                <a:solidFill>
                  <a:srgbClr val="0B4F37"/>
                </a:solidFill>
                <a:latin typeface="Meiryo UI"/>
                <a:ea typeface="Meiryo UI"/>
              </a:rPr>
              <a:t>①〜④が「自分の範囲をどうしたいか」、＋3が「そのために誰の・どの影響力を、どう活かすか」。</a:t>
            </a:r>
          </a:p>
          <a:p>
            <a:pPr algn="ctr">
              <a:lnSpc>
                <a:spcPct val="120000"/>
              </a:lnSpc>
            </a:pPr>
            <a:r>
              <a:rPr sz="1250" b="1" i="0">
                <a:solidFill>
                  <a:srgbClr val="C00000"/>
                </a:solidFill>
                <a:latin typeface="Meiryo UI"/>
                <a:ea typeface="Meiryo UI"/>
              </a:rPr>
              <a:t>このあとのワークでは、この中から3つ</a:t>
            </a:r>
            <a:r>
              <a:rPr sz="1200" b="0" i="0">
                <a:solidFill>
                  <a:srgbClr val="262626"/>
                </a:solidFill>
                <a:latin typeface="Meiryo UI"/>
                <a:ea typeface="Meiryo UI"/>
              </a:rPr>
              <a:t>（①いま一番変えたいこと／＋大学・医局のWIN／④両方が嬉しくなる打ち手）だけを考えます。形式も自由です。</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496312"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THEME ②　｜　25分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言語化の例：複数の大学がある地域（架空の例）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24</a:t>
            </a:r>
          </a:p>
        </p:txBody>
      </p:sp>
      <p:sp>
        <p:nvSpPr>
          <p:cNvPr id="6" name="Rounded Rectangle 5"/>
          <p:cNvSpPr/>
          <p:nvPr/>
        </p:nvSpPr>
        <p:spPr>
          <a:xfrm>
            <a:off x="548640" y="1645920"/>
            <a:ext cx="5486400" cy="41148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① 成功像</a:t>
            </a:r>
          </a:p>
        </p:txBody>
      </p:sp>
      <p:sp>
        <p:nvSpPr>
          <p:cNvPr id="7" name="Rounded Rectangle 6"/>
          <p:cNvSpPr/>
          <p:nvPr/>
        </p:nvSpPr>
        <p:spPr>
          <a:xfrm>
            <a:off x="548640" y="2093976"/>
            <a:ext cx="5486400" cy="841248"/>
          </a:xfrm>
          <a:prstGeom prst="roundRect">
            <a:avLst>
              <a:gd name="adj" fmla="val 10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25000"/>
              </a:lnSpc>
            </a:pPr>
            <a:r>
              <a:rPr sz="1050" b="0" i="0">
                <a:solidFill>
                  <a:srgbClr val="262626"/>
                </a:solidFill>
                <a:latin typeface="Meiryo UI"/>
                <a:ea typeface="Meiryo UI"/>
              </a:rPr>
              <a:t>範囲の基幹病院でも専門治療が必要な患者さんが適切に見極められ、必要な患者さんが大学に集まっている。</a:t>
            </a:r>
          </a:p>
        </p:txBody>
      </p:sp>
      <p:sp>
        <p:nvSpPr>
          <p:cNvPr id="8" name="Rounded Rectangle 7"/>
          <p:cNvSpPr/>
          <p:nvPr/>
        </p:nvSpPr>
        <p:spPr>
          <a:xfrm>
            <a:off x="6172200" y="1645920"/>
            <a:ext cx="5486400" cy="41148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② 現状・課題</a:t>
            </a:r>
          </a:p>
        </p:txBody>
      </p:sp>
      <p:sp>
        <p:nvSpPr>
          <p:cNvPr id="9" name="Rounded Rectangle 8"/>
          <p:cNvSpPr/>
          <p:nvPr/>
        </p:nvSpPr>
        <p:spPr>
          <a:xfrm>
            <a:off x="6172200" y="2093976"/>
            <a:ext cx="5486400" cy="841248"/>
          </a:xfrm>
          <a:prstGeom prst="roundRect">
            <a:avLst>
              <a:gd name="adj" fmla="val 10000"/>
            </a:avLst>
          </a:prstGeom>
          <a:solidFill>
            <a:srgbClr val="EAF0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25000"/>
              </a:lnSpc>
            </a:pPr>
            <a:r>
              <a:rPr sz="1050" b="0" i="0">
                <a:solidFill>
                  <a:srgbClr val="262626"/>
                </a:solidFill>
                <a:latin typeface="Meiryo UI"/>
                <a:ea typeface="Meiryo UI"/>
              </a:rPr>
              <a:t>基幹病院ごとに判断がばらつく。A大学とB大学で治療方針の温度差があり、両大学の関連病院の先生が迷っている。</a:t>
            </a:r>
          </a:p>
        </p:txBody>
      </p:sp>
      <p:sp>
        <p:nvSpPr>
          <p:cNvPr id="10" name="Rounded Rectangle 9"/>
          <p:cNvSpPr/>
          <p:nvPr/>
        </p:nvSpPr>
        <p:spPr>
          <a:xfrm>
            <a:off x="548640" y="2971800"/>
            <a:ext cx="5486400" cy="411480"/>
          </a:xfrm>
          <a:prstGeom prst="roundRect">
            <a:avLst>
              <a:gd name="adj" fmla="val 1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③ 原因</a:t>
            </a:r>
          </a:p>
        </p:txBody>
      </p:sp>
      <p:sp>
        <p:nvSpPr>
          <p:cNvPr id="11" name="Rounded Rectangle 10"/>
          <p:cNvSpPr/>
          <p:nvPr/>
        </p:nvSpPr>
        <p:spPr>
          <a:xfrm>
            <a:off x="548640" y="3419856"/>
            <a:ext cx="5486400" cy="841248"/>
          </a:xfrm>
          <a:prstGeom prst="roundRect">
            <a:avLst>
              <a:gd name="adj" fmla="val 10000"/>
            </a:avLst>
          </a:prstGeom>
          <a:solidFill>
            <a:srgbClr val="FFF6D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25000"/>
              </a:lnSpc>
            </a:pPr>
            <a:r>
              <a:rPr sz="1050" b="0" i="0">
                <a:solidFill>
                  <a:srgbClr val="262626"/>
                </a:solidFill>
                <a:latin typeface="Meiryo UI"/>
                <a:ea typeface="Meiryo UI"/>
              </a:rPr>
              <a:t>なぜばらつく？→判断の目安が共有されていない →なぜ？→範囲共通の基準がない →なぜ？→両大学と基幹病院が同じ場で話す機会がない。</a:t>
            </a:r>
          </a:p>
        </p:txBody>
      </p:sp>
      <p:sp>
        <p:nvSpPr>
          <p:cNvPr id="12" name="Rounded Rectangle 11"/>
          <p:cNvSpPr/>
          <p:nvPr/>
        </p:nvSpPr>
        <p:spPr>
          <a:xfrm>
            <a:off x="6172200" y="2971800"/>
            <a:ext cx="5486400" cy="411480"/>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④ 解決法</a:t>
            </a:r>
          </a:p>
        </p:txBody>
      </p:sp>
      <p:sp>
        <p:nvSpPr>
          <p:cNvPr id="13" name="Rounded Rectangle 12"/>
          <p:cNvSpPr/>
          <p:nvPr/>
        </p:nvSpPr>
        <p:spPr>
          <a:xfrm>
            <a:off x="6172200" y="3419856"/>
            <a:ext cx="5486400" cy="841248"/>
          </a:xfrm>
          <a:prstGeom prst="roundRect">
            <a:avLst>
              <a:gd name="adj" fmla="val 10000"/>
            </a:avLst>
          </a:prstGeom>
          <a:solidFill>
            <a:srgbClr val="FBECE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25000"/>
              </a:lnSpc>
            </a:pPr>
            <a:r>
              <a:rPr sz="1050" b="0" i="0">
                <a:solidFill>
                  <a:srgbClr val="262626"/>
                </a:solidFill>
                <a:latin typeface="Meiryo UI"/>
                <a:ea typeface="Meiryo UI"/>
              </a:rPr>
              <a:t>両大学と主要な基幹病院が同席する会を企画し、範囲共通の判断の目安を、両大学の連名で発信してもらう。</a:t>
            </a:r>
          </a:p>
        </p:txBody>
      </p:sp>
      <p:sp>
        <p:nvSpPr>
          <p:cNvPr id="14" name="Rounded Rectangle 13"/>
          <p:cNvSpPr/>
          <p:nvPr/>
        </p:nvSpPr>
        <p:spPr>
          <a:xfrm>
            <a:off x="548640" y="4279392"/>
            <a:ext cx="2743200" cy="438912"/>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r>
              <a:rPr sz="1150" b="1" i="0">
                <a:solidFill>
                  <a:srgbClr val="FFFFFF"/>
                </a:solidFill>
                <a:latin typeface="Meiryo UI"/>
                <a:ea typeface="Meiryo UI"/>
              </a:rPr>
              <a:t>＋ 大学・医局のWIN</a:t>
            </a:r>
          </a:p>
        </p:txBody>
      </p:sp>
      <p:sp>
        <p:nvSpPr>
          <p:cNvPr id="15" name="Rounded Rectangle 14"/>
          <p:cNvSpPr/>
          <p:nvPr/>
        </p:nvSpPr>
        <p:spPr>
          <a:xfrm>
            <a:off x="3429000" y="4279392"/>
            <a:ext cx="8229600" cy="438912"/>
          </a:xfrm>
          <a:prstGeom prst="roundRect">
            <a:avLst>
              <a:gd name="adj" fmla="val 10000"/>
            </a:avLst>
          </a:prstGeom>
          <a:solidFill>
            <a:srgbClr val="BFE8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r>
              <a:rPr sz="1050" b="0" i="0">
                <a:solidFill>
                  <a:srgbClr val="262626"/>
                </a:solidFill>
                <a:latin typeface="Meiryo UI"/>
                <a:ea typeface="Meiryo UI"/>
              </a:rPr>
              <a:t>A大学＝県内での存在感を高めたい／B大学＝関連病院との連携を強めたい　→ どちらも「関連病院に発信する場」を求めていた</a:t>
            </a:r>
          </a:p>
        </p:txBody>
      </p:sp>
      <p:sp>
        <p:nvSpPr>
          <p:cNvPr id="16" name="Rounded Rectangle 15"/>
          <p:cNvSpPr/>
          <p:nvPr/>
        </p:nvSpPr>
        <p:spPr>
          <a:xfrm>
            <a:off x="548640" y="4791456"/>
            <a:ext cx="2743200" cy="438912"/>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r>
              <a:rPr sz="1150" b="1" i="0">
                <a:solidFill>
                  <a:srgbClr val="FFFFFF"/>
                </a:solidFill>
                <a:latin typeface="Meiryo UI"/>
                <a:ea typeface="Meiryo UI"/>
              </a:rPr>
              <a:t>＋ 使う機能・影響力</a:t>
            </a:r>
          </a:p>
        </p:txBody>
      </p:sp>
      <p:sp>
        <p:nvSpPr>
          <p:cNvPr id="17" name="Rounded Rectangle 16"/>
          <p:cNvSpPr/>
          <p:nvPr/>
        </p:nvSpPr>
        <p:spPr>
          <a:xfrm>
            <a:off x="3429000" y="4791456"/>
            <a:ext cx="8229600" cy="438912"/>
          </a:xfrm>
          <a:prstGeom prst="roundRect">
            <a:avLst>
              <a:gd name="adj" fmla="val 10000"/>
            </a:avLst>
          </a:prstGeom>
          <a:solidFill>
            <a:srgbClr val="BFE8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r>
              <a:rPr sz="1050" b="0" i="0">
                <a:solidFill>
                  <a:srgbClr val="262626"/>
                </a:solidFill>
                <a:latin typeface="Meiryo UI"/>
                <a:ea typeface="Meiryo UI"/>
              </a:rPr>
              <a:t>誰に＝両大学の教授と医局長／何を＝情報発信と講演会／どこまで＝範囲の基幹病院まで</a:t>
            </a:r>
          </a:p>
        </p:txBody>
      </p:sp>
      <p:sp>
        <p:nvSpPr>
          <p:cNvPr id="18" name="Rounded Rectangle 17"/>
          <p:cNvSpPr/>
          <p:nvPr/>
        </p:nvSpPr>
        <p:spPr>
          <a:xfrm>
            <a:off x="548640" y="5303520"/>
            <a:ext cx="2743200" cy="438912"/>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r>
              <a:rPr sz="1150" b="1" i="0">
                <a:solidFill>
                  <a:srgbClr val="FFFFFF"/>
                </a:solidFill>
                <a:latin typeface="Meiryo UI"/>
                <a:ea typeface="Meiryo UI"/>
              </a:rPr>
              <a:t>＋ 自分の介入点</a:t>
            </a:r>
          </a:p>
        </p:txBody>
      </p:sp>
      <p:sp>
        <p:nvSpPr>
          <p:cNvPr id="19" name="Rounded Rectangle 18"/>
          <p:cNvSpPr/>
          <p:nvPr/>
        </p:nvSpPr>
        <p:spPr>
          <a:xfrm>
            <a:off x="3429000" y="5303520"/>
            <a:ext cx="8229600" cy="438912"/>
          </a:xfrm>
          <a:prstGeom prst="roundRect">
            <a:avLst>
              <a:gd name="adj" fmla="val 10000"/>
            </a:avLst>
          </a:prstGeom>
          <a:solidFill>
            <a:srgbClr val="BFE8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r>
              <a:rPr sz="1050" b="0" i="0">
                <a:solidFill>
                  <a:srgbClr val="262626"/>
                </a:solidFill>
                <a:latin typeface="Meiryo UI"/>
                <a:ea typeface="Meiryo UI"/>
              </a:rPr>
              <a:t>両大学の関係性を踏まえた会の設計と、両医局長への事前相談は、範囲全体を見ている自分にしかできない</a:t>
            </a:r>
          </a:p>
        </p:txBody>
      </p:sp>
      <p:sp>
        <p:nvSpPr>
          <p:cNvPr id="20" name="Rounded Rectangle 19"/>
          <p:cNvSpPr/>
          <p:nvPr/>
        </p:nvSpPr>
        <p:spPr>
          <a:xfrm>
            <a:off x="548640" y="5870448"/>
            <a:ext cx="11109960" cy="457200"/>
          </a:xfrm>
          <a:prstGeom prst="roundRect">
            <a:avLst>
              <a:gd name="adj" fmla="val 15000"/>
            </a:avLst>
          </a:prstGeom>
          <a:solidFill>
            <a:srgbClr val="FFF6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C00000"/>
                </a:solidFill>
                <a:latin typeface="Meiryo UI"/>
                <a:ea typeface="Meiryo UI"/>
              </a:rPr>
              <a:t>注目：この会は「大学から頼まれた会」でも「こちらの都合の会」でもありません。</a:t>
            </a:r>
            <a:r>
              <a:rPr sz="1200" b="1" i="0">
                <a:solidFill>
                  <a:srgbClr val="262626"/>
                </a:solidFill>
                <a:latin typeface="Meiryo UI"/>
                <a:ea typeface="Meiryo UI"/>
              </a:rPr>
              <a:t>範囲の課題と、両大学がしたいことの重なりに置いた会です。</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377440"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WORK ②　｜　10分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3つの問いを、考えてみる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25</a:t>
            </a:r>
          </a:p>
        </p:txBody>
      </p:sp>
      <p:sp>
        <p:nvSpPr>
          <p:cNvPr id="6" name="Rounded Rectangle 5"/>
          <p:cNvSpPr/>
          <p:nvPr/>
        </p:nvSpPr>
        <p:spPr>
          <a:xfrm>
            <a:off x="548640" y="1600200"/>
            <a:ext cx="7360920" cy="621792"/>
          </a:xfrm>
          <a:prstGeom prst="roundRect">
            <a:avLst>
              <a:gd name="adj" fmla="val 8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0000"/>
              </a:lnSpc>
            </a:pPr>
            <a:r>
              <a:rPr sz="1400" b="1" i="0">
                <a:solidFill>
                  <a:srgbClr val="262626"/>
                </a:solidFill>
                <a:latin typeface="Meiryo UI"/>
                <a:ea typeface="Meiryo UI"/>
              </a:rPr>
              <a:t>さきほどの絵を横に置いて、3つの問いにメモするだけです。</a:t>
            </a:r>
          </a:p>
        </p:txBody>
      </p:sp>
      <p:sp>
        <p:nvSpPr>
          <p:cNvPr id="7" name="Oval 6"/>
          <p:cNvSpPr/>
          <p:nvPr/>
        </p:nvSpPr>
        <p:spPr>
          <a:xfrm>
            <a:off x="548640" y="2450592"/>
            <a:ext cx="566928" cy="566928"/>
          </a:xfrm>
          <a:prstGeom prst="ellipse">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400" b="1" i="0">
                <a:solidFill>
                  <a:srgbClr val="FFFFFF"/>
                </a:solidFill>
                <a:latin typeface="Meiryo UI"/>
                <a:ea typeface="Meiryo UI"/>
              </a:rPr>
              <a:t>Q1</a:t>
            </a:r>
          </a:p>
        </p:txBody>
      </p:sp>
      <p:sp>
        <p:nvSpPr>
          <p:cNvPr id="8" name="Rounded Rectangle 7"/>
          <p:cNvSpPr/>
          <p:nvPr/>
        </p:nvSpPr>
        <p:spPr>
          <a:xfrm>
            <a:off x="1280160" y="2377440"/>
            <a:ext cx="914400" cy="713232"/>
          </a:xfrm>
          <a:prstGeom prst="roundRect">
            <a:avLst>
              <a:gd name="adj" fmla="val 15000"/>
            </a:avLst>
          </a:prstGeom>
          <a:solidFill>
            <a:srgbClr val="F4FAF6"/>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128A54"/>
                </a:solidFill>
                <a:latin typeface="Meiryo UI"/>
                <a:ea typeface="Meiryo UI"/>
              </a:rPr>
              <a:t>3分</a:t>
            </a:r>
          </a:p>
        </p:txBody>
      </p:sp>
      <p:sp>
        <p:nvSpPr>
          <p:cNvPr id="9" name="Rounded Rectangle 8"/>
          <p:cNvSpPr/>
          <p:nvPr/>
        </p:nvSpPr>
        <p:spPr>
          <a:xfrm>
            <a:off x="2331720" y="2377440"/>
            <a:ext cx="5577840" cy="71323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spcAft>
                <a:spcPts val="300"/>
              </a:spcAft>
            </a:pPr>
            <a:r>
              <a:rPr sz="1300" b="1" i="0">
                <a:solidFill>
                  <a:srgbClr val="0B4F37"/>
                </a:solidFill>
                <a:latin typeface="Meiryo UI"/>
                <a:ea typeface="Meiryo UI"/>
              </a:rPr>
              <a:t>私の範囲で、いま一番変えたいことは？</a:t>
            </a:r>
          </a:p>
          <a:p>
            <a:pPr algn="l">
              <a:lnSpc>
                <a:spcPct val="115000"/>
              </a:lnSpc>
            </a:pPr>
            <a:r>
              <a:rPr sz="1000" b="0" i="0">
                <a:solidFill>
                  <a:srgbClr val="595959"/>
                </a:solidFill>
                <a:latin typeface="Meiryo UI"/>
                <a:ea typeface="Meiryo UI"/>
              </a:rPr>
              <a:t>「紹介が遅い」「あの病院で使われていない」など、ひと言でOK</a:t>
            </a:r>
          </a:p>
        </p:txBody>
      </p:sp>
      <p:sp>
        <p:nvSpPr>
          <p:cNvPr id="10" name="Oval 9"/>
          <p:cNvSpPr/>
          <p:nvPr/>
        </p:nvSpPr>
        <p:spPr>
          <a:xfrm>
            <a:off x="548640" y="3273552"/>
            <a:ext cx="566928" cy="566928"/>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400" b="1" i="0">
                <a:solidFill>
                  <a:srgbClr val="FFFFFF"/>
                </a:solidFill>
                <a:latin typeface="Meiryo UI"/>
                <a:ea typeface="Meiryo UI"/>
              </a:rPr>
              <a:t>Q2</a:t>
            </a:r>
          </a:p>
        </p:txBody>
      </p:sp>
      <p:sp>
        <p:nvSpPr>
          <p:cNvPr id="11" name="Rounded Rectangle 10"/>
          <p:cNvSpPr/>
          <p:nvPr/>
        </p:nvSpPr>
        <p:spPr>
          <a:xfrm>
            <a:off x="1280160" y="3200400"/>
            <a:ext cx="914400" cy="713232"/>
          </a:xfrm>
          <a:prstGeom prst="roundRect">
            <a:avLst>
              <a:gd name="adj" fmla="val 15000"/>
            </a:avLst>
          </a:prstGeom>
          <a:solidFill>
            <a:srgbClr val="F4FAF6"/>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1F3864"/>
                </a:solidFill>
                <a:latin typeface="Meiryo UI"/>
                <a:ea typeface="Meiryo UI"/>
              </a:rPr>
              <a:t>3分</a:t>
            </a:r>
          </a:p>
        </p:txBody>
      </p:sp>
      <p:sp>
        <p:nvSpPr>
          <p:cNvPr id="12" name="Rounded Rectangle 11"/>
          <p:cNvSpPr/>
          <p:nvPr/>
        </p:nvSpPr>
        <p:spPr>
          <a:xfrm>
            <a:off x="2331720" y="3200400"/>
            <a:ext cx="5577840" cy="71323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spcAft>
                <a:spcPts val="300"/>
              </a:spcAft>
            </a:pPr>
            <a:r>
              <a:rPr sz="1300" b="1" i="0">
                <a:solidFill>
                  <a:srgbClr val="0B4F37"/>
                </a:solidFill>
                <a:latin typeface="Meiryo UI"/>
                <a:ea typeface="Meiryo UI"/>
              </a:rPr>
              <a:t>その大学・医局は、何をやりたいと思っている？</a:t>
            </a:r>
          </a:p>
          <a:p>
            <a:pPr algn="l">
              <a:lnSpc>
                <a:spcPct val="115000"/>
              </a:lnSpc>
            </a:pPr>
            <a:r>
              <a:rPr sz="1000" b="0" i="0">
                <a:solidFill>
                  <a:srgbClr val="595959"/>
                </a:solidFill>
                <a:latin typeface="Meiryo UI"/>
                <a:ea typeface="Meiryo UI"/>
              </a:rPr>
              <a:t>研修医が欲しい／論文を出したい／連携を強めたい…　分からなければ「？」でOK</a:t>
            </a:r>
          </a:p>
        </p:txBody>
      </p:sp>
      <p:sp>
        <p:nvSpPr>
          <p:cNvPr id="13" name="Oval 12"/>
          <p:cNvSpPr/>
          <p:nvPr/>
        </p:nvSpPr>
        <p:spPr>
          <a:xfrm>
            <a:off x="548640" y="4096512"/>
            <a:ext cx="566928" cy="566928"/>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400" b="1" i="0">
                <a:solidFill>
                  <a:srgbClr val="FFFFFF"/>
                </a:solidFill>
                <a:latin typeface="Meiryo UI"/>
                <a:ea typeface="Meiryo UI"/>
              </a:rPr>
              <a:t>Q3</a:t>
            </a:r>
          </a:p>
        </p:txBody>
      </p:sp>
      <p:sp>
        <p:nvSpPr>
          <p:cNvPr id="14" name="Rounded Rectangle 13"/>
          <p:cNvSpPr/>
          <p:nvPr/>
        </p:nvSpPr>
        <p:spPr>
          <a:xfrm>
            <a:off x="1280160" y="4023360"/>
            <a:ext cx="914400" cy="713232"/>
          </a:xfrm>
          <a:prstGeom prst="roundRect">
            <a:avLst>
              <a:gd name="adj" fmla="val 15000"/>
            </a:avLst>
          </a:prstGeom>
          <a:solidFill>
            <a:srgbClr val="F4FAF6"/>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C00000"/>
                </a:solidFill>
                <a:latin typeface="Meiryo UI"/>
                <a:ea typeface="Meiryo UI"/>
              </a:rPr>
              <a:t>4分</a:t>
            </a:r>
          </a:p>
        </p:txBody>
      </p:sp>
      <p:sp>
        <p:nvSpPr>
          <p:cNvPr id="15" name="Rounded Rectangle 14"/>
          <p:cNvSpPr/>
          <p:nvPr/>
        </p:nvSpPr>
        <p:spPr>
          <a:xfrm>
            <a:off x="2331720" y="4023360"/>
            <a:ext cx="5577840" cy="71323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spcAft>
                <a:spcPts val="300"/>
              </a:spcAft>
            </a:pPr>
            <a:r>
              <a:rPr sz="1300" b="1" i="0">
                <a:solidFill>
                  <a:srgbClr val="0B4F37"/>
                </a:solidFill>
                <a:latin typeface="Meiryo UI"/>
                <a:ea typeface="Meiryo UI"/>
              </a:rPr>
              <a:t>両方が嬉しくなる打ち手は、何かありそう？</a:t>
            </a:r>
          </a:p>
          <a:p>
            <a:pPr algn="l">
              <a:lnSpc>
                <a:spcPct val="115000"/>
              </a:lnSpc>
            </a:pPr>
            <a:r>
              <a:rPr sz="1000" b="0" i="0">
                <a:solidFill>
                  <a:srgbClr val="595959"/>
                </a:solidFill>
                <a:latin typeface="Meiryo UI"/>
                <a:ea typeface="Meiryo UI"/>
              </a:rPr>
              <a:t>思いつかなければ「ここが分からない」と書くだけで十分です</a:t>
            </a:r>
          </a:p>
        </p:txBody>
      </p:sp>
      <p:sp>
        <p:nvSpPr>
          <p:cNvPr id="16" name="Rounded Rectangle 15"/>
          <p:cNvSpPr/>
          <p:nvPr/>
        </p:nvSpPr>
        <p:spPr>
          <a:xfrm>
            <a:off x="548640" y="4892040"/>
            <a:ext cx="7360920" cy="1325880"/>
          </a:xfrm>
          <a:prstGeom prst="roundRect">
            <a:avLst>
              <a:gd name="adj" fmla="val 8000"/>
            </a:avLst>
          </a:prstGeom>
          <a:solidFill>
            <a:srgbClr val="FFF6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ctr">
              <a:spcAft>
                <a:spcPts val="700"/>
              </a:spcAft>
            </a:pPr>
            <a:r>
              <a:rPr sz="1600" b="1" i="0">
                <a:solidFill>
                  <a:srgbClr val="C00000"/>
                </a:solidFill>
                <a:latin typeface="Meiryo UI"/>
                <a:ea typeface="Meiryo UI"/>
              </a:rPr>
              <a:t>答えが出なくても、まったく問題ありません。</a:t>
            </a:r>
          </a:p>
          <a:p>
            <a:pPr algn="l">
              <a:lnSpc>
                <a:spcPct val="125000"/>
              </a:lnSpc>
            </a:pPr>
            <a:r>
              <a:rPr sz="1200" b="0" i="0">
                <a:solidFill>
                  <a:srgbClr val="262626"/>
                </a:solidFill>
                <a:latin typeface="Meiryo UI"/>
                <a:ea typeface="Meiryo UI"/>
              </a:rPr>
              <a:t>「ここが分からない」と気づけたら、それが今日一番の収穫です。次の面会で聞くことが決まったということですから。</a:t>
            </a:r>
          </a:p>
        </p:txBody>
      </p:sp>
      <p:sp>
        <p:nvSpPr>
          <p:cNvPr id="17" name="Rounded Rectangle 16"/>
          <p:cNvSpPr/>
          <p:nvPr/>
        </p:nvSpPr>
        <p:spPr>
          <a:xfrm>
            <a:off x="8138160" y="1600200"/>
            <a:ext cx="3520440" cy="4617720"/>
          </a:xfrm>
          <a:prstGeom prst="roundRect">
            <a:avLst>
              <a:gd name="adj" fmla="val 6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128015" bIns="128015" lIns="182880" rIns="182880"/>
          <a:lstStyle/>
          <a:p>
            <a:pPr algn="ctr">
              <a:spcAft>
                <a:spcPts val="1400"/>
              </a:spcAft>
            </a:pPr>
            <a:r>
              <a:rPr sz="1450" b="1" i="0">
                <a:solidFill>
                  <a:srgbClr val="FFFFFF"/>
                </a:solidFill>
                <a:latin typeface="Meiryo UI"/>
                <a:ea typeface="Meiryo UI"/>
              </a:rPr>
              <a:t>手が止まったら</a:t>
            </a:r>
          </a:p>
          <a:p>
            <a:pPr algn="l">
              <a:lnSpc>
                <a:spcPct val="125000"/>
              </a:lnSpc>
              <a:spcAft>
                <a:spcPts val="1200"/>
              </a:spcAft>
            </a:pPr>
            <a:r>
              <a:rPr sz="1200" b="0" i="0">
                <a:solidFill>
                  <a:srgbClr val="FFFFFF"/>
                </a:solidFill>
                <a:latin typeface="Meiryo UI"/>
                <a:ea typeface="Meiryo UI"/>
              </a:rPr>
              <a:t>Q1 → 絵の中で「詰まっている」と感じたところを探す</a:t>
            </a:r>
          </a:p>
          <a:p>
            <a:pPr algn="l">
              <a:lnSpc>
                <a:spcPct val="125000"/>
              </a:lnSpc>
              <a:spcAft>
                <a:spcPts val="1200"/>
              </a:spcAft>
            </a:pPr>
            <a:r>
              <a:rPr sz="1200" b="0" i="0">
                <a:solidFill>
                  <a:srgbClr val="FFFFFF"/>
                </a:solidFill>
                <a:latin typeface="Meiryo UI"/>
                <a:ea typeface="Meiryo UI"/>
              </a:rPr>
              <a:t>Q2 →「先生は今、何をやりたいですか？」と聞けば分かること。今は想像でOK</a:t>
            </a:r>
          </a:p>
          <a:p>
            <a:pPr algn="l">
              <a:lnSpc>
                <a:spcPct val="125000"/>
              </a:lnSpc>
              <a:spcAft>
                <a:spcPts val="1200"/>
              </a:spcAft>
            </a:pPr>
            <a:r>
              <a:rPr sz="1200" b="0" i="0">
                <a:solidFill>
                  <a:srgbClr val="FFFFFF"/>
                </a:solidFill>
                <a:latin typeface="Meiryo UI"/>
                <a:ea typeface="Meiryo UI"/>
              </a:rPr>
              <a:t>Q3 → 大学の7つの機能（教育・研究・臨床・人事・派遣・発信・講演会）から1つ選んでみる</a:t>
            </a:r>
          </a:p>
          <a:p>
            <a:pPr algn="l">
              <a:lnSpc>
                <a:spcPct val="125000"/>
              </a:lnSpc>
            </a:pPr>
            <a:r>
              <a:rPr sz="1200" b="1" i="0">
                <a:solidFill>
                  <a:srgbClr val="BFE8D2"/>
                </a:solidFill>
                <a:latin typeface="Meiryo UI"/>
                <a:ea typeface="Meiryo UI"/>
              </a:rPr>
              <a:t>この3つが、そのまま次の共有のネタになります</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377440"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SHARE ②　｜　5分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共有：グループで、自由にディスカッション</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26</a:t>
            </a:r>
          </a:p>
        </p:txBody>
      </p:sp>
      <p:sp>
        <p:nvSpPr>
          <p:cNvPr id="6" name="Rounded Rectangle 5"/>
          <p:cNvSpPr/>
          <p:nvPr/>
        </p:nvSpPr>
        <p:spPr>
          <a:xfrm>
            <a:off x="548640" y="1664208"/>
            <a:ext cx="11109960" cy="621792"/>
          </a:xfrm>
          <a:prstGeom prst="roundRect">
            <a:avLst>
              <a:gd name="adj" fmla="val 10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0B4F37"/>
                </a:solidFill>
                <a:latin typeface="Meiryo UI"/>
                <a:ea typeface="Meiryo UI"/>
              </a:rPr>
              <a:t>3〜4人1組。発表会ではありません。テーマは用意しましたが、話したいことから自由にどうぞ。</a:t>
            </a:r>
          </a:p>
        </p:txBody>
      </p:sp>
      <p:sp>
        <p:nvSpPr>
          <p:cNvPr id="7" name="Oval 6"/>
          <p:cNvSpPr/>
          <p:nvPr/>
        </p:nvSpPr>
        <p:spPr>
          <a:xfrm>
            <a:off x="548640" y="2514600"/>
            <a:ext cx="548640" cy="548640"/>
          </a:xfrm>
          <a:prstGeom prst="ellipse">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400" b="1" i="0">
                <a:solidFill>
                  <a:srgbClr val="FFFFFF"/>
                </a:solidFill>
                <a:latin typeface="Meiryo UI"/>
                <a:ea typeface="Meiryo UI"/>
              </a:rPr>
              <a:t>A</a:t>
            </a:r>
          </a:p>
        </p:txBody>
      </p:sp>
      <p:sp>
        <p:nvSpPr>
          <p:cNvPr id="8" name="Rounded Rectangle 7"/>
          <p:cNvSpPr/>
          <p:nvPr/>
        </p:nvSpPr>
        <p:spPr>
          <a:xfrm>
            <a:off x="1298448" y="2514600"/>
            <a:ext cx="10360152" cy="5486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l"/>
            <a:r>
              <a:rPr sz="1350" b="1" i="0">
                <a:solidFill>
                  <a:srgbClr val="262626"/>
                </a:solidFill>
                <a:latin typeface="Meiryo UI"/>
                <a:ea typeface="Meiryo UI"/>
              </a:rPr>
              <a:t>Q1で書いた「いま一番変えたいこと」を、話してみる</a:t>
            </a:r>
          </a:p>
        </p:txBody>
      </p:sp>
      <p:sp>
        <p:nvSpPr>
          <p:cNvPr id="9" name="Oval 8"/>
          <p:cNvSpPr/>
          <p:nvPr/>
        </p:nvSpPr>
        <p:spPr>
          <a:xfrm>
            <a:off x="548640" y="3172968"/>
            <a:ext cx="548640" cy="54864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400" b="1" i="0">
                <a:solidFill>
                  <a:srgbClr val="FFFFFF"/>
                </a:solidFill>
                <a:latin typeface="Meiryo UI"/>
                <a:ea typeface="Meiryo UI"/>
              </a:rPr>
              <a:t>B</a:t>
            </a:r>
          </a:p>
        </p:txBody>
      </p:sp>
      <p:sp>
        <p:nvSpPr>
          <p:cNvPr id="10" name="Rounded Rectangle 9"/>
          <p:cNvSpPr/>
          <p:nvPr/>
        </p:nvSpPr>
        <p:spPr>
          <a:xfrm>
            <a:off x="1298448" y="3172968"/>
            <a:ext cx="10360152" cy="5486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l"/>
            <a:r>
              <a:rPr sz="1350" b="1" i="0">
                <a:solidFill>
                  <a:srgbClr val="262626"/>
                </a:solidFill>
                <a:latin typeface="Meiryo UI"/>
                <a:ea typeface="Meiryo UI"/>
              </a:rPr>
              <a:t>Q2の「大学・医局がやりたいこと」— 分かったこと・分からなかったこと</a:t>
            </a:r>
          </a:p>
        </p:txBody>
      </p:sp>
      <p:sp>
        <p:nvSpPr>
          <p:cNvPr id="11" name="Oval 10"/>
          <p:cNvSpPr/>
          <p:nvPr/>
        </p:nvSpPr>
        <p:spPr>
          <a:xfrm>
            <a:off x="548640" y="3831335"/>
            <a:ext cx="548640" cy="548640"/>
          </a:xfrm>
          <a:prstGeom prst="ellipse">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400" b="1" i="0">
                <a:solidFill>
                  <a:srgbClr val="FFFFFF"/>
                </a:solidFill>
                <a:latin typeface="Meiryo UI"/>
                <a:ea typeface="Meiryo UI"/>
              </a:rPr>
              <a:t>C</a:t>
            </a:r>
          </a:p>
        </p:txBody>
      </p:sp>
      <p:sp>
        <p:nvSpPr>
          <p:cNvPr id="12" name="Rounded Rectangle 11"/>
          <p:cNvSpPr/>
          <p:nvPr/>
        </p:nvSpPr>
        <p:spPr>
          <a:xfrm>
            <a:off x="1298448" y="3831335"/>
            <a:ext cx="10360152" cy="5486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l"/>
            <a:r>
              <a:rPr sz="1350" b="1" i="0">
                <a:solidFill>
                  <a:srgbClr val="262626"/>
                </a:solidFill>
                <a:latin typeface="Meiryo UI"/>
                <a:ea typeface="Meiryo UI"/>
              </a:rPr>
              <a:t>Q3の打ち手のアイデア。「こんなの、どうだろう？」で構いません</a:t>
            </a:r>
          </a:p>
        </p:txBody>
      </p:sp>
      <p:sp>
        <p:nvSpPr>
          <p:cNvPr id="13" name="Oval 12"/>
          <p:cNvSpPr/>
          <p:nvPr/>
        </p:nvSpPr>
        <p:spPr>
          <a:xfrm>
            <a:off x="548640" y="4489703"/>
            <a:ext cx="548640" cy="54864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400" b="1" i="0">
                <a:solidFill>
                  <a:srgbClr val="FFFFFF"/>
                </a:solidFill>
                <a:latin typeface="Meiryo UI"/>
                <a:ea typeface="Meiryo UI"/>
              </a:rPr>
              <a:t>D</a:t>
            </a:r>
          </a:p>
        </p:txBody>
      </p:sp>
      <p:sp>
        <p:nvSpPr>
          <p:cNvPr id="14" name="Rounded Rectangle 13"/>
          <p:cNvSpPr/>
          <p:nvPr/>
        </p:nvSpPr>
        <p:spPr>
          <a:xfrm>
            <a:off x="1298448" y="4489703"/>
            <a:ext cx="10360152" cy="5486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l"/>
            <a:r>
              <a:rPr sz="1350" b="1" i="0">
                <a:solidFill>
                  <a:srgbClr val="262626"/>
                </a:solidFill>
                <a:latin typeface="Meiryo UI"/>
                <a:ea typeface="Meiryo UI"/>
              </a:rPr>
              <a:t>これまでで「うまくいった」「難しかった」と感じた経験</a:t>
            </a:r>
          </a:p>
        </p:txBody>
      </p:sp>
      <p:sp>
        <p:nvSpPr>
          <p:cNvPr id="15" name="Rounded Rectangle 14"/>
          <p:cNvSpPr/>
          <p:nvPr/>
        </p:nvSpPr>
        <p:spPr>
          <a:xfrm>
            <a:off x="548640" y="5212080"/>
            <a:ext cx="5486400" cy="1051560"/>
          </a:xfrm>
          <a:prstGeom prst="roundRect">
            <a:avLst>
              <a:gd name="adj" fmla="val 10000"/>
            </a:avLst>
          </a:prstGeom>
          <a:solidFill>
            <a:srgbClr val="F4FAF6"/>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ctr">
              <a:spcAft>
                <a:spcPts val="600"/>
              </a:spcAft>
            </a:pPr>
            <a:r>
              <a:rPr sz="1300" b="1" i="0">
                <a:solidFill>
                  <a:srgbClr val="128A54"/>
                </a:solidFill>
                <a:latin typeface="Meiryo UI"/>
                <a:ea typeface="Meiryo UI"/>
              </a:rPr>
              <a:t>進め方のルールは1つだけ</a:t>
            </a:r>
          </a:p>
          <a:p>
            <a:pPr algn="ctr">
              <a:lnSpc>
                <a:spcPct val="125000"/>
              </a:lnSpc>
            </a:pPr>
            <a:r>
              <a:rPr sz="1200" b="0" i="0">
                <a:solidFill>
                  <a:srgbClr val="262626"/>
                </a:solidFill>
                <a:latin typeface="Meiryo UI"/>
                <a:ea typeface="Meiryo UI"/>
              </a:rPr>
              <a:t>順番を決めず、思いついた人から話す。人の話に乗っかるのも大歓迎です。</a:t>
            </a:r>
          </a:p>
        </p:txBody>
      </p:sp>
      <p:sp>
        <p:nvSpPr>
          <p:cNvPr id="16" name="Rounded Rectangle 15"/>
          <p:cNvSpPr/>
          <p:nvPr/>
        </p:nvSpPr>
        <p:spPr>
          <a:xfrm>
            <a:off x="6172200" y="5212080"/>
            <a:ext cx="5486400" cy="1051560"/>
          </a:xfrm>
          <a:prstGeom prst="roundRect">
            <a:avLst>
              <a:gd name="adj" fmla="val 10000"/>
            </a:avLst>
          </a:prstGeom>
          <a:solidFill>
            <a:srgbClr val="FFF6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ctr">
              <a:spcAft>
                <a:spcPts val="600"/>
              </a:spcAft>
            </a:pPr>
            <a:r>
              <a:rPr sz="1300" b="1" i="0">
                <a:solidFill>
                  <a:srgbClr val="B86A00"/>
                </a:solidFill>
                <a:latin typeface="Meiryo UI"/>
                <a:ea typeface="Meiryo UI"/>
              </a:rPr>
              <a:t>うまくまとまらなくて当然です</a:t>
            </a:r>
          </a:p>
          <a:p>
            <a:pPr algn="ctr">
              <a:lnSpc>
                <a:spcPct val="125000"/>
              </a:lnSpc>
            </a:pPr>
            <a:r>
              <a:rPr sz="1200" b="0" i="0">
                <a:solidFill>
                  <a:srgbClr val="262626"/>
                </a:solidFill>
                <a:latin typeface="Meiryo UI"/>
                <a:ea typeface="Meiryo UI"/>
              </a:rPr>
              <a:t>今日はじめて考えたことです。詰まった箇所が、そのまま持ち帰りの宿題になります。</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258568" cy="384048"/>
          </a:xfrm>
          <a:prstGeom prst="roundRect">
            <a:avLst>
              <a:gd name="adj" fmla="val 5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BEYOND　｜　5分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影響の輪 — 得た情報とメッセージを、どこまで届けるか</a:t>
            </a:r>
          </a:p>
        </p:txBody>
      </p:sp>
      <p:sp>
        <p:nvSpPr>
          <p:cNvPr id="4" name="TextBox 3"/>
          <p:cNvSpPr txBox="1"/>
          <p:nvPr/>
        </p:nvSpPr>
        <p:spPr>
          <a:xfrm>
            <a:off x="548640" y="1426464"/>
            <a:ext cx="11155680" cy="384048"/>
          </a:xfrm>
          <a:prstGeom prst="rect">
            <a:avLst/>
          </a:prstGeom>
          <a:noFill/>
        </p:spPr>
        <p:txBody>
          <a:bodyPr wrap="square" lIns="0" rIns="0" tIns="0" bIns="0" anchor="t">
            <a:spAutoFit/>
          </a:bodyPr>
          <a:lstStyle/>
          <a:p>
            <a:pPr algn="l"/>
            <a:r>
              <a:rPr sz="1350" b="1" i="0">
                <a:solidFill>
                  <a:srgbClr val="262626"/>
                </a:solidFill>
                <a:latin typeface="Meiryo UI"/>
                <a:ea typeface="Meiryo UI"/>
              </a:rPr>
              <a:t>ここからは発展的な視点です。全員が今日到達する必要はありません。持ち帰ってみてください。</a:t>
            </a:r>
          </a:p>
        </p:txBody>
      </p:sp>
      <p:sp>
        <p:nvSpPr>
          <p:cNvPr id="5" name="TextBox 4"/>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6" name="TextBox 5"/>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27</a:t>
            </a:r>
          </a:p>
        </p:txBody>
      </p:sp>
      <p:sp>
        <p:nvSpPr>
          <p:cNvPr id="7" name="Oval 6"/>
          <p:cNvSpPr/>
          <p:nvPr/>
        </p:nvSpPr>
        <p:spPr>
          <a:xfrm>
            <a:off x="1143000" y="1920239"/>
            <a:ext cx="4114800" cy="4114800"/>
          </a:xfrm>
          <a:prstGeom prst="ellipse">
            <a:avLst/>
          </a:prstGeom>
          <a:noFill/>
          <a:ln w="20320">
            <a:solidFill>
              <a:srgbClr val="3DA57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8" name="Oval 7"/>
          <p:cNvSpPr/>
          <p:nvPr/>
        </p:nvSpPr>
        <p:spPr>
          <a:xfrm>
            <a:off x="1577340" y="2354579"/>
            <a:ext cx="3246120" cy="3246120"/>
          </a:xfrm>
          <a:prstGeom prst="ellipse">
            <a:avLst/>
          </a:prstGeom>
          <a:noFill/>
          <a:ln w="2032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9" name="Oval 8"/>
          <p:cNvSpPr/>
          <p:nvPr/>
        </p:nvSpPr>
        <p:spPr>
          <a:xfrm>
            <a:off x="2011680" y="2788920"/>
            <a:ext cx="2377440" cy="2377440"/>
          </a:xfrm>
          <a:prstGeom prst="ellipse">
            <a:avLst/>
          </a:prstGeom>
          <a:noFill/>
          <a:ln w="20320">
            <a:solidFill>
              <a:srgbClr val="3B5C9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0" name="Oval 9"/>
          <p:cNvSpPr/>
          <p:nvPr/>
        </p:nvSpPr>
        <p:spPr>
          <a:xfrm>
            <a:off x="2446020" y="3223259"/>
            <a:ext cx="1508760" cy="1508760"/>
          </a:xfrm>
          <a:prstGeom prst="ellipse">
            <a:avLst/>
          </a:prstGeom>
          <a:noFill/>
          <a:ln w="2032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1" name="TextBox 10"/>
          <p:cNvSpPr txBox="1"/>
          <p:nvPr/>
        </p:nvSpPr>
        <p:spPr>
          <a:xfrm>
            <a:off x="2286000" y="1975103"/>
            <a:ext cx="1828800" cy="237744"/>
          </a:xfrm>
          <a:prstGeom prst="rect">
            <a:avLst/>
          </a:prstGeom>
          <a:noFill/>
        </p:spPr>
        <p:txBody>
          <a:bodyPr wrap="square" lIns="0" rIns="0" tIns="0" bIns="0" anchor="t">
            <a:spAutoFit/>
          </a:bodyPr>
          <a:lstStyle/>
          <a:p>
            <a:pPr algn="ctr"/>
            <a:r>
              <a:rPr sz="1000" b="1" i="0">
                <a:solidFill>
                  <a:srgbClr val="3DA574"/>
                </a:solidFill>
                <a:latin typeface="Meiryo UI"/>
                <a:ea typeface="Meiryo UI"/>
              </a:rPr>
              <a:t>施設の中</a:t>
            </a:r>
          </a:p>
        </p:txBody>
      </p:sp>
      <p:sp>
        <p:nvSpPr>
          <p:cNvPr id="12" name="TextBox 11"/>
          <p:cNvSpPr txBox="1"/>
          <p:nvPr/>
        </p:nvSpPr>
        <p:spPr>
          <a:xfrm>
            <a:off x="2286000" y="2409444"/>
            <a:ext cx="1828800" cy="237744"/>
          </a:xfrm>
          <a:prstGeom prst="rect">
            <a:avLst/>
          </a:prstGeom>
          <a:noFill/>
        </p:spPr>
        <p:txBody>
          <a:bodyPr wrap="square" lIns="0" rIns="0" tIns="0" bIns="0" anchor="t">
            <a:spAutoFit/>
          </a:bodyPr>
          <a:lstStyle/>
          <a:p>
            <a:pPr algn="ctr"/>
            <a:r>
              <a:rPr sz="1000" b="1" i="0">
                <a:solidFill>
                  <a:srgbClr val="128A54"/>
                </a:solidFill>
                <a:latin typeface="Meiryo UI"/>
                <a:ea typeface="Meiryo UI"/>
              </a:rPr>
              <a:t>関連病院</a:t>
            </a:r>
          </a:p>
        </p:txBody>
      </p:sp>
      <p:sp>
        <p:nvSpPr>
          <p:cNvPr id="13" name="TextBox 12"/>
          <p:cNvSpPr txBox="1"/>
          <p:nvPr/>
        </p:nvSpPr>
        <p:spPr>
          <a:xfrm>
            <a:off x="2286000" y="2843784"/>
            <a:ext cx="1828800" cy="237744"/>
          </a:xfrm>
          <a:prstGeom prst="rect">
            <a:avLst/>
          </a:prstGeom>
          <a:noFill/>
        </p:spPr>
        <p:txBody>
          <a:bodyPr wrap="square" lIns="0" rIns="0" tIns="0" bIns="0" anchor="t">
            <a:spAutoFit/>
          </a:bodyPr>
          <a:lstStyle/>
          <a:p>
            <a:pPr algn="ctr"/>
            <a:r>
              <a:rPr sz="1000" b="1" i="0">
                <a:solidFill>
                  <a:srgbClr val="3B5C99"/>
                </a:solidFill>
                <a:latin typeface="Meiryo UI"/>
                <a:ea typeface="Meiryo UI"/>
              </a:rPr>
              <a:t>担当範囲</a:t>
            </a:r>
          </a:p>
        </p:txBody>
      </p:sp>
      <p:sp>
        <p:nvSpPr>
          <p:cNvPr id="14" name="TextBox 13"/>
          <p:cNvSpPr txBox="1"/>
          <p:nvPr/>
        </p:nvSpPr>
        <p:spPr>
          <a:xfrm>
            <a:off x="2286000" y="3278123"/>
            <a:ext cx="1828800" cy="237744"/>
          </a:xfrm>
          <a:prstGeom prst="rect">
            <a:avLst/>
          </a:prstGeom>
          <a:noFill/>
        </p:spPr>
        <p:txBody>
          <a:bodyPr wrap="square" lIns="0" rIns="0" tIns="0" bIns="0" anchor="t">
            <a:spAutoFit/>
          </a:bodyPr>
          <a:lstStyle/>
          <a:p>
            <a:pPr algn="ctr"/>
            <a:r>
              <a:rPr sz="1000" b="1" i="0">
                <a:solidFill>
                  <a:srgbClr val="1F3864"/>
                </a:solidFill>
                <a:latin typeface="Meiryo UI"/>
                <a:ea typeface="Meiryo UI"/>
              </a:rPr>
              <a:t>営業所・営業部</a:t>
            </a:r>
          </a:p>
        </p:txBody>
      </p:sp>
      <p:sp>
        <p:nvSpPr>
          <p:cNvPr id="15" name="Oval 14"/>
          <p:cNvSpPr/>
          <p:nvPr/>
        </p:nvSpPr>
        <p:spPr>
          <a:xfrm>
            <a:off x="2852928" y="3630168"/>
            <a:ext cx="694944" cy="694944"/>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100" b="1" i="0">
                <a:solidFill>
                  <a:srgbClr val="0B4F37"/>
                </a:solidFill>
                <a:latin typeface="Meiryo UI"/>
                <a:ea typeface="Meiryo UI"/>
              </a:rPr>
              <a:t>先生</a:t>
            </a:r>
          </a:p>
        </p:txBody>
      </p:sp>
      <p:sp>
        <p:nvSpPr>
          <p:cNvPr id="16" name="Rounded Rectangle 15"/>
          <p:cNvSpPr/>
          <p:nvPr/>
        </p:nvSpPr>
        <p:spPr>
          <a:xfrm>
            <a:off x="685800" y="5806440"/>
            <a:ext cx="5074920" cy="502920"/>
          </a:xfrm>
          <a:prstGeom prst="roundRect">
            <a:avLst>
              <a:gd name="adj" fmla="val 15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050" b="1" i="0">
                <a:solidFill>
                  <a:srgbClr val="595959"/>
                </a:solidFill>
                <a:latin typeface="Meiryo UI"/>
                <a:ea typeface="Meiryo UI"/>
              </a:rPr>
              <a:t>※ 大学の先生が、担当範囲を超えて広域・全国に影響を持つこともある</a:t>
            </a:r>
          </a:p>
        </p:txBody>
      </p:sp>
      <p:sp>
        <p:nvSpPr>
          <p:cNvPr id="17" name="Rounded Rectangle 16"/>
          <p:cNvSpPr/>
          <p:nvPr/>
        </p:nvSpPr>
        <p:spPr>
          <a:xfrm>
            <a:off x="6309360" y="1874519"/>
            <a:ext cx="5349240" cy="9601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spcAft>
                <a:spcPts val="400"/>
              </a:spcAft>
            </a:pPr>
            <a:r>
              <a:rPr sz="1300" b="1" i="0">
                <a:solidFill>
                  <a:srgbClr val="B86A00"/>
                </a:solidFill>
                <a:latin typeface="Meiryo UI"/>
                <a:ea typeface="Meiryo UI"/>
              </a:rPr>
              <a:t>他の大学・基幹病院へ広げる</a:t>
            </a:r>
          </a:p>
          <a:p>
            <a:pPr algn="l">
              <a:lnSpc>
                <a:spcPct val="120000"/>
              </a:lnSpc>
            </a:pPr>
            <a:r>
              <a:rPr sz="1100" b="0" i="0">
                <a:solidFill>
                  <a:srgbClr val="262626"/>
                </a:solidFill>
                <a:latin typeface="Meiryo UI"/>
                <a:ea typeface="Meiryo UI"/>
              </a:rPr>
              <a:t>同じ課題を持つ施設は、範囲の中に必ずある</a:t>
            </a:r>
          </a:p>
        </p:txBody>
      </p:sp>
      <p:sp>
        <p:nvSpPr>
          <p:cNvPr id="18" name="Rounded Rectangle 17"/>
          <p:cNvSpPr/>
          <p:nvPr/>
        </p:nvSpPr>
        <p:spPr>
          <a:xfrm>
            <a:off x="6309360" y="2944368"/>
            <a:ext cx="5349240" cy="9601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spcAft>
                <a:spcPts val="400"/>
              </a:spcAft>
            </a:pPr>
            <a:r>
              <a:rPr sz="1300" b="1" i="0">
                <a:solidFill>
                  <a:srgbClr val="B86A00"/>
                </a:solidFill>
                <a:latin typeface="Meiryo UI"/>
                <a:ea typeface="Meiryo UI"/>
              </a:rPr>
              <a:t>他の担当MRの活動に活かす</a:t>
            </a:r>
          </a:p>
          <a:p>
            <a:pPr algn="l">
              <a:lnSpc>
                <a:spcPct val="120000"/>
              </a:lnSpc>
            </a:pPr>
            <a:r>
              <a:rPr sz="1100" b="0" i="0">
                <a:solidFill>
                  <a:srgbClr val="262626"/>
                </a:solidFill>
                <a:latin typeface="Meiryo UI"/>
                <a:ea typeface="Meiryo UI"/>
              </a:rPr>
              <a:t>自分が得た情報は、チームの武器になる</a:t>
            </a:r>
          </a:p>
        </p:txBody>
      </p:sp>
      <p:sp>
        <p:nvSpPr>
          <p:cNvPr id="19" name="Rounded Rectangle 18"/>
          <p:cNvSpPr/>
          <p:nvPr/>
        </p:nvSpPr>
        <p:spPr>
          <a:xfrm>
            <a:off x="6309360" y="4014215"/>
            <a:ext cx="5349240" cy="9601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spcAft>
                <a:spcPts val="400"/>
              </a:spcAft>
            </a:pPr>
            <a:r>
              <a:rPr sz="1300" b="1" i="0">
                <a:solidFill>
                  <a:srgbClr val="B86A00"/>
                </a:solidFill>
                <a:latin typeface="Meiryo UI"/>
                <a:ea typeface="Meiryo UI"/>
              </a:rPr>
              <a:t>講演会・研究会で発信する</a:t>
            </a:r>
          </a:p>
          <a:p>
            <a:pPr algn="l">
              <a:lnSpc>
                <a:spcPct val="120000"/>
              </a:lnSpc>
            </a:pPr>
            <a:r>
              <a:rPr sz="1100" b="0" i="0">
                <a:solidFill>
                  <a:srgbClr val="262626"/>
                </a:solidFill>
                <a:latin typeface="Meiryo UI"/>
                <a:ea typeface="Meiryo UI"/>
              </a:rPr>
              <a:t>1対1の面会では届かない範囲に、一度に届く</a:t>
            </a:r>
          </a:p>
        </p:txBody>
      </p:sp>
      <p:sp>
        <p:nvSpPr>
          <p:cNvPr id="20" name="Rounded Rectangle 19"/>
          <p:cNvSpPr/>
          <p:nvPr/>
        </p:nvSpPr>
        <p:spPr>
          <a:xfrm>
            <a:off x="6309360" y="5084064"/>
            <a:ext cx="5349240" cy="9601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spcAft>
                <a:spcPts val="400"/>
              </a:spcAft>
            </a:pPr>
            <a:r>
              <a:rPr sz="1300" b="1" i="0">
                <a:solidFill>
                  <a:srgbClr val="B86A00"/>
                </a:solidFill>
                <a:latin typeface="Meiryo UI"/>
                <a:ea typeface="Meiryo UI"/>
              </a:rPr>
              <a:t>疾患啓発へつなげる</a:t>
            </a:r>
          </a:p>
          <a:p>
            <a:pPr algn="l">
              <a:lnSpc>
                <a:spcPct val="120000"/>
              </a:lnSpc>
            </a:pPr>
            <a:r>
              <a:rPr sz="1100" b="0" i="0">
                <a:solidFill>
                  <a:srgbClr val="262626"/>
                </a:solidFill>
                <a:latin typeface="Meiryo UI"/>
                <a:ea typeface="Meiryo UI"/>
              </a:rPr>
              <a:t>担当範囲を超えて、患者さんの流れそのものを変える</a:t>
            </a:r>
          </a:p>
        </p:txBody>
      </p:sp>
      <p:sp>
        <p:nvSpPr>
          <p:cNvPr id="21" name="Rounded Rectangle 20"/>
          <p:cNvSpPr/>
          <p:nvPr/>
        </p:nvSpPr>
        <p:spPr>
          <a:xfrm>
            <a:off x="6309360" y="5806440"/>
            <a:ext cx="5349240" cy="502920"/>
          </a:xfrm>
          <a:prstGeom prst="roundRect">
            <a:avLst>
              <a:gd name="adj" fmla="val 15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0B4F37"/>
                </a:solidFill>
                <a:latin typeface="Meiryo UI"/>
                <a:ea typeface="Meiryo UI"/>
              </a:rPr>
              <a:t>一施設で終わらせない。それが大学担当の価値。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 name="Rounded Rectangle 2"/>
          <p:cNvSpPr/>
          <p:nvPr/>
        </p:nvSpPr>
        <p:spPr>
          <a:xfrm>
            <a:off x="548640" y="365760"/>
            <a:ext cx="2011680" cy="384048"/>
          </a:xfrm>
          <a:prstGeom prst="roundRect">
            <a:avLst>
              <a:gd name="adj" fmla="val 50000"/>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0B4F37"/>
                </a:solidFill>
                <a:latin typeface="Meiryo UI"/>
                <a:ea typeface="Meiryo UI"/>
              </a:rPr>
              <a:t>BEYOND</a:t>
            </a:r>
          </a:p>
        </p:txBody>
      </p:sp>
      <p:sp>
        <p:nvSpPr>
          <p:cNvPr id="4" name="TextBox 3"/>
          <p:cNvSpPr txBox="1"/>
          <p:nvPr/>
        </p:nvSpPr>
        <p:spPr>
          <a:xfrm>
            <a:off x="548640" y="960120"/>
            <a:ext cx="11155680" cy="457200"/>
          </a:xfrm>
          <a:prstGeom prst="rect">
            <a:avLst/>
          </a:prstGeom>
          <a:noFill/>
        </p:spPr>
        <p:txBody>
          <a:bodyPr wrap="square" lIns="0" rIns="0" tIns="0" bIns="0" anchor="t">
            <a:spAutoFit/>
          </a:bodyPr>
          <a:lstStyle/>
          <a:p>
            <a:pPr algn="l"/>
            <a:r>
              <a:rPr sz="1700" b="1" i="0">
                <a:solidFill>
                  <a:srgbClr val="BFE8D2"/>
                </a:solidFill>
                <a:latin typeface="Meiryo UI"/>
                <a:ea typeface="Meiryo UI"/>
              </a:rPr>
              <a:t>大学担当者として、目指す状態</a:t>
            </a:r>
          </a:p>
        </p:txBody>
      </p:sp>
      <p:sp>
        <p:nvSpPr>
          <p:cNvPr id="5" name="Rounded Rectangle 4"/>
          <p:cNvSpPr/>
          <p:nvPr/>
        </p:nvSpPr>
        <p:spPr>
          <a:xfrm>
            <a:off x="548640" y="1554480"/>
            <a:ext cx="11109960" cy="1234440"/>
          </a:xfrm>
          <a:prstGeom prst="roundRect">
            <a:avLst>
              <a:gd name="adj" fmla="val 10000"/>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400"/>
              </a:spcAft>
            </a:pPr>
            <a:r>
              <a:rPr sz="2600" b="1" i="0">
                <a:solidFill>
                  <a:srgbClr val="0B4F37"/>
                </a:solidFill>
                <a:latin typeface="Meiryo UI"/>
                <a:ea typeface="Meiryo UI"/>
              </a:rPr>
              <a:t>「この範囲は、自分に任せてください。</a:t>
            </a:r>
          </a:p>
          <a:p>
            <a:pPr algn="ctr"/>
            <a:r>
              <a:rPr sz="2600" b="1" i="0">
                <a:solidFill>
                  <a:srgbClr val="0B4F37"/>
                </a:solidFill>
                <a:latin typeface="Meiryo UI"/>
                <a:ea typeface="Meiryo UI"/>
              </a:rPr>
              <a:t>そのために、大学をこう使います」</a:t>
            </a:r>
          </a:p>
        </p:txBody>
      </p:sp>
      <p:sp>
        <p:nvSpPr>
          <p:cNvPr id="6" name="TextBox 5"/>
          <p:cNvSpPr txBox="1"/>
          <p:nvPr/>
        </p:nvSpPr>
        <p:spPr>
          <a:xfrm>
            <a:off x="548640" y="2971800"/>
            <a:ext cx="11155680" cy="365760"/>
          </a:xfrm>
          <a:prstGeom prst="rect">
            <a:avLst/>
          </a:prstGeom>
          <a:noFill/>
        </p:spPr>
        <p:txBody>
          <a:bodyPr wrap="square" lIns="0" rIns="0" tIns="0" bIns="0" anchor="t">
            <a:spAutoFit/>
          </a:bodyPr>
          <a:lstStyle/>
          <a:p>
            <a:pPr algn="ctr"/>
            <a:r>
              <a:rPr sz="1400" b="0" i="0">
                <a:solidFill>
                  <a:srgbClr val="FFFFFF"/>
                </a:solidFill>
                <a:latin typeface="Meiryo UI"/>
                <a:ea typeface="Meiryo UI"/>
              </a:rPr>
              <a:t>と、自分の言葉で説明できる状態。そのために、次の5つを自分なりに考えます。</a:t>
            </a:r>
          </a:p>
        </p:txBody>
      </p:sp>
      <p:sp>
        <p:nvSpPr>
          <p:cNvPr id="7" name="Rounded Rectangle 6"/>
          <p:cNvSpPr/>
          <p:nvPr/>
        </p:nvSpPr>
        <p:spPr>
          <a:xfrm>
            <a:off x="548640" y="3520440"/>
            <a:ext cx="2084831" cy="1051560"/>
          </a:xfrm>
          <a:prstGeom prst="roundRect">
            <a:avLst>
              <a:gd name="adj" fmla="val 10000"/>
            </a:avLst>
          </a:prstGeom>
          <a:solidFill>
            <a:srgbClr val="0735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spcAft>
                <a:spcPts val="600"/>
              </a:spcAft>
            </a:pPr>
            <a:r>
              <a:rPr sz="1500" b="1" i="0">
                <a:solidFill>
                  <a:srgbClr val="FFC000"/>
                </a:solidFill>
                <a:latin typeface="Meiryo UI"/>
                <a:ea typeface="Meiryo UI"/>
              </a:rPr>
              <a:t>01</a:t>
            </a:r>
          </a:p>
          <a:p>
            <a:pPr algn="ctr">
              <a:lnSpc>
                <a:spcPct val="120000"/>
              </a:lnSpc>
            </a:pPr>
            <a:r>
              <a:rPr sz="1150" b="1" i="0">
                <a:solidFill>
                  <a:srgbClr val="FFFFFF"/>
                </a:solidFill>
                <a:latin typeface="Meiryo UI"/>
                <a:ea typeface="Meiryo UI"/>
              </a:rPr>
              <a:t>どの施設を優先するか</a:t>
            </a:r>
          </a:p>
        </p:txBody>
      </p:sp>
      <p:sp>
        <p:nvSpPr>
          <p:cNvPr id="8" name="Rounded Rectangle 7"/>
          <p:cNvSpPr/>
          <p:nvPr/>
        </p:nvSpPr>
        <p:spPr>
          <a:xfrm>
            <a:off x="2807208" y="3520440"/>
            <a:ext cx="2084831" cy="1051560"/>
          </a:xfrm>
          <a:prstGeom prst="roundRect">
            <a:avLst>
              <a:gd name="adj" fmla="val 10000"/>
            </a:avLst>
          </a:prstGeom>
          <a:solidFill>
            <a:srgbClr val="0735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spcAft>
                <a:spcPts val="600"/>
              </a:spcAft>
            </a:pPr>
            <a:r>
              <a:rPr sz="1500" b="1" i="0">
                <a:solidFill>
                  <a:srgbClr val="FFC000"/>
                </a:solidFill>
                <a:latin typeface="Meiryo UI"/>
                <a:ea typeface="Meiryo UI"/>
              </a:rPr>
              <a:t>02</a:t>
            </a:r>
          </a:p>
          <a:p>
            <a:pPr algn="ctr">
              <a:lnSpc>
                <a:spcPct val="120000"/>
              </a:lnSpc>
            </a:pPr>
            <a:r>
              <a:rPr sz="1150" b="1" i="0">
                <a:solidFill>
                  <a:srgbClr val="FFFFFF"/>
                </a:solidFill>
                <a:latin typeface="Meiryo UI"/>
                <a:ea typeface="Meiryo UI"/>
              </a:rPr>
              <a:t>大学と基幹病院を、どう組み合わせるか</a:t>
            </a:r>
          </a:p>
        </p:txBody>
      </p:sp>
      <p:sp>
        <p:nvSpPr>
          <p:cNvPr id="9" name="Rounded Rectangle 8"/>
          <p:cNvSpPr/>
          <p:nvPr/>
        </p:nvSpPr>
        <p:spPr>
          <a:xfrm>
            <a:off x="5065776" y="3520440"/>
            <a:ext cx="2084831" cy="1051560"/>
          </a:xfrm>
          <a:prstGeom prst="roundRect">
            <a:avLst>
              <a:gd name="adj" fmla="val 10000"/>
            </a:avLst>
          </a:prstGeom>
          <a:solidFill>
            <a:srgbClr val="0735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spcAft>
                <a:spcPts val="600"/>
              </a:spcAft>
            </a:pPr>
            <a:r>
              <a:rPr sz="1500" b="1" i="0">
                <a:solidFill>
                  <a:srgbClr val="FFC000"/>
                </a:solidFill>
                <a:latin typeface="Meiryo UI"/>
                <a:ea typeface="Meiryo UI"/>
              </a:rPr>
              <a:t>03</a:t>
            </a:r>
          </a:p>
          <a:p>
            <a:pPr algn="ctr">
              <a:lnSpc>
                <a:spcPct val="120000"/>
              </a:lnSpc>
            </a:pPr>
            <a:r>
              <a:rPr sz="1150" b="1" i="0">
                <a:solidFill>
                  <a:srgbClr val="FFFFFF"/>
                </a:solidFill>
                <a:latin typeface="Meiryo UI"/>
                <a:ea typeface="Meiryo UI"/>
              </a:rPr>
              <a:t>誰の影響力を使うか</a:t>
            </a:r>
          </a:p>
        </p:txBody>
      </p:sp>
      <p:sp>
        <p:nvSpPr>
          <p:cNvPr id="10" name="Rounded Rectangle 9"/>
          <p:cNvSpPr/>
          <p:nvPr/>
        </p:nvSpPr>
        <p:spPr>
          <a:xfrm>
            <a:off x="7324344" y="3520440"/>
            <a:ext cx="2084831" cy="1051560"/>
          </a:xfrm>
          <a:prstGeom prst="roundRect">
            <a:avLst>
              <a:gd name="adj" fmla="val 10000"/>
            </a:avLst>
          </a:prstGeom>
          <a:solidFill>
            <a:srgbClr val="0735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spcAft>
                <a:spcPts val="600"/>
              </a:spcAft>
            </a:pPr>
            <a:r>
              <a:rPr sz="1500" b="1" i="0">
                <a:solidFill>
                  <a:srgbClr val="FFC000"/>
                </a:solidFill>
                <a:latin typeface="Meiryo UI"/>
                <a:ea typeface="Meiryo UI"/>
              </a:rPr>
              <a:t>04</a:t>
            </a:r>
          </a:p>
          <a:p>
            <a:pPr algn="ctr">
              <a:lnSpc>
                <a:spcPct val="120000"/>
              </a:lnSpc>
            </a:pPr>
            <a:r>
              <a:rPr sz="1150" b="1" i="0">
                <a:solidFill>
                  <a:srgbClr val="FFFFFF"/>
                </a:solidFill>
                <a:latin typeface="Meiryo UI"/>
                <a:ea typeface="Meiryo UI"/>
              </a:rPr>
              <a:t>どの情報を、取りに行くか</a:t>
            </a:r>
          </a:p>
        </p:txBody>
      </p:sp>
      <p:sp>
        <p:nvSpPr>
          <p:cNvPr id="11" name="Rounded Rectangle 10"/>
          <p:cNvSpPr/>
          <p:nvPr/>
        </p:nvSpPr>
        <p:spPr>
          <a:xfrm>
            <a:off x="9582912" y="3520440"/>
            <a:ext cx="2084831" cy="1051560"/>
          </a:xfrm>
          <a:prstGeom prst="roundRect">
            <a:avLst>
              <a:gd name="adj" fmla="val 10000"/>
            </a:avLst>
          </a:prstGeom>
          <a:solidFill>
            <a:srgbClr val="0735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spcAft>
                <a:spcPts val="600"/>
              </a:spcAft>
            </a:pPr>
            <a:r>
              <a:rPr sz="1500" b="1" i="0">
                <a:solidFill>
                  <a:srgbClr val="FFC000"/>
                </a:solidFill>
                <a:latin typeface="Meiryo UI"/>
                <a:ea typeface="Meiryo UI"/>
              </a:rPr>
              <a:t>05</a:t>
            </a:r>
          </a:p>
          <a:p>
            <a:pPr algn="ctr">
              <a:lnSpc>
                <a:spcPct val="120000"/>
              </a:lnSpc>
            </a:pPr>
            <a:r>
              <a:rPr sz="1150" b="1" i="0">
                <a:solidFill>
                  <a:srgbClr val="FFFFFF"/>
                </a:solidFill>
                <a:latin typeface="Meiryo UI"/>
                <a:ea typeface="Meiryo UI"/>
              </a:rPr>
              <a:t>どんな施策を打つか</a:t>
            </a:r>
          </a:p>
        </p:txBody>
      </p:sp>
      <p:sp>
        <p:nvSpPr>
          <p:cNvPr id="12" name="Rounded Rectangle 11"/>
          <p:cNvSpPr/>
          <p:nvPr/>
        </p:nvSpPr>
        <p:spPr>
          <a:xfrm>
            <a:off x="548640" y="4800600"/>
            <a:ext cx="11109960" cy="777240"/>
          </a:xfrm>
          <a:prstGeom prst="roundRect">
            <a:avLst>
              <a:gd name="adj" fmla="val 10000"/>
            </a:avLst>
          </a:prstGeom>
          <a:solidFill>
            <a:srgbClr val="0735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ctr">
              <a:spcAft>
                <a:spcPts val="500"/>
              </a:spcAft>
            </a:pPr>
            <a:r>
              <a:rPr sz="1500" b="1" i="0">
                <a:solidFill>
                  <a:srgbClr val="FFFFFF"/>
                </a:solidFill>
                <a:latin typeface="Meiryo UI"/>
                <a:ea typeface="Meiryo UI"/>
              </a:rPr>
              <a:t>一施設の担当者という視点ではなく、営業所・営業部に近い視座で考えてみる。</a:t>
            </a:r>
          </a:p>
          <a:p>
            <a:pPr algn="ctr"/>
            <a:r>
              <a:rPr sz="1350" b="1" i="0">
                <a:solidFill>
                  <a:srgbClr val="FFC000"/>
                </a:solidFill>
                <a:latin typeface="Meiryo UI"/>
                <a:ea typeface="Meiryo UI"/>
              </a:rPr>
              <a:t>指示された活動をこなす人ではなく、任された範囲に責任を持ち、活動を設計・提案できる人へ。</a:t>
            </a:r>
          </a:p>
        </p:txBody>
      </p:sp>
      <p:sp>
        <p:nvSpPr>
          <p:cNvPr id="13" name="Rounded Rectangle 12"/>
          <p:cNvSpPr/>
          <p:nvPr/>
        </p:nvSpPr>
        <p:spPr>
          <a:xfrm>
            <a:off x="548640" y="5715000"/>
            <a:ext cx="11109960" cy="658368"/>
          </a:xfrm>
          <a:prstGeom prst="roundRect">
            <a:avLst>
              <a:gd name="adj" fmla="val 10000"/>
            </a:avLst>
          </a:prstGeom>
          <a:solidFill>
            <a:srgbClr val="1163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lnSpc>
                <a:spcPct val="125000"/>
              </a:lnSpc>
            </a:pPr>
            <a:r>
              <a:rPr sz="1200" b="0" i="0">
                <a:solidFill>
                  <a:srgbClr val="BFE8D2"/>
                </a:solidFill>
                <a:latin typeface="Meiryo UI"/>
                <a:ea typeface="Meiryo UI"/>
              </a:rPr>
              <a:t>現実には、会社の方針や予算で、最適でない施策を行うこともあります。それでも、自分の範囲を理解していれば</a:t>
            </a:r>
            <a:r>
              <a:rPr sz="1200" b="1" i="0">
                <a:solidFill>
                  <a:srgbClr val="FFFFFF"/>
                </a:solidFill>
                <a:latin typeface="Meiryo UI"/>
                <a:ea typeface="Meiryo UI"/>
              </a:rPr>
              <a:t>「予算があるなら、こちらの施策のほうが成果につながります」と提案できる。</a:t>
            </a:r>
          </a:p>
        </p:txBody>
      </p:sp>
      <p:sp>
        <p:nvSpPr>
          <p:cNvPr id="14" name="TextBox 1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BFE8D2"/>
                </a:solidFill>
                <a:latin typeface="Meiryo UI"/>
                <a:ea typeface="Meiryo UI"/>
              </a:rPr>
              <a:t>Renal MR スキルアッププロジェクト DAY4｜戦略的思考</a:t>
            </a:r>
          </a:p>
        </p:txBody>
      </p:sp>
      <p:sp>
        <p:nvSpPr>
          <p:cNvPr id="15" name="TextBox 1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BFE8D2"/>
                </a:solidFill>
                <a:latin typeface="Meiryo UI"/>
                <a:ea typeface="Meiryo U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WRAP UP</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本日のまとめ — 戦略的思考は、この3つを考えることから</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29</a:t>
            </a:r>
          </a:p>
        </p:txBody>
      </p:sp>
      <p:sp>
        <p:nvSpPr>
          <p:cNvPr id="6" name="Rounded Rectangle 5"/>
          <p:cNvSpPr/>
          <p:nvPr/>
        </p:nvSpPr>
        <p:spPr>
          <a:xfrm>
            <a:off x="548640" y="1783080"/>
            <a:ext cx="1463040" cy="960120"/>
          </a:xfrm>
          <a:prstGeom prst="roundRect">
            <a:avLst>
              <a:gd name="adj" fmla="val 12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spcAft>
                <a:spcPts val="100"/>
              </a:spcAft>
            </a:pPr>
            <a:r>
              <a:rPr sz="1250" b="1" i="0">
                <a:solidFill>
                  <a:srgbClr val="FFFFFF"/>
                </a:solidFill>
                <a:latin typeface="Meiryo UI"/>
                <a:ea typeface="Meiryo UI"/>
              </a:rPr>
              <a:t>どこを</a:t>
            </a:r>
          </a:p>
          <a:p>
            <a:pPr algn="ctr">
              <a:lnSpc>
                <a:spcPct val="115000"/>
              </a:lnSpc>
            </a:pPr>
            <a:r>
              <a:rPr sz="1250" b="1" i="0">
                <a:solidFill>
                  <a:srgbClr val="FFFFFF"/>
                </a:solidFill>
                <a:latin typeface="Meiryo UI"/>
                <a:ea typeface="Meiryo UI"/>
              </a:rPr>
              <a:t>見るか</a:t>
            </a:r>
          </a:p>
        </p:txBody>
      </p:sp>
      <p:sp>
        <p:nvSpPr>
          <p:cNvPr id="7" name="Rounded Rectangle 6"/>
          <p:cNvSpPr/>
          <p:nvPr/>
        </p:nvSpPr>
        <p:spPr>
          <a:xfrm>
            <a:off x="2148840" y="1783080"/>
            <a:ext cx="9509760" cy="9601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l">
              <a:spcAft>
                <a:spcPts val="400"/>
              </a:spcAft>
            </a:pPr>
            <a:r>
              <a:rPr sz="1600" b="1" i="0">
                <a:solidFill>
                  <a:srgbClr val="1F3864"/>
                </a:solidFill>
                <a:latin typeface="Meiryo UI"/>
                <a:ea typeface="Meiryo UI"/>
              </a:rPr>
              <a:t>大学に固執しない。大学は範囲の中の「1施設」</a:t>
            </a:r>
          </a:p>
          <a:p>
            <a:pPr algn="l">
              <a:lnSpc>
                <a:spcPct val="120000"/>
              </a:lnSpc>
            </a:pPr>
            <a:r>
              <a:rPr sz="1250" b="0" i="0">
                <a:solidFill>
                  <a:srgbClr val="262626"/>
                </a:solidFill>
                <a:latin typeface="Meiryo UI"/>
                <a:ea typeface="Meiryo UI"/>
              </a:rPr>
              <a:t>「大学を軸としたエリア攻略」ではなく、「エリア攻略のために大学を活かす」。</a:t>
            </a:r>
          </a:p>
        </p:txBody>
      </p:sp>
      <p:sp>
        <p:nvSpPr>
          <p:cNvPr id="8" name="Rounded Rectangle 7"/>
          <p:cNvSpPr/>
          <p:nvPr/>
        </p:nvSpPr>
        <p:spPr>
          <a:xfrm>
            <a:off x="548640" y="2880360"/>
            <a:ext cx="1463040" cy="960120"/>
          </a:xfrm>
          <a:prstGeom prst="roundRect">
            <a:avLst>
              <a:gd name="adj" fmla="val 12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spcAft>
                <a:spcPts val="100"/>
              </a:spcAft>
            </a:pPr>
            <a:r>
              <a:rPr sz="1250" b="1" i="0">
                <a:solidFill>
                  <a:srgbClr val="FFFFFF"/>
                </a:solidFill>
                <a:latin typeface="Meiryo UI"/>
                <a:ea typeface="Meiryo UI"/>
              </a:rPr>
              <a:t>何のために</a:t>
            </a:r>
          </a:p>
          <a:p>
            <a:pPr algn="ctr">
              <a:lnSpc>
                <a:spcPct val="115000"/>
              </a:lnSpc>
            </a:pPr>
            <a:r>
              <a:rPr sz="1250" b="1" i="0">
                <a:solidFill>
                  <a:srgbClr val="FFFFFF"/>
                </a:solidFill>
                <a:latin typeface="Meiryo UI"/>
                <a:ea typeface="Meiryo UI"/>
              </a:rPr>
              <a:t>動くか</a:t>
            </a:r>
          </a:p>
        </p:txBody>
      </p:sp>
      <p:sp>
        <p:nvSpPr>
          <p:cNvPr id="9" name="Rounded Rectangle 8"/>
          <p:cNvSpPr/>
          <p:nvPr/>
        </p:nvSpPr>
        <p:spPr>
          <a:xfrm>
            <a:off x="2148840" y="2880360"/>
            <a:ext cx="9509760" cy="9601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l">
              <a:spcAft>
                <a:spcPts val="400"/>
              </a:spcAft>
            </a:pPr>
            <a:r>
              <a:rPr sz="1600" b="1" i="0">
                <a:solidFill>
                  <a:srgbClr val="B86A00"/>
                </a:solidFill>
                <a:latin typeface="Meiryo UI"/>
                <a:ea typeface="Meiryo UI"/>
              </a:rPr>
              <a:t>情報からではなく、成功像から</a:t>
            </a:r>
          </a:p>
          <a:p>
            <a:pPr algn="l">
              <a:lnSpc>
                <a:spcPct val="120000"/>
              </a:lnSpc>
            </a:pPr>
            <a:r>
              <a:rPr sz="1250" b="0" i="0">
                <a:solidFill>
                  <a:srgbClr val="262626"/>
                </a:solidFill>
                <a:latin typeface="Meiryo UI"/>
                <a:ea typeface="Meiryo UI"/>
              </a:rPr>
              <a:t>成功像 → 大学・医局に求める役割の仮説 → 必要な情報 → 取りに行く → 修正。</a:t>
            </a:r>
          </a:p>
        </p:txBody>
      </p:sp>
      <p:sp>
        <p:nvSpPr>
          <p:cNvPr id="10" name="Rounded Rectangle 9"/>
          <p:cNvSpPr/>
          <p:nvPr/>
        </p:nvSpPr>
        <p:spPr>
          <a:xfrm>
            <a:off x="548640" y="3977639"/>
            <a:ext cx="1463040" cy="960120"/>
          </a:xfrm>
          <a:prstGeom prst="roundRect">
            <a:avLst>
              <a:gd name="adj" fmla="val 12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spcAft>
                <a:spcPts val="100"/>
              </a:spcAft>
            </a:pPr>
            <a:r>
              <a:rPr sz="1250" b="1" i="0">
                <a:solidFill>
                  <a:srgbClr val="FFFFFF"/>
                </a:solidFill>
                <a:latin typeface="Meiryo UI"/>
                <a:ea typeface="Meiryo UI"/>
              </a:rPr>
              <a:t>どこに</a:t>
            </a:r>
          </a:p>
          <a:p>
            <a:pPr algn="ctr">
              <a:lnSpc>
                <a:spcPct val="115000"/>
              </a:lnSpc>
            </a:pPr>
            <a:r>
              <a:rPr sz="1250" b="1" i="0">
                <a:solidFill>
                  <a:srgbClr val="FFFFFF"/>
                </a:solidFill>
                <a:latin typeface="Meiryo UI"/>
                <a:ea typeface="Meiryo UI"/>
              </a:rPr>
              <a:t>置くか</a:t>
            </a:r>
          </a:p>
        </p:txBody>
      </p:sp>
      <p:sp>
        <p:nvSpPr>
          <p:cNvPr id="11" name="Rounded Rectangle 10"/>
          <p:cNvSpPr/>
          <p:nvPr/>
        </p:nvSpPr>
        <p:spPr>
          <a:xfrm>
            <a:off x="2148840" y="3977639"/>
            <a:ext cx="9509760" cy="9601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l">
              <a:spcAft>
                <a:spcPts val="400"/>
              </a:spcAft>
            </a:pPr>
            <a:r>
              <a:rPr sz="1600" b="1" i="0">
                <a:solidFill>
                  <a:srgbClr val="128A54"/>
                </a:solidFill>
                <a:latin typeface="Meiryo UI"/>
                <a:ea typeface="Meiryo UI"/>
              </a:rPr>
              <a:t>打ち手は、WIN-WINの重なりに置く</a:t>
            </a:r>
          </a:p>
          <a:p>
            <a:pPr algn="l">
              <a:lnSpc>
                <a:spcPct val="120000"/>
              </a:lnSpc>
            </a:pPr>
            <a:r>
              <a:rPr sz="1250" b="0" i="0">
                <a:solidFill>
                  <a:srgbClr val="262626"/>
                </a:solidFill>
                <a:latin typeface="Meiryo UI"/>
                <a:ea typeface="Meiryo UI"/>
              </a:rPr>
              <a:t>自分の範囲の成功像と、医局がしたいことが重なるところ。だから相手も本気で動く。</a:t>
            </a:r>
          </a:p>
        </p:txBody>
      </p:sp>
      <p:sp>
        <p:nvSpPr>
          <p:cNvPr id="12" name="Rounded Rectangle 11"/>
          <p:cNvSpPr/>
          <p:nvPr/>
        </p:nvSpPr>
        <p:spPr>
          <a:xfrm>
            <a:off x="548640" y="5120640"/>
            <a:ext cx="11109960" cy="114300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ctr">
              <a:spcAft>
                <a:spcPts val="500"/>
              </a:spcAft>
            </a:pPr>
            <a:r>
              <a:rPr sz="1400" b="1" i="0">
                <a:solidFill>
                  <a:srgbClr val="FFFFFF"/>
                </a:solidFill>
                <a:latin typeface="Meiryo UI"/>
                <a:ea typeface="Meiryo UI"/>
              </a:rPr>
              <a:t>今日の持ち帰りは、これだけで十分です。</a:t>
            </a:r>
          </a:p>
          <a:p>
            <a:pPr algn="ctr">
              <a:spcAft>
                <a:spcPts val="400"/>
              </a:spcAft>
            </a:pPr>
            <a:r>
              <a:rPr sz="2100" b="1" i="0">
                <a:solidFill>
                  <a:srgbClr val="FFC000"/>
                </a:solidFill>
                <a:latin typeface="Meiryo UI"/>
                <a:ea typeface="Meiryo UI"/>
              </a:rPr>
              <a:t>一度、大学という枠を外して、自分の範囲を眺めてみる。</a:t>
            </a:r>
          </a:p>
          <a:p>
            <a:pPr algn="ctr"/>
            <a:r>
              <a:rPr sz="1250" b="0" i="0">
                <a:solidFill>
                  <a:srgbClr val="BFE8D2"/>
                </a:solidFill>
                <a:latin typeface="Meiryo UI"/>
                <a:ea typeface="Meiryo UI"/>
              </a:rPr>
              <a:t>そして、整った戦略より「なぜそれが重要か」を語れる戦略を。</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ACTION</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行動宣言 — 明日からの一手を、1人1行</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30</a:t>
            </a:r>
          </a:p>
        </p:txBody>
      </p:sp>
      <p:sp>
        <p:nvSpPr>
          <p:cNvPr id="6" name="Rounded Rectangle 5"/>
          <p:cNvSpPr/>
          <p:nvPr/>
        </p:nvSpPr>
        <p:spPr>
          <a:xfrm>
            <a:off x="548640" y="1691640"/>
            <a:ext cx="11109960" cy="960120"/>
          </a:xfrm>
          <a:prstGeom prst="roundRect">
            <a:avLst>
              <a:gd name="adj" fmla="val 8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ctr">
              <a:spcAft>
                <a:spcPts val="600"/>
              </a:spcAft>
            </a:pPr>
            <a:r>
              <a:rPr sz="1700" b="1" i="0">
                <a:solidFill>
                  <a:srgbClr val="262626"/>
                </a:solidFill>
                <a:latin typeface="Meiryo UI"/>
                <a:ea typeface="Meiryo UI"/>
              </a:rPr>
              <a:t>今日つくった絵と言葉から</a:t>
            </a:r>
            <a:r>
              <a:rPr sz="1700" b="1" i="0">
                <a:solidFill>
                  <a:srgbClr val="C00000"/>
                </a:solidFill>
                <a:latin typeface="Meiryo UI"/>
                <a:ea typeface="Meiryo UI"/>
              </a:rPr>
              <a:t>「明日やること」を1つだけ</a:t>
            </a:r>
            <a:r>
              <a:rPr sz="1700" b="1" i="0">
                <a:solidFill>
                  <a:srgbClr val="262626"/>
                </a:solidFill>
                <a:latin typeface="Meiryo UI"/>
                <a:ea typeface="Meiryo UI"/>
              </a:rPr>
              <a:t>選び、チャットに投稿してください</a:t>
            </a:r>
          </a:p>
          <a:p>
            <a:pPr algn="ctr"/>
            <a:r>
              <a:rPr sz="1250" b="0" i="0">
                <a:solidFill>
                  <a:srgbClr val="595959"/>
                </a:solidFill>
                <a:latin typeface="Meiryo UI"/>
                <a:ea typeface="Meiryo UI"/>
              </a:rPr>
              <a:t>宣言した瞬間、研修は「聞いた話」から「自分の計画」に変わります</a:t>
            </a:r>
          </a:p>
        </p:txBody>
      </p:sp>
      <p:sp>
        <p:nvSpPr>
          <p:cNvPr id="7" name="Rounded Rectangle 6"/>
          <p:cNvSpPr/>
          <p:nvPr/>
        </p:nvSpPr>
        <p:spPr>
          <a:xfrm>
            <a:off x="548640" y="2926080"/>
            <a:ext cx="1371600" cy="658368"/>
          </a:xfrm>
          <a:prstGeom prst="roundRect">
            <a:avLst>
              <a:gd name="adj" fmla="val 12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例①</a:t>
            </a:r>
          </a:p>
        </p:txBody>
      </p:sp>
      <p:sp>
        <p:nvSpPr>
          <p:cNvPr id="8" name="Rounded Rectangle 7"/>
          <p:cNvSpPr/>
          <p:nvPr/>
        </p:nvSpPr>
        <p:spPr>
          <a:xfrm>
            <a:off x="2011680" y="2926080"/>
            <a:ext cx="9646920"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l"/>
            <a:r>
              <a:rPr sz="1300" b="0" i="0">
                <a:solidFill>
                  <a:srgbClr val="262626"/>
                </a:solidFill>
                <a:latin typeface="Meiryo UI"/>
                <a:ea typeface="Meiryo UI"/>
              </a:rPr>
              <a:t>「自分の範囲の絵で『？』にした線を、来週の面会で1つ確認する」</a:t>
            </a:r>
          </a:p>
        </p:txBody>
      </p:sp>
      <p:sp>
        <p:nvSpPr>
          <p:cNvPr id="9" name="Rounded Rectangle 8"/>
          <p:cNvSpPr/>
          <p:nvPr/>
        </p:nvSpPr>
        <p:spPr>
          <a:xfrm>
            <a:off x="548640" y="3703320"/>
            <a:ext cx="1371600" cy="658368"/>
          </a:xfrm>
          <a:prstGeom prst="roundRect">
            <a:avLst>
              <a:gd name="adj" fmla="val 12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例②</a:t>
            </a:r>
          </a:p>
        </p:txBody>
      </p:sp>
      <p:sp>
        <p:nvSpPr>
          <p:cNvPr id="10" name="Rounded Rectangle 9"/>
          <p:cNvSpPr/>
          <p:nvPr/>
        </p:nvSpPr>
        <p:spPr>
          <a:xfrm>
            <a:off x="2011680" y="3703320"/>
            <a:ext cx="9646920"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l"/>
            <a:r>
              <a:rPr sz="1300" b="0" i="0">
                <a:solidFill>
                  <a:srgbClr val="262626"/>
                </a:solidFill>
                <a:latin typeface="Meiryo UI"/>
                <a:ea typeface="Meiryo UI"/>
              </a:rPr>
              <a:t>「A大学の医局長に、B大学との関係について聞いてみる」</a:t>
            </a:r>
          </a:p>
        </p:txBody>
      </p:sp>
      <p:sp>
        <p:nvSpPr>
          <p:cNvPr id="11" name="Rounded Rectangle 10"/>
          <p:cNvSpPr/>
          <p:nvPr/>
        </p:nvSpPr>
        <p:spPr>
          <a:xfrm>
            <a:off x="548640" y="4480559"/>
            <a:ext cx="1371600" cy="658368"/>
          </a:xfrm>
          <a:prstGeom prst="roundRect">
            <a:avLst>
              <a:gd name="adj" fmla="val 12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例③</a:t>
            </a:r>
          </a:p>
        </p:txBody>
      </p:sp>
      <p:sp>
        <p:nvSpPr>
          <p:cNvPr id="12" name="Rounded Rectangle 11"/>
          <p:cNvSpPr/>
          <p:nvPr/>
        </p:nvSpPr>
        <p:spPr>
          <a:xfrm>
            <a:off x="2011680" y="4480559"/>
            <a:ext cx="9646920"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l"/>
            <a:r>
              <a:rPr sz="1300" b="0" i="0">
                <a:solidFill>
                  <a:srgbClr val="262626"/>
                </a:solidFill>
                <a:latin typeface="Meiryo UI"/>
                <a:ea typeface="Meiryo UI"/>
              </a:rPr>
              <a:t>「描いた絵を上司に見せて、施設の優先順位が合っているか相談する」</a:t>
            </a:r>
          </a:p>
        </p:txBody>
      </p:sp>
      <p:sp>
        <p:nvSpPr>
          <p:cNvPr id="13" name="Rounded Rectangle 12"/>
          <p:cNvSpPr/>
          <p:nvPr/>
        </p:nvSpPr>
        <p:spPr>
          <a:xfrm>
            <a:off x="548640" y="5349240"/>
            <a:ext cx="11109960" cy="914400"/>
          </a:xfrm>
          <a:prstGeom prst="roundRect">
            <a:avLst>
              <a:gd name="adj" fmla="val 10000"/>
            </a:avLst>
          </a:prstGeom>
          <a:solidFill>
            <a:srgbClr val="FFF6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ctr">
              <a:spcAft>
                <a:spcPts val="500"/>
              </a:spcAft>
            </a:pPr>
            <a:r>
              <a:rPr sz="1450" b="1" i="0">
                <a:solidFill>
                  <a:srgbClr val="C00000"/>
                </a:solidFill>
                <a:latin typeface="Meiryo UI"/>
                <a:ea typeface="Meiryo UI"/>
              </a:rPr>
              <a:t>コツは「電話1本サイズ」に割ること。</a:t>
            </a:r>
            <a:r>
              <a:rPr sz="1350" b="0" i="0">
                <a:solidFill>
                  <a:srgbClr val="262626"/>
                </a:solidFill>
                <a:latin typeface="Meiryo UI"/>
                <a:ea typeface="Meiryo UI"/>
              </a:rPr>
              <a:t>　最初の一歩が小さいほど、実行されます。</a:t>
            </a:r>
          </a:p>
          <a:p>
            <a:pPr algn="ctr"/>
            <a:r>
              <a:rPr sz="1250" b="0" i="0">
                <a:solidFill>
                  <a:srgbClr val="595959"/>
                </a:solidFill>
                <a:latin typeface="Meiryo UI"/>
                <a:ea typeface="Meiryo UI"/>
              </a:rPr>
              <a:t>投稿された宣言と気づきは、事務局が集約し、録画・資料とあわせて全員（欠席者含む）へ共有します。</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 name="TextBox 2"/>
          <p:cNvSpPr txBox="1"/>
          <p:nvPr/>
        </p:nvSpPr>
        <p:spPr>
          <a:xfrm>
            <a:off x="914400" y="1600200"/>
            <a:ext cx="10332720" cy="1097280"/>
          </a:xfrm>
          <a:prstGeom prst="rect">
            <a:avLst/>
          </a:prstGeom>
          <a:noFill/>
        </p:spPr>
        <p:txBody>
          <a:bodyPr wrap="square" lIns="0" rIns="0" tIns="0" bIns="0" anchor="t">
            <a:spAutoFit/>
          </a:bodyPr>
          <a:lstStyle/>
          <a:p>
            <a:pPr algn="l"/>
            <a:r>
              <a:rPr sz="4200" b="1" i="0">
                <a:solidFill>
                  <a:srgbClr val="FFFFFF"/>
                </a:solidFill>
                <a:latin typeface="Meiryo UI"/>
                <a:ea typeface="Meiryo UI"/>
              </a:rPr>
              <a:t>ありがとうございました</a:t>
            </a:r>
          </a:p>
        </p:txBody>
      </p:sp>
      <p:sp>
        <p:nvSpPr>
          <p:cNvPr id="4" name="TextBox 3"/>
          <p:cNvSpPr txBox="1"/>
          <p:nvPr/>
        </p:nvSpPr>
        <p:spPr>
          <a:xfrm>
            <a:off x="960120" y="2834640"/>
            <a:ext cx="10332720" cy="548640"/>
          </a:xfrm>
          <a:prstGeom prst="rect">
            <a:avLst/>
          </a:prstGeom>
          <a:noFill/>
        </p:spPr>
        <p:txBody>
          <a:bodyPr wrap="square" lIns="0" rIns="0" tIns="0" bIns="0" anchor="t">
            <a:spAutoFit/>
          </a:bodyPr>
          <a:lstStyle/>
          <a:p>
            <a:pPr algn="l"/>
            <a:r>
              <a:rPr sz="1800" b="1" i="0">
                <a:solidFill>
                  <a:srgbClr val="BFE8D2"/>
                </a:solidFill>
                <a:latin typeface="Meiryo UI"/>
                <a:ea typeface="Meiryo UI"/>
              </a:rPr>
              <a:t>4回シリーズ、おつかれさまでした。ここからが本番です。</a:t>
            </a:r>
          </a:p>
        </p:txBody>
      </p:sp>
      <p:sp>
        <p:nvSpPr>
          <p:cNvPr id="5" name="Rounded Rectangle 4"/>
          <p:cNvSpPr/>
          <p:nvPr/>
        </p:nvSpPr>
        <p:spPr>
          <a:xfrm>
            <a:off x="914400" y="3794760"/>
            <a:ext cx="3246120" cy="1051560"/>
          </a:xfrm>
          <a:prstGeom prst="roundRect">
            <a:avLst>
              <a:gd name="adj" fmla="val 10000"/>
            </a:avLst>
          </a:prstGeom>
          <a:solidFill>
            <a:srgbClr val="0735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ctr">
              <a:spcAft>
                <a:spcPts val="500"/>
              </a:spcAft>
            </a:pPr>
            <a:r>
              <a:rPr sz="1400" b="1" i="0">
                <a:solidFill>
                  <a:srgbClr val="FFC000"/>
                </a:solidFill>
                <a:latin typeface="Meiryo UI"/>
                <a:ea typeface="Meiryo UI"/>
              </a:rPr>
              <a:t>今日中</a:t>
            </a:r>
          </a:p>
          <a:p>
            <a:pPr algn="ctr">
              <a:lnSpc>
                <a:spcPct val="120000"/>
              </a:lnSpc>
            </a:pPr>
            <a:r>
              <a:rPr sz="1200" b="0" i="0">
                <a:solidFill>
                  <a:srgbClr val="FFFFFF"/>
                </a:solidFill>
                <a:latin typeface="Meiryo UI"/>
                <a:ea typeface="Meiryo UI"/>
              </a:rPr>
              <a:t>行動宣言と気づきをチャットへ</a:t>
            </a:r>
          </a:p>
        </p:txBody>
      </p:sp>
      <p:sp>
        <p:nvSpPr>
          <p:cNvPr id="6" name="Rounded Rectangle 5"/>
          <p:cNvSpPr/>
          <p:nvPr/>
        </p:nvSpPr>
        <p:spPr>
          <a:xfrm>
            <a:off x="4434840" y="3794760"/>
            <a:ext cx="3246120" cy="1051560"/>
          </a:xfrm>
          <a:prstGeom prst="roundRect">
            <a:avLst>
              <a:gd name="adj" fmla="val 10000"/>
            </a:avLst>
          </a:prstGeom>
          <a:solidFill>
            <a:srgbClr val="0735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ctr">
              <a:spcAft>
                <a:spcPts val="500"/>
              </a:spcAft>
            </a:pPr>
            <a:r>
              <a:rPr sz="1400" b="1" i="0">
                <a:solidFill>
                  <a:srgbClr val="FFC000"/>
                </a:solidFill>
                <a:latin typeface="Meiryo UI"/>
                <a:ea typeface="Meiryo UI"/>
              </a:rPr>
              <a:t>今週</a:t>
            </a:r>
          </a:p>
          <a:p>
            <a:pPr algn="ctr">
              <a:lnSpc>
                <a:spcPct val="120000"/>
              </a:lnSpc>
            </a:pPr>
            <a:r>
              <a:rPr sz="1200" b="0" i="0">
                <a:solidFill>
                  <a:srgbClr val="FFFFFF"/>
                </a:solidFill>
                <a:latin typeface="Meiryo UI"/>
                <a:ea typeface="Meiryo UI"/>
              </a:rPr>
              <a:t>気づきリスト・録画・テンプレートを事務局から共有</a:t>
            </a:r>
          </a:p>
        </p:txBody>
      </p:sp>
      <p:sp>
        <p:nvSpPr>
          <p:cNvPr id="7" name="Rounded Rectangle 6"/>
          <p:cNvSpPr/>
          <p:nvPr/>
        </p:nvSpPr>
        <p:spPr>
          <a:xfrm>
            <a:off x="7955279" y="3794760"/>
            <a:ext cx="3246120" cy="1051560"/>
          </a:xfrm>
          <a:prstGeom prst="roundRect">
            <a:avLst>
              <a:gd name="adj" fmla="val 10000"/>
            </a:avLst>
          </a:prstGeom>
          <a:solidFill>
            <a:srgbClr val="0735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ctr">
              <a:spcAft>
                <a:spcPts val="500"/>
              </a:spcAft>
            </a:pPr>
            <a:r>
              <a:rPr sz="1400" b="1" i="0">
                <a:solidFill>
                  <a:srgbClr val="FFC000"/>
                </a:solidFill>
                <a:latin typeface="Meiryo UI"/>
                <a:ea typeface="Meiryo UI"/>
              </a:rPr>
              <a:t>これから</a:t>
            </a:r>
          </a:p>
          <a:p>
            <a:pPr algn="ctr">
              <a:lnSpc>
                <a:spcPct val="120000"/>
              </a:lnSpc>
            </a:pPr>
            <a:r>
              <a:rPr sz="1200" b="0" i="0">
                <a:solidFill>
                  <a:srgbClr val="FFFFFF"/>
                </a:solidFill>
                <a:latin typeface="Meiryo UI"/>
                <a:ea typeface="Meiryo UI"/>
              </a:rPr>
              <a:t>困ったら、全国の仲間に相談を</a:t>
            </a:r>
          </a:p>
        </p:txBody>
      </p:sp>
      <p:sp>
        <p:nvSpPr>
          <p:cNvPr id="8" name="TextBox 7"/>
          <p:cNvSpPr txBox="1"/>
          <p:nvPr/>
        </p:nvSpPr>
        <p:spPr>
          <a:xfrm>
            <a:off x="914400" y="5440680"/>
            <a:ext cx="10332720" cy="457200"/>
          </a:xfrm>
          <a:prstGeom prst="rect">
            <a:avLst/>
          </a:prstGeom>
          <a:noFill/>
        </p:spPr>
        <p:txBody>
          <a:bodyPr wrap="square" lIns="0" rIns="0" tIns="0" bIns="0" anchor="t">
            <a:spAutoFit/>
          </a:bodyPr>
          <a:lstStyle/>
          <a:p>
            <a:pPr algn="l"/>
            <a:r>
              <a:rPr sz="1600" b="1" i="0">
                <a:solidFill>
                  <a:srgbClr val="BFE8D2"/>
                </a:solidFill>
                <a:latin typeface="Meiryo UI"/>
                <a:ea typeface="Meiryo UI"/>
              </a:rPr>
              <a:t>「この範囲は、自分に任せてください。そのために、大学をこう使います」</a:t>
            </a:r>
          </a:p>
        </p:txBody>
      </p:sp>
      <p:sp>
        <p:nvSpPr>
          <p:cNvPr id="9" name="TextBox 8"/>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BFE8D2"/>
                </a:solidFill>
                <a:latin typeface="Meiryo UI"/>
                <a:ea typeface="Meiryo UI"/>
              </a:rPr>
              <a:t>Renal MR スキルアッププロジェクト DAY4｜戦略的思考</a:t>
            </a:r>
          </a:p>
        </p:txBody>
      </p:sp>
      <p:sp>
        <p:nvSpPr>
          <p:cNvPr id="10" name="TextBox 9"/>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BFE8D2"/>
                </a:solidFill>
                <a:latin typeface="Meiryo UI"/>
                <a:ea typeface="Meiryo U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APPENDIX A</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ワークシート① 自分のテリトリーを描く（印刷・配布用）</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32</a:t>
            </a:r>
          </a:p>
        </p:txBody>
      </p:sp>
      <p:sp>
        <p:nvSpPr>
          <p:cNvPr id="6" name="Rounded Rectangle 5"/>
          <p:cNvSpPr/>
          <p:nvPr/>
        </p:nvSpPr>
        <p:spPr>
          <a:xfrm>
            <a:off x="548640" y="1554480"/>
            <a:ext cx="8138160" cy="4160520"/>
          </a:xfrm>
          <a:prstGeom prst="roundRect">
            <a:avLst>
              <a:gd name="adj" fmla="val 2000"/>
            </a:avLst>
          </a:prstGeom>
          <a:solidFill>
            <a:srgbClr val="F4FAF6"/>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7" name="TextBox 6"/>
          <p:cNvSpPr txBox="1"/>
          <p:nvPr/>
        </p:nvSpPr>
        <p:spPr>
          <a:xfrm>
            <a:off x="731520" y="1645920"/>
            <a:ext cx="5943600" cy="292608"/>
          </a:xfrm>
          <a:prstGeom prst="rect">
            <a:avLst/>
          </a:prstGeom>
          <a:noFill/>
        </p:spPr>
        <p:txBody>
          <a:bodyPr wrap="square" lIns="0" rIns="0" tIns="0" bIns="0" anchor="t">
            <a:spAutoFit/>
          </a:bodyPr>
          <a:lstStyle/>
          <a:p>
            <a:pPr algn="l"/>
            <a:r>
              <a:rPr sz="1200" b="1" i="0">
                <a:solidFill>
                  <a:srgbClr val="128A54"/>
                </a:solidFill>
                <a:latin typeface="Meiryo UI"/>
                <a:ea typeface="Meiryo UI"/>
              </a:rPr>
              <a:t>私の任された範囲（　　　　　　　　　　　　　　　）</a:t>
            </a:r>
          </a:p>
        </p:txBody>
      </p:sp>
      <p:sp>
        <p:nvSpPr>
          <p:cNvPr id="8" name="TextBox 7"/>
          <p:cNvSpPr txBox="1"/>
          <p:nvPr/>
        </p:nvSpPr>
        <p:spPr>
          <a:xfrm>
            <a:off x="777240" y="2011680"/>
            <a:ext cx="7680960" cy="365760"/>
          </a:xfrm>
          <a:prstGeom prst="rect">
            <a:avLst/>
          </a:prstGeom>
          <a:noFill/>
        </p:spPr>
        <p:txBody>
          <a:bodyPr wrap="square" lIns="0" rIns="0" tIns="0" bIns="0" anchor="t">
            <a:spAutoFit/>
          </a:bodyPr>
          <a:lstStyle/>
          <a:p>
            <a:pPr algn="l"/>
            <a:r>
              <a:rPr sz="1050" b="0" i="0">
                <a:solidFill>
                  <a:srgbClr val="595959"/>
                </a:solidFill>
                <a:latin typeface="Meiryo UI"/>
                <a:ea typeface="Meiryo UI"/>
              </a:rPr>
              <a:t>この枠の中に、施設を丸で置いてください。丸の大きさ＝あなたが考える重要度です。</a:t>
            </a:r>
          </a:p>
        </p:txBody>
      </p:sp>
      <p:sp>
        <p:nvSpPr>
          <p:cNvPr id="9" name="Rounded Rectangle 8"/>
          <p:cNvSpPr/>
          <p:nvPr/>
        </p:nvSpPr>
        <p:spPr>
          <a:xfrm>
            <a:off x="8915400" y="1554480"/>
            <a:ext cx="2743200" cy="2011680"/>
          </a:xfrm>
          <a:prstGeom prst="roundRect">
            <a:avLst>
              <a:gd name="adj" fmla="val 8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ctr">
              <a:spcAft>
                <a:spcPts val="800"/>
              </a:spcAft>
            </a:pPr>
            <a:r>
              <a:rPr sz="1300" b="1" i="0">
                <a:solidFill>
                  <a:srgbClr val="FFFFFF"/>
                </a:solidFill>
                <a:latin typeface="Meiryo UI"/>
                <a:ea typeface="Meiryo UI"/>
              </a:rPr>
              <a:t>描く要素</a:t>
            </a:r>
          </a:p>
          <a:p>
            <a:pPr algn="l">
              <a:lnSpc>
                <a:spcPct val="120000"/>
              </a:lnSpc>
              <a:spcAft>
                <a:spcPts val="700"/>
              </a:spcAft>
            </a:pPr>
            <a:r>
              <a:rPr sz="1100" b="0" i="0">
                <a:solidFill>
                  <a:srgbClr val="FFFFFF"/>
                </a:solidFill>
                <a:latin typeface="Meiryo UI"/>
                <a:ea typeface="Meiryo UI"/>
              </a:rPr>
              <a:t>□ 担当する大学・基幹病院（全部）</a:t>
            </a:r>
          </a:p>
          <a:p>
            <a:pPr algn="l">
              <a:lnSpc>
                <a:spcPct val="120000"/>
              </a:lnSpc>
              <a:spcAft>
                <a:spcPts val="700"/>
              </a:spcAft>
            </a:pPr>
            <a:r>
              <a:rPr sz="1100" b="0" i="0">
                <a:solidFill>
                  <a:srgbClr val="FFFFFF"/>
                </a:solidFill>
                <a:latin typeface="Meiryo UI"/>
                <a:ea typeface="Meiryo UI"/>
              </a:rPr>
              <a:t>□ 担当外だが流れに関わる施設（薄く）</a:t>
            </a:r>
          </a:p>
          <a:p>
            <a:pPr algn="l">
              <a:lnSpc>
                <a:spcPct val="120000"/>
              </a:lnSpc>
              <a:spcAft>
                <a:spcPts val="700"/>
              </a:spcAft>
            </a:pPr>
            <a:r>
              <a:rPr sz="1100" b="0" i="0">
                <a:solidFill>
                  <a:srgbClr val="FFFFFF"/>
                </a:solidFill>
                <a:latin typeface="Meiryo UI"/>
                <a:ea typeface="Meiryo UI"/>
              </a:rPr>
              <a:t>□ 重要な医師（誰が動かす？）</a:t>
            </a:r>
          </a:p>
          <a:p>
            <a:pPr algn="l">
              <a:lnSpc>
                <a:spcPct val="120000"/>
              </a:lnSpc>
              <a:spcAft>
                <a:spcPts val="700"/>
              </a:spcAft>
            </a:pPr>
            <a:r>
              <a:rPr sz="1100" b="0" i="0">
                <a:solidFill>
                  <a:srgbClr val="FFFFFF"/>
                </a:solidFill>
                <a:latin typeface="Meiryo UI"/>
                <a:ea typeface="Meiryo UI"/>
              </a:rPr>
              <a:t>□ 患者の流れ</a:t>
            </a:r>
          </a:p>
          <a:p>
            <a:pPr algn="l">
              <a:lnSpc>
                <a:spcPct val="120000"/>
              </a:lnSpc>
              <a:spcAft>
                <a:spcPts val="700"/>
              </a:spcAft>
            </a:pPr>
            <a:r>
              <a:rPr sz="1100" b="0" i="0">
                <a:solidFill>
                  <a:srgbClr val="FFFFFF"/>
                </a:solidFill>
                <a:latin typeface="Meiryo UI"/>
                <a:ea typeface="Meiryo UI"/>
              </a:rPr>
              <a:t>□ 医師の人事・派遣</a:t>
            </a:r>
          </a:p>
          <a:p>
            <a:pPr algn="l">
              <a:lnSpc>
                <a:spcPct val="120000"/>
              </a:lnSpc>
            </a:pPr>
            <a:r>
              <a:rPr sz="1100" b="0" i="0">
                <a:solidFill>
                  <a:srgbClr val="FFFFFF"/>
                </a:solidFill>
                <a:latin typeface="Meiryo UI"/>
                <a:ea typeface="Meiryo UI"/>
              </a:rPr>
              <a:t>□ 情報・診療方針の流れ</a:t>
            </a:r>
          </a:p>
        </p:txBody>
      </p:sp>
      <p:sp>
        <p:nvSpPr>
          <p:cNvPr id="10" name="Rounded Rectangle 9"/>
          <p:cNvSpPr/>
          <p:nvPr/>
        </p:nvSpPr>
        <p:spPr>
          <a:xfrm>
            <a:off x="8915400" y="3703320"/>
            <a:ext cx="2743200" cy="2011680"/>
          </a:xfrm>
          <a:prstGeom prst="roundRect">
            <a:avLst>
              <a:gd name="adj" fmla="val 8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ctr">
              <a:spcAft>
                <a:spcPts val="800"/>
              </a:spcAft>
            </a:pPr>
            <a:r>
              <a:rPr sz="1250" b="1" i="0">
                <a:solidFill>
                  <a:srgbClr val="262626"/>
                </a:solidFill>
                <a:latin typeface="Meiryo UI"/>
                <a:ea typeface="Meiryo UI"/>
              </a:rPr>
              <a:t>使う「機能」を書き込む</a:t>
            </a:r>
          </a:p>
          <a:p>
            <a:pPr algn="l">
              <a:lnSpc>
                <a:spcPct val="130000"/>
              </a:lnSpc>
              <a:spcAft>
                <a:spcPts val="800"/>
              </a:spcAft>
            </a:pPr>
            <a:r>
              <a:rPr sz="1100" b="0" i="0">
                <a:solidFill>
                  <a:srgbClr val="262626"/>
                </a:solidFill>
                <a:latin typeface="Meiryo UI"/>
                <a:ea typeface="Meiryo UI"/>
              </a:rPr>
              <a:t>教育／研究／臨床／医局人事／医師派遣／情報発信／講演会・研究会</a:t>
            </a:r>
          </a:p>
          <a:p>
            <a:pPr algn="l">
              <a:lnSpc>
                <a:spcPct val="125000"/>
              </a:lnSpc>
            </a:pPr>
            <a:r>
              <a:rPr sz="1100" b="1" i="0">
                <a:solidFill>
                  <a:srgbClr val="B86A00"/>
                </a:solidFill>
                <a:latin typeface="Meiryo UI"/>
                <a:ea typeface="Meiryo UI"/>
              </a:rPr>
              <a:t>→ この課題を解くのに必要な機能を、丸の中に書く</a:t>
            </a:r>
          </a:p>
        </p:txBody>
      </p:sp>
      <p:sp>
        <p:nvSpPr>
          <p:cNvPr id="11" name="Rounded Rectangle 10"/>
          <p:cNvSpPr/>
          <p:nvPr/>
        </p:nvSpPr>
        <p:spPr>
          <a:xfrm>
            <a:off x="548640" y="5852160"/>
            <a:ext cx="11109960" cy="384048"/>
          </a:xfrm>
          <a:prstGeom prst="roundRect">
            <a:avLst>
              <a:gd name="adj" fmla="val 15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0B4F37"/>
                </a:solidFill>
                <a:latin typeface="Meiryo UI"/>
                <a:ea typeface="Meiryo UI"/>
              </a:rPr>
              <a:t>問い：あなたの絵で、大学は何番目に大きいですか？　その理由を説明できますか？</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APPENDIX B</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ワークシート② 4つの問いで言語化する（＝4Sシート）</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33</a:t>
            </a:r>
          </a:p>
        </p:txBody>
      </p:sp>
      <p:sp>
        <p:nvSpPr>
          <p:cNvPr id="6" name="TextBox 5"/>
          <p:cNvSpPr txBox="1"/>
          <p:nvPr/>
        </p:nvSpPr>
        <p:spPr>
          <a:xfrm>
            <a:off x="548640" y="1463040"/>
            <a:ext cx="11109960" cy="292608"/>
          </a:xfrm>
          <a:prstGeom prst="rect">
            <a:avLst/>
          </a:prstGeom>
          <a:noFill/>
        </p:spPr>
        <p:txBody>
          <a:bodyPr wrap="square" lIns="0" rIns="0" tIns="0" bIns="0" anchor="t">
            <a:spAutoFit/>
          </a:bodyPr>
          <a:lstStyle/>
          <a:p>
            <a:pPr algn="l"/>
            <a:r>
              <a:rPr sz="1150" b="0" i="0">
                <a:solidFill>
                  <a:srgbClr val="262626"/>
                </a:solidFill>
                <a:latin typeface="Meiryo UI"/>
                <a:ea typeface="Meiryo UI"/>
              </a:rPr>
              <a:t>範囲名（　　　　　　　　　　）　作成日（　　／　　）　作成者（　　　　　　）</a:t>
            </a:r>
          </a:p>
        </p:txBody>
      </p:sp>
      <p:sp>
        <p:nvSpPr>
          <p:cNvPr id="7" name="Rounded Rectangle 6"/>
          <p:cNvSpPr/>
          <p:nvPr/>
        </p:nvSpPr>
        <p:spPr>
          <a:xfrm>
            <a:off x="548640" y="1783080"/>
            <a:ext cx="5486400" cy="41148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r>
              <a:rPr sz="1200" b="1" i="0">
                <a:solidFill>
                  <a:srgbClr val="FFFFFF"/>
                </a:solidFill>
                <a:latin typeface="Meiryo UI"/>
                <a:ea typeface="Meiryo UI"/>
              </a:rPr>
              <a:t>① 成功像　—　範囲がどうなっていたら最高か</a:t>
            </a:r>
          </a:p>
        </p:txBody>
      </p:sp>
      <p:sp>
        <p:nvSpPr>
          <p:cNvPr id="8" name="Rounded Rectangle 7"/>
          <p:cNvSpPr/>
          <p:nvPr/>
        </p:nvSpPr>
        <p:spPr>
          <a:xfrm>
            <a:off x="548640" y="2240280"/>
            <a:ext cx="5486400" cy="914400"/>
          </a:xfrm>
          <a:prstGeom prst="roundRect">
            <a:avLst>
              <a:gd name="adj" fmla="val 10000"/>
            </a:avLst>
          </a:prstGeom>
          <a:solidFill>
            <a:srgbClr val="FFFFFF"/>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000" b="0" i="0">
                <a:solidFill>
                  <a:srgbClr val="262626"/>
                </a:solidFill>
                <a:latin typeface="Meiryo UI"/>
                <a:ea typeface="Meiryo UI"/>
              </a:rPr>
              <a:t/>
            </a:r>
          </a:p>
        </p:txBody>
      </p:sp>
      <p:sp>
        <p:nvSpPr>
          <p:cNvPr id="9" name="Rounded Rectangle 8"/>
          <p:cNvSpPr/>
          <p:nvPr/>
        </p:nvSpPr>
        <p:spPr>
          <a:xfrm>
            <a:off x="6172200" y="1783080"/>
            <a:ext cx="5486400" cy="41148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r>
              <a:rPr sz="1200" b="1" i="0">
                <a:solidFill>
                  <a:srgbClr val="FFFFFF"/>
                </a:solidFill>
                <a:latin typeface="Meiryo UI"/>
                <a:ea typeface="Meiryo UI"/>
              </a:rPr>
              <a:t>② 現状・課題　—　理想とどこがどう違うか</a:t>
            </a:r>
          </a:p>
        </p:txBody>
      </p:sp>
      <p:sp>
        <p:nvSpPr>
          <p:cNvPr id="10" name="Rounded Rectangle 9"/>
          <p:cNvSpPr/>
          <p:nvPr/>
        </p:nvSpPr>
        <p:spPr>
          <a:xfrm>
            <a:off x="6172200" y="2240280"/>
            <a:ext cx="5486400" cy="914400"/>
          </a:xfrm>
          <a:prstGeom prst="roundRect">
            <a:avLst>
              <a:gd name="adj" fmla="val 10000"/>
            </a:avLst>
          </a:prstGeom>
          <a:solidFill>
            <a:srgbClr val="FFFFFF"/>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000" b="0" i="0">
                <a:solidFill>
                  <a:srgbClr val="262626"/>
                </a:solidFill>
                <a:latin typeface="Meiryo UI"/>
                <a:ea typeface="Meiryo UI"/>
              </a:rPr>
              <a:t/>
            </a:r>
          </a:p>
        </p:txBody>
      </p:sp>
      <p:sp>
        <p:nvSpPr>
          <p:cNvPr id="11" name="Rounded Rectangle 10"/>
          <p:cNvSpPr/>
          <p:nvPr/>
        </p:nvSpPr>
        <p:spPr>
          <a:xfrm>
            <a:off x="548640" y="3200400"/>
            <a:ext cx="5486400" cy="411480"/>
          </a:xfrm>
          <a:prstGeom prst="roundRect">
            <a:avLst>
              <a:gd name="adj" fmla="val 1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r>
              <a:rPr sz="1200" b="1" i="0">
                <a:solidFill>
                  <a:srgbClr val="FFFFFF"/>
                </a:solidFill>
                <a:latin typeface="Meiryo UI"/>
                <a:ea typeface="Meiryo UI"/>
              </a:rPr>
              <a:t>③ 原因　—　なぜそのギャップが生まれているか</a:t>
            </a:r>
          </a:p>
        </p:txBody>
      </p:sp>
      <p:sp>
        <p:nvSpPr>
          <p:cNvPr id="12" name="Rounded Rectangle 11"/>
          <p:cNvSpPr/>
          <p:nvPr/>
        </p:nvSpPr>
        <p:spPr>
          <a:xfrm>
            <a:off x="548640" y="3657600"/>
            <a:ext cx="5486400" cy="914400"/>
          </a:xfrm>
          <a:prstGeom prst="roundRect">
            <a:avLst>
              <a:gd name="adj" fmla="val 10000"/>
            </a:avLst>
          </a:prstGeom>
          <a:solidFill>
            <a:srgbClr val="FFFFFF"/>
          </a:solidFill>
          <a:ln w="12700">
            <a:solidFill>
              <a:srgbClr val="B86A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000" b="0" i="0">
                <a:solidFill>
                  <a:srgbClr val="262626"/>
                </a:solidFill>
                <a:latin typeface="Meiryo UI"/>
                <a:ea typeface="Meiryo UI"/>
              </a:rPr>
              <a:t/>
            </a:r>
          </a:p>
        </p:txBody>
      </p:sp>
      <p:sp>
        <p:nvSpPr>
          <p:cNvPr id="13" name="Rounded Rectangle 12"/>
          <p:cNvSpPr/>
          <p:nvPr/>
        </p:nvSpPr>
        <p:spPr>
          <a:xfrm>
            <a:off x="6172200" y="3200400"/>
            <a:ext cx="5486400" cy="411480"/>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r>
              <a:rPr sz="1200" b="1" i="0">
                <a:solidFill>
                  <a:srgbClr val="FFFFFF"/>
                </a:solidFill>
                <a:latin typeface="Meiryo UI"/>
                <a:ea typeface="Meiryo UI"/>
              </a:rPr>
              <a:t>④ 解決法　—　何を起こすか</a:t>
            </a:r>
          </a:p>
        </p:txBody>
      </p:sp>
      <p:sp>
        <p:nvSpPr>
          <p:cNvPr id="14" name="Rounded Rectangle 13"/>
          <p:cNvSpPr/>
          <p:nvPr/>
        </p:nvSpPr>
        <p:spPr>
          <a:xfrm>
            <a:off x="6172200" y="3657600"/>
            <a:ext cx="5486400" cy="914400"/>
          </a:xfrm>
          <a:prstGeom prst="roundRect">
            <a:avLst>
              <a:gd name="adj" fmla="val 10000"/>
            </a:avLst>
          </a:prstGeom>
          <a:solidFill>
            <a:srgbClr val="FFFFFF"/>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000" b="0" i="0">
                <a:solidFill>
                  <a:srgbClr val="262626"/>
                </a:solidFill>
                <a:latin typeface="Meiryo UI"/>
                <a:ea typeface="Meiryo UI"/>
              </a:rPr>
              <a:t/>
            </a:r>
          </a:p>
        </p:txBody>
      </p:sp>
      <p:sp>
        <p:nvSpPr>
          <p:cNvPr id="15" name="Rounded Rectangle 14"/>
          <p:cNvSpPr/>
          <p:nvPr/>
        </p:nvSpPr>
        <p:spPr>
          <a:xfrm>
            <a:off x="548640" y="4617720"/>
            <a:ext cx="3566160" cy="41148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64007" bIns="64007"/>
          <a:lstStyle/>
          <a:p>
            <a:pPr algn="ctr"/>
            <a:r>
              <a:rPr sz="1050" b="1" i="0">
                <a:solidFill>
                  <a:srgbClr val="FFFFFF"/>
                </a:solidFill>
                <a:latin typeface="Meiryo UI"/>
                <a:ea typeface="Meiryo UI"/>
              </a:rPr>
              <a:t>＋ 大学・医局のWIN（相手は何をしたいか）</a:t>
            </a:r>
          </a:p>
        </p:txBody>
      </p:sp>
      <p:sp>
        <p:nvSpPr>
          <p:cNvPr id="16" name="Rounded Rectangle 15"/>
          <p:cNvSpPr/>
          <p:nvPr/>
        </p:nvSpPr>
        <p:spPr>
          <a:xfrm>
            <a:off x="548640" y="5074920"/>
            <a:ext cx="3566160" cy="777240"/>
          </a:xfrm>
          <a:prstGeom prst="roundRect">
            <a:avLst>
              <a:gd name="adj" fmla="val 10000"/>
            </a:avLst>
          </a:prstGeom>
          <a:solidFill>
            <a:srgbClr val="FFFFFF"/>
          </a:solidFill>
          <a:ln w="12700">
            <a:solidFill>
              <a:srgbClr val="0B4F37"/>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000" b="0" i="0">
                <a:solidFill>
                  <a:srgbClr val="262626"/>
                </a:solidFill>
                <a:latin typeface="Meiryo UI"/>
                <a:ea typeface="Meiryo UI"/>
              </a:rPr>
              <a:t/>
            </a:r>
          </a:p>
        </p:txBody>
      </p:sp>
      <p:sp>
        <p:nvSpPr>
          <p:cNvPr id="17" name="Rounded Rectangle 16"/>
          <p:cNvSpPr/>
          <p:nvPr/>
        </p:nvSpPr>
        <p:spPr>
          <a:xfrm>
            <a:off x="4288536" y="4617720"/>
            <a:ext cx="3566160" cy="41148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64007" bIns="64007"/>
          <a:lstStyle/>
          <a:p>
            <a:pPr algn="ctr"/>
            <a:r>
              <a:rPr sz="1050" b="1" i="0">
                <a:solidFill>
                  <a:srgbClr val="FFFFFF"/>
                </a:solidFill>
                <a:latin typeface="Meiryo UI"/>
                <a:ea typeface="Meiryo UI"/>
              </a:rPr>
              <a:t>＋ 使う機能・影響力（誰に・何を・どこまで）</a:t>
            </a:r>
          </a:p>
        </p:txBody>
      </p:sp>
      <p:sp>
        <p:nvSpPr>
          <p:cNvPr id="18" name="Rounded Rectangle 17"/>
          <p:cNvSpPr/>
          <p:nvPr/>
        </p:nvSpPr>
        <p:spPr>
          <a:xfrm>
            <a:off x="4288536" y="5074920"/>
            <a:ext cx="3566160" cy="777240"/>
          </a:xfrm>
          <a:prstGeom prst="roundRect">
            <a:avLst>
              <a:gd name="adj" fmla="val 10000"/>
            </a:avLst>
          </a:prstGeom>
          <a:solidFill>
            <a:srgbClr val="FFFFFF"/>
          </a:solidFill>
          <a:ln w="12700">
            <a:solidFill>
              <a:srgbClr val="0B4F37"/>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000" b="0" i="0">
                <a:solidFill>
                  <a:srgbClr val="262626"/>
                </a:solidFill>
                <a:latin typeface="Meiryo UI"/>
                <a:ea typeface="Meiryo UI"/>
              </a:rPr>
              <a:t/>
            </a:r>
          </a:p>
        </p:txBody>
      </p:sp>
      <p:sp>
        <p:nvSpPr>
          <p:cNvPr id="19" name="Rounded Rectangle 18"/>
          <p:cNvSpPr/>
          <p:nvPr/>
        </p:nvSpPr>
        <p:spPr>
          <a:xfrm>
            <a:off x="8028431" y="4617720"/>
            <a:ext cx="3566160" cy="41148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64007" bIns="64007"/>
          <a:lstStyle/>
          <a:p>
            <a:pPr algn="ctr"/>
            <a:r>
              <a:rPr sz="1050" b="1" i="0">
                <a:solidFill>
                  <a:srgbClr val="FFFFFF"/>
                </a:solidFill>
                <a:latin typeface="Meiryo UI"/>
                <a:ea typeface="Meiryo UI"/>
              </a:rPr>
              <a:t>＋ 自分の介入点／次の行動</a:t>
            </a:r>
          </a:p>
        </p:txBody>
      </p:sp>
      <p:sp>
        <p:nvSpPr>
          <p:cNvPr id="20" name="Rounded Rectangle 19"/>
          <p:cNvSpPr/>
          <p:nvPr/>
        </p:nvSpPr>
        <p:spPr>
          <a:xfrm>
            <a:off x="8028431" y="5074920"/>
            <a:ext cx="3566160" cy="777240"/>
          </a:xfrm>
          <a:prstGeom prst="roundRect">
            <a:avLst>
              <a:gd name="adj" fmla="val 10000"/>
            </a:avLst>
          </a:prstGeom>
          <a:solidFill>
            <a:srgbClr val="FFFFFF"/>
          </a:solidFill>
          <a:ln w="12700">
            <a:solidFill>
              <a:srgbClr val="0B4F37"/>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000" b="0" i="0">
                <a:solidFill>
                  <a:srgbClr val="262626"/>
                </a:solidFill>
                <a:latin typeface="Meiryo UI"/>
                <a:ea typeface="Meiryo UI"/>
              </a:rPr>
              <a:t/>
            </a:r>
          </a:p>
        </p:txBody>
      </p:sp>
      <p:sp>
        <p:nvSpPr>
          <p:cNvPr id="21" name="Rounded Rectangle 20"/>
          <p:cNvSpPr/>
          <p:nvPr/>
        </p:nvSpPr>
        <p:spPr>
          <a:xfrm>
            <a:off x="548640" y="5870448"/>
            <a:ext cx="11109960" cy="384048"/>
          </a:xfrm>
          <a:prstGeom prst="roundRect">
            <a:avLst>
              <a:gd name="adj" fmla="val 15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50" b="1" i="0">
                <a:solidFill>
                  <a:srgbClr val="0B4F37"/>
                </a:solidFill>
                <a:latin typeface="Meiryo UI"/>
                <a:ea typeface="Meiryo UI"/>
              </a:rPr>
              <a:t>セルフチェック：　□ 主語は「範囲」か　　□ 相手のWINを書けたか　　□ 影響力の効かせ方を決めたか　　□ 「なぜ重要か」を語れるか</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APPENDIX C</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DAY1〜3の学び 総まとめ（1枚で振り返る）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34</a:t>
            </a:r>
          </a:p>
        </p:txBody>
      </p:sp>
      <p:sp>
        <p:nvSpPr>
          <p:cNvPr id="6" name="Rounded Rectangle 5"/>
          <p:cNvSpPr/>
          <p:nvPr/>
        </p:nvSpPr>
        <p:spPr>
          <a:xfrm>
            <a:off x="548640" y="1600200"/>
            <a:ext cx="3566160" cy="621792"/>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DAY 1　</a:t>
            </a:r>
            <a:r>
              <a:rPr sz="1100" b="1" i="0">
                <a:solidFill>
                  <a:srgbClr val="FFFFFF"/>
                </a:solidFill>
                <a:latin typeface="Meiryo UI"/>
                <a:ea typeface="Meiryo UI"/>
              </a:rPr>
              <a:t>大学・基幹病院のイロハ</a:t>
            </a:r>
          </a:p>
        </p:txBody>
      </p:sp>
      <p:sp>
        <p:nvSpPr>
          <p:cNvPr id="7" name="Rounded Rectangle 6"/>
          <p:cNvSpPr/>
          <p:nvPr/>
        </p:nvSpPr>
        <p:spPr>
          <a:xfrm>
            <a:off x="548640" y="2286000"/>
            <a:ext cx="3566160" cy="32918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l">
              <a:lnSpc>
                <a:spcPct val="125000"/>
              </a:lnSpc>
              <a:spcAft>
                <a:spcPts val="900"/>
              </a:spcAft>
            </a:pPr>
            <a:r>
              <a:rPr sz="1050" b="0" i="0">
                <a:solidFill>
                  <a:srgbClr val="262626"/>
                </a:solidFill>
                <a:latin typeface="Meiryo UI"/>
                <a:ea typeface="Meiryo UI"/>
              </a:rPr>
              <a:t>・大学の3使命：教育・研究・臨床。医師派遣で地域医療を支える</a:t>
            </a:r>
          </a:p>
          <a:p>
            <a:pPr algn="l">
              <a:lnSpc>
                <a:spcPct val="125000"/>
              </a:lnSpc>
              <a:spcAft>
                <a:spcPts val="900"/>
              </a:spcAft>
            </a:pPr>
            <a:r>
              <a:rPr sz="1050" b="0" i="0">
                <a:solidFill>
                  <a:srgbClr val="262626"/>
                </a:solidFill>
                <a:latin typeface="Meiryo UI"/>
                <a:ea typeface="Meiryo UI"/>
              </a:rPr>
              <a:t>・影響力はテリトリーとニーズで決まる（GP／HP／HS）</a:t>
            </a:r>
          </a:p>
          <a:p>
            <a:pPr algn="l">
              <a:lnSpc>
                <a:spcPct val="125000"/>
              </a:lnSpc>
              <a:spcAft>
                <a:spcPts val="900"/>
              </a:spcAft>
            </a:pPr>
            <a:r>
              <a:rPr sz="1050" b="0" i="0">
                <a:solidFill>
                  <a:srgbClr val="262626"/>
                </a:solidFill>
                <a:latin typeface="Meiryo UI"/>
                <a:ea typeface="Meiryo UI"/>
              </a:rPr>
              <a:t>・教授の裁量権：臨床機会の配分・医局人事・教授選・研究教育の方向性</a:t>
            </a:r>
          </a:p>
          <a:p>
            <a:pPr algn="l">
              <a:lnSpc>
                <a:spcPct val="125000"/>
              </a:lnSpc>
              <a:spcAft>
                <a:spcPts val="900"/>
              </a:spcAft>
            </a:pPr>
            <a:r>
              <a:rPr sz="1050" b="0" i="0">
                <a:solidFill>
                  <a:srgbClr val="262626"/>
                </a:solidFill>
                <a:latin typeface="Meiryo UI"/>
                <a:ea typeface="Meiryo UI"/>
              </a:rPr>
              <a:t>・大学は「医局の集合体」。病院教授／特任教授は財源・任期・実権で見分ける</a:t>
            </a:r>
          </a:p>
          <a:p>
            <a:pPr algn="l">
              <a:lnSpc>
                <a:spcPct val="125000"/>
              </a:lnSpc>
              <a:spcAft>
                <a:spcPts val="900"/>
              </a:spcAft>
            </a:pPr>
            <a:r>
              <a:rPr sz="1050" b="0" i="0">
                <a:solidFill>
                  <a:srgbClr val="262626"/>
                </a:solidFill>
                <a:latin typeface="Meiryo UI"/>
                <a:ea typeface="Meiryo UI"/>
              </a:rPr>
              <a:t>・薬審・採用は施設ごとに流れが違う。宣伝許可・申請時期・採用形態を確認</a:t>
            </a:r>
          </a:p>
        </p:txBody>
      </p:sp>
      <p:sp>
        <p:nvSpPr>
          <p:cNvPr id="8" name="Rounded Rectangle 7"/>
          <p:cNvSpPr/>
          <p:nvPr/>
        </p:nvSpPr>
        <p:spPr>
          <a:xfrm>
            <a:off x="4288536" y="1600200"/>
            <a:ext cx="3566160" cy="621792"/>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DAY 2　</a:t>
            </a:r>
            <a:r>
              <a:rPr sz="1100" b="1" i="0">
                <a:solidFill>
                  <a:srgbClr val="FFFFFF"/>
                </a:solidFill>
                <a:latin typeface="Meiryo UI"/>
                <a:ea typeface="Meiryo UI"/>
              </a:rPr>
              <a:t>「会えない」を「会える」に</a:t>
            </a:r>
          </a:p>
        </p:txBody>
      </p:sp>
      <p:sp>
        <p:nvSpPr>
          <p:cNvPr id="9" name="Rounded Rectangle 8"/>
          <p:cNvSpPr/>
          <p:nvPr/>
        </p:nvSpPr>
        <p:spPr>
          <a:xfrm>
            <a:off x="4288536" y="2286000"/>
            <a:ext cx="3566160" cy="32918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l">
              <a:lnSpc>
                <a:spcPct val="125000"/>
              </a:lnSpc>
              <a:spcAft>
                <a:spcPts val="900"/>
              </a:spcAft>
            </a:pPr>
            <a:r>
              <a:rPr sz="1050" b="0" i="0">
                <a:solidFill>
                  <a:srgbClr val="262626"/>
                </a:solidFill>
                <a:latin typeface="Meiryo UI"/>
                <a:ea typeface="Meiryo UI"/>
              </a:rPr>
              <a:t>・未訪問 → 初回接点 → 仮説面会 → 定期面会 と段階で設計する</a:t>
            </a:r>
          </a:p>
          <a:p>
            <a:pPr algn="l">
              <a:lnSpc>
                <a:spcPct val="125000"/>
              </a:lnSpc>
              <a:spcAft>
                <a:spcPts val="900"/>
              </a:spcAft>
            </a:pPr>
            <a:r>
              <a:rPr sz="1050" b="0" i="0">
                <a:solidFill>
                  <a:srgbClr val="262626"/>
                </a:solidFill>
                <a:latin typeface="Meiryo UI"/>
                <a:ea typeface="Meiryo UI"/>
              </a:rPr>
              <a:t>・アクセス方法：訪問ルール確認・秘書経由・メール・手紙・直接訪問</a:t>
            </a:r>
          </a:p>
          <a:p>
            <a:pPr algn="l">
              <a:lnSpc>
                <a:spcPct val="125000"/>
              </a:lnSpc>
              <a:spcAft>
                <a:spcPts val="900"/>
              </a:spcAft>
            </a:pPr>
            <a:r>
              <a:rPr sz="1050" b="0" i="0">
                <a:solidFill>
                  <a:srgbClr val="262626"/>
                </a:solidFill>
                <a:latin typeface="Meiryo UI"/>
                <a:ea typeface="Meiryo UI"/>
              </a:rPr>
              <a:t>・Best Time / Best Place：外来・外勤・医局会・総回診・カンファを把握</a:t>
            </a:r>
          </a:p>
          <a:p>
            <a:pPr algn="l">
              <a:lnSpc>
                <a:spcPct val="125000"/>
              </a:lnSpc>
              <a:spcAft>
                <a:spcPts val="900"/>
              </a:spcAft>
            </a:pPr>
            <a:r>
              <a:rPr sz="1050" b="0" i="0">
                <a:solidFill>
                  <a:srgbClr val="262626"/>
                </a:solidFill>
                <a:latin typeface="Meiryo UI"/>
                <a:ea typeface="Meiryo UI"/>
              </a:rPr>
              <a:t>・カレンダーで情報管理し、行動ログで1週間後に検証する</a:t>
            </a:r>
          </a:p>
          <a:p>
            <a:pPr algn="l">
              <a:lnSpc>
                <a:spcPct val="125000"/>
              </a:lnSpc>
              <a:spcAft>
                <a:spcPts val="900"/>
              </a:spcAft>
            </a:pPr>
            <a:r>
              <a:rPr sz="1050" b="0" i="0">
                <a:solidFill>
                  <a:srgbClr val="262626"/>
                </a:solidFill>
                <a:latin typeface="Meiryo UI"/>
                <a:ea typeface="Meiryo UI"/>
              </a:rPr>
              <a:t>・「会う理由」を設計し次回の約束を残す。まず1人、My teacherをつくる</a:t>
            </a:r>
          </a:p>
        </p:txBody>
      </p:sp>
      <p:sp>
        <p:nvSpPr>
          <p:cNvPr id="10" name="Rounded Rectangle 9"/>
          <p:cNvSpPr/>
          <p:nvPr/>
        </p:nvSpPr>
        <p:spPr>
          <a:xfrm>
            <a:off x="8028431" y="1600200"/>
            <a:ext cx="3566160" cy="621792"/>
          </a:xfrm>
          <a:prstGeom prst="roundRect">
            <a:avLst>
              <a:gd name="adj" fmla="val 1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DAY 3　</a:t>
            </a:r>
            <a:r>
              <a:rPr sz="1100" b="1" i="0">
                <a:solidFill>
                  <a:srgbClr val="FFFFFF"/>
                </a:solidFill>
                <a:latin typeface="Meiryo UI"/>
                <a:ea typeface="Meiryo UI"/>
              </a:rPr>
              <a:t>やっぱりMRは情報が命</a:t>
            </a:r>
          </a:p>
        </p:txBody>
      </p:sp>
      <p:sp>
        <p:nvSpPr>
          <p:cNvPr id="11" name="Rounded Rectangle 10"/>
          <p:cNvSpPr/>
          <p:nvPr/>
        </p:nvSpPr>
        <p:spPr>
          <a:xfrm>
            <a:off x="8028431" y="2286000"/>
            <a:ext cx="3566160" cy="32918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l">
              <a:lnSpc>
                <a:spcPct val="125000"/>
              </a:lnSpc>
              <a:spcAft>
                <a:spcPts val="900"/>
              </a:spcAft>
            </a:pPr>
            <a:r>
              <a:rPr sz="1050" b="0" i="0">
                <a:solidFill>
                  <a:srgbClr val="262626"/>
                </a:solidFill>
                <a:latin typeface="Meiryo UI"/>
                <a:ea typeface="Meiryo UI"/>
              </a:rPr>
              <a:t>・ドライ情報：HP・機関紙・掲示物・Veeva Link・講演内容 など</a:t>
            </a:r>
          </a:p>
          <a:p>
            <a:pPr algn="l">
              <a:lnSpc>
                <a:spcPct val="125000"/>
              </a:lnSpc>
              <a:spcAft>
                <a:spcPts val="900"/>
              </a:spcAft>
            </a:pPr>
            <a:r>
              <a:rPr sz="1050" b="0" i="0">
                <a:solidFill>
                  <a:srgbClr val="262626"/>
                </a:solidFill>
                <a:latin typeface="Meiryo UI"/>
                <a:ea typeface="Meiryo UI"/>
              </a:rPr>
              <a:t>・ウェット情報：面会・他Dr・社内他領域・MS・HCP・講演会での雑談 など</a:t>
            </a:r>
          </a:p>
          <a:p>
            <a:pPr algn="l">
              <a:lnSpc>
                <a:spcPct val="125000"/>
              </a:lnSpc>
              <a:spcAft>
                <a:spcPts val="900"/>
              </a:spcAft>
            </a:pPr>
            <a:r>
              <a:rPr sz="1050" b="0" i="0">
                <a:solidFill>
                  <a:srgbClr val="262626"/>
                </a:solidFill>
                <a:latin typeface="Meiryo UI"/>
                <a:ea typeface="Meiryo UI"/>
              </a:rPr>
              <a:t>・分からないことは small b として面会に持ち込み、解像度を上げていく</a:t>
            </a:r>
          </a:p>
          <a:p>
            <a:pPr algn="l">
              <a:lnSpc>
                <a:spcPct val="125000"/>
              </a:lnSpc>
              <a:spcAft>
                <a:spcPts val="900"/>
              </a:spcAft>
            </a:pPr>
            <a:r>
              <a:rPr sz="1050" b="0" i="0">
                <a:solidFill>
                  <a:srgbClr val="262626"/>
                </a:solidFill>
                <a:latin typeface="Meiryo UI"/>
                <a:ea typeface="Meiryo UI"/>
              </a:rPr>
              <a:t>・顧客理解＝現状把握。何を・なぜ使い、患者をどうしたいのかを知る</a:t>
            </a:r>
          </a:p>
          <a:p>
            <a:pPr algn="l">
              <a:lnSpc>
                <a:spcPct val="125000"/>
              </a:lnSpc>
              <a:spcAft>
                <a:spcPts val="900"/>
              </a:spcAft>
            </a:pPr>
            <a:r>
              <a:rPr sz="1050" b="0" i="0">
                <a:solidFill>
                  <a:srgbClr val="262626"/>
                </a:solidFill>
                <a:latin typeface="Meiryo UI"/>
                <a:ea typeface="Meiryo UI"/>
              </a:rPr>
              <a:t>・面会後は「なぜ」を分解し、仮説を立てて次の面会へつなげる</a:t>
            </a:r>
          </a:p>
        </p:txBody>
      </p:sp>
      <p:sp>
        <p:nvSpPr>
          <p:cNvPr id="12" name="Rounded Rectangle 11"/>
          <p:cNvSpPr/>
          <p:nvPr/>
        </p:nvSpPr>
        <p:spPr>
          <a:xfrm>
            <a:off x="548640" y="5715000"/>
            <a:ext cx="11109960" cy="594360"/>
          </a:xfrm>
          <a:prstGeom prst="roundRect">
            <a:avLst>
              <a:gd name="adj" fmla="val 12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0B4F37"/>
                </a:solidFill>
                <a:latin typeface="Meiryo UI"/>
                <a:ea typeface="Meiryo UI"/>
              </a:rPr>
              <a:t>DAY4：この3つを「何のために使うか」を決めるのが、戦略的思考です。</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APPENDIX D</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大学の「肩書き」早見表 — DAY1の補足</a:t>
            </a:r>
          </a:p>
        </p:txBody>
      </p:sp>
      <p:sp>
        <p:nvSpPr>
          <p:cNvPr id="4" name="TextBox 3"/>
          <p:cNvSpPr txBox="1"/>
          <p:nvPr/>
        </p:nvSpPr>
        <p:spPr>
          <a:xfrm>
            <a:off x="548640" y="1426464"/>
            <a:ext cx="11155680" cy="384048"/>
          </a:xfrm>
          <a:prstGeom prst="rect">
            <a:avLst/>
          </a:prstGeom>
          <a:noFill/>
        </p:spPr>
        <p:txBody>
          <a:bodyPr wrap="square" lIns="0" rIns="0" tIns="0" bIns="0" anchor="t">
            <a:spAutoFit/>
          </a:bodyPr>
          <a:lstStyle/>
          <a:p>
            <a:pPr algn="l"/>
            <a:r>
              <a:rPr sz="1350" b="1" i="0">
                <a:solidFill>
                  <a:srgbClr val="262626"/>
                </a:solidFill>
                <a:latin typeface="Meiryo UI"/>
                <a:ea typeface="Meiryo UI"/>
              </a:rPr>
              <a:t>肩書きではなく「財源・任期・実権・医局への接続」で判断する、というDAY1の考え方の一覧版です。</a:t>
            </a:r>
          </a:p>
        </p:txBody>
      </p:sp>
      <p:sp>
        <p:nvSpPr>
          <p:cNvPr id="5" name="TextBox 4"/>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6" name="TextBox 5"/>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35</a:t>
            </a:r>
          </a:p>
        </p:txBody>
      </p:sp>
      <p:sp>
        <p:nvSpPr>
          <p:cNvPr id="7" name="Rounded Rectangle 6"/>
          <p:cNvSpPr/>
          <p:nvPr/>
        </p:nvSpPr>
        <p:spPr>
          <a:xfrm>
            <a:off x="548640" y="1874519"/>
            <a:ext cx="5486400" cy="438912"/>
          </a:xfrm>
          <a:prstGeom prst="roundRect">
            <a:avLst>
              <a:gd name="adj" fmla="val 12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院内の本流ライン</a:t>
            </a:r>
          </a:p>
        </p:txBody>
      </p:sp>
      <p:sp>
        <p:nvSpPr>
          <p:cNvPr id="8" name="Rounded Rectangle 7"/>
          <p:cNvSpPr/>
          <p:nvPr/>
        </p:nvSpPr>
        <p:spPr>
          <a:xfrm>
            <a:off x="6172200" y="1874519"/>
            <a:ext cx="5486400" cy="438912"/>
          </a:xfrm>
          <a:prstGeom prst="roundRect">
            <a:avLst>
              <a:gd name="adj" fmla="val 12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読み違えやすい肩書き（要・個別確認）</a:t>
            </a:r>
          </a:p>
        </p:txBody>
      </p:sp>
      <p:sp>
        <p:nvSpPr>
          <p:cNvPr id="9" name="Rounded Rectangle 8"/>
          <p:cNvSpPr/>
          <p:nvPr/>
        </p:nvSpPr>
        <p:spPr>
          <a:xfrm>
            <a:off x="548640" y="2377440"/>
            <a:ext cx="5486400" cy="786384"/>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spcAft>
                <a:spcPts val="300"/>
              </a:spcAft>
            </a:pPr>
            <a:r>
              <a:rPr sz="1250" b="1" i="0">
                <a:solidFill>
                  <a:srgbClr val="128A54"/>
                </a:solidFill>
                <a:latin typeface="Meiryo UI"/>
                <a:ea typeface="Meiryo UI"/>
              </a:rPr>
              <a:t>教授（診療科長）</a:t>
            </a:r>
          </a:p>
          <a:p>
            <a:pPr algn="l">
              <a:lnSpc>
                <a:spcPct val="118000"/>
              </a:lnSpc>
            </a:pPr>
            <a:r>
              <a:rPr sz="1050" b="0" i="0">
                <a:solidFill>
                  <a:srgbClr val="262626"/>
                </a:solidFill>
                <a:latin typeface="Meiryo UI"/>
                <a:ea typeface="Meiryo UI"/>
              </a:rPr>
              <a:t>方針・人事の最終決定者。ただし多忙で、現場の細部は下のポジションが握っていることが多い</a:t>
            </a:r>
          </a:p>
        </p:txBody>
      </p:sp>
      <p:sp>
        <p:nvSpPr>
          <p:cNvPr id="10" name="Rounded Rectangle 9"/>
          <p:cNvSpPr/>
          <p:nvPr/>
        </p:nvSpPr>
        <p:spPr>
          <a:xfrm>
            <a:off x="548640" y="3236976"/>
            <a:ext cx="5486400" cy="786384"/>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spcAft>
                <a:spcPts val="300"/>
              </a:spcAft>
            </a:pPr>
            <a:r>
              <a:rPr sz="1250" b="1" i="0">
                <a:solidFill>
                  <a:srgbClr val="128A54"/>
                </a:solidFill>
                <a:latin typeface="Meiryo UI"/>
                <a:ea typeface="Meiryo UI"/>
              </a:rPr>
              <a:t>准教授・講師</a:t>
            </a:r>
          </a:p>
          <a:p>
            <a:pPr algn="l">
              <a:lnSpc>
                <a:spcPct val="118000"/>
              </a:lnSpc>
            </a:pPr>
            <a:r>
              <a:rPr sz="1050" b="0" i="0">
                <a:solidFill>
                  <a:srgbClr val="262626"/>
                </a:solidFill>
                <a:latin typeface="Meiryo UI"/>
                <a:ea typeface="Meiryo UI"/>
              </a:rPr>
              <a:t>実務の要であり、次期教授候補。3年後のキーパーソンとして関係構築は先行投資になる</a:t>
            </a:r>
          </a:p>
        </p:txBody>
      </p:sp>
      <p:sp>
        <p:nvSpPr>
          <p:cNvPr id="11" name="Rounded Rectangle 10"/>
          <p:cNvSpPr/>
          <p:nvPr/>
        </p:nvSpPr>
        <p:spPr>
          <a:xfrm>
            <a:off x="548640" y="4096512"/>
            <a:ext cx="5486400" cy="786384"/>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spcAft>
                <a:spcPts val="300"/>
              </a:spcAft>
            </a:pPr>
            <a:r>
              <a:rPr sz="1250" b="1" i="0">
                <a:solidFill>
                  <a:srgbClr val="128A54"/>
                </a:solidFill>
                <a:latin typeface="Meiryo UI"/>
                <a:ea typeface="Meiryo UI"/>
              </a:rPr>
              <a:t>医局長</a:t>
            </a:r>
          </a:p>
          <a:p>
            <a:pPr algn="l">
              <a:lnSpc>
                <a:spcPct val="118000"/>
              </a:lnSpc>
            </a:pPr>
            <a:r>
              <a:rPr sz="1050" b="0" i="0">
                <a:solidFill>
                  <a:srgbClr val="262626"/>
                </a:solidFill>
                <a:latin typeface="Meiryo UI"/>
                <a:ea typeface="Meiryo UI"/>
              </a:rPr>
              <a:t>医局の雑務・人事、医局行事の窓口。教授からの信頼が高く、影響力が大きい</a:t>
            </a:r>
          </a:p>
        </p:txBody>
      </p:sp>
      <p:sp>
        <p:nvSpPr>
          <p:cNvPr id="12" name="Rounded Rectangle 11"/>
          <p:cNvSpPr/>
          <p:nvPr/>
        </p:nvSpPr>
        <p:spPr>
          <a:xfrm>
            <a:off x="548640" y="4956048"/>
            <a:ext cx="5486400" cy="786384"/>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spcAft>
                <a:spcPts val="300"/>
              </a:spcAft>
            </a:pPr>
            <a:r>
              <a:rPr sz="1250" b="1" i="0">
                <a:solidFill>
                  <a:srgbClr val="128A54"/>
                </a:solidFill>
                <a:latin typeface="Meiryo UI"/>
                <a:ea typeface="Meiryo UI"/>
              </a:rPr>
              <a:t>助教・医員・専攻医</a:t>
            </a:r>
          </a:p>
          <a:p>
            <a:pPr algn="l">
              <a:lnSpc>
                <a:spcPct val="118000"/>
              </a:lnSpc>
            </a:pPr>
            <a:r>
              <a:rPr sz="1050" b="0" i="0">
                <a:solidFill>
                  <a:srgbClr val="262626"/>
                </a:solidFill>
                <a:latin typeface="Meiryo UI"/>
                <a:ea typeface="Meiryo UI"/>
              </a:rPr>
              <a:t>実処方と臨床研究の担い手。数年後、関連病院の幹部として範囲の中に散っていく</a:t>
            </a:r>
          </a:p>
        </p:txBody>
      </p:sp>
      <p:sp>
        <p:nvSpPr>
          <p:cNvPr id="13" name="Rounded Rectangle 12"/>
          <p:cNvSpPr/>
          <p:nvPr/>
        </p:nvSpPr>
        <p:spPr>
          <a:xfrm>
            <a:off x="6172200" y="2377440"/>
            <a:ext cx="5486400" cy="786384"/>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spcAft>
                <a:spcPts val="300"/>
              </a:spcAft>
            </a:pPr>
            <a:r>
              <a:rPr sz="1250" b="1" i="0">
                <a:solidFill>
                  <a:srgbClr val="1F3864"/>
                </a:solidFill>
                <a:latin typeface="Meiryo UI"/>
                <a:ea typeface="Meiryo UI"/>
              </a:rPr>
              <a:t>病院教授</a:t>
            </a:r>
          </a:p>
          <a:p>
            <a:pPr algn="l">
              <a:lnSpc>
                <a:spcPct val="118000"/>
              </a:lnSpc>
            </a:pPr>
            <a:r>
              <a:rPr sz="1050" b="0" i="0">
                <a:solidFill>
                  <a:srgbClr val="262626"/>
                </a:solidFill>
                <a:latin typeface="Meiryo UI"/>
                <a:ea typeface="Meiryo UI"/>
              </a:rPr>
              <a:t>臨床・病院運営に強い教授級ポスト。採用・薬審・院内導線には強いが、医局人事権とは別のことがある</a:t>
            </a:r>
          </a:p>
        </p:txBody>
      </p:sp>
      <p:sp>
        <p:nvSpPr>
          <p:cNvPr id="14" name="Rounded Rectangle 13"/>
          <p:cNvSpPr/>
          <p:nvPr/>
        </p:nvSpPr>
        <p:spPr>
          <a:xfrm>
            <a:off x="6172200" y="3236976"/>
            <a:ext cx="5486400" cy="786384"/>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spcAft>
                <a:spcPts val="300"/>
              </a:spcAft>
            </a:pPr>
            <a:r>
              <a:rPr sz="1250" b="1" i="0">
                <a:solidFill>
                  <a:srgbClr val="1F3864"/>
                </a:solidFill>
                <a:latin typeface="Meiryo UI"/>
                <a:ea typeface="Meiryo UI"/>
              </a:rPr>
              <a:t>特任教授</a:t>
            </a:r>
          </a:p>
          <a:p>
            <a:pPr algn="l">
              <a:lnSpc>
                <a:spcPct val="118000"/>
              </a:lnSpc>
            </a:pPr>
            <a:r>
              <a:rPr sz="1050" b="0" i="0">
                <a:solidFill>
                  <a:srgbClr val="262626"/>
                </a:solidFill>
                <a:latin typeface="Meiryo UI"/>
                <a:ea typeface="Meiryo UI"/>
              </a:rPr>
              <a:t>寄附講座・共同研究など外部資金による任用。研究・講演には強いが、医局人事は限定的なことも</a:t>
            </a:r>
          </a:p>
        </p:txBody>
      </p:sp>
      <p:sp>
        <p:nvSpPr>
          <p:cNvPr id="15" name="Rounded Rectangle 14"/>
          <p:cNvSpPr/>
          <p:nvPr/>
        </p:nvSpPr>
        <p:spPr>
          <a:xfrm>
            <a:off x="6172200" y="4096512"/>
            <a:ext cx="5486400" cy="786384"/>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spcAft>
                <a:spcPts val="300"/>
              </a:spcAft>
            </a:pPr>
            <a:r>
              <a:rPr sz="1250" b="1" i="0">
                <a:solidFill>
                  <a:srgbClr val="1F3864"/>
                </a:solidFill>
                <a:latin typeface="Meiryo UI"/>
                <a:ea typeface="Meiryo UI"/>
              </a:rPr>
              <a:t>客員・非常勤</a:t>
            </a:r>
          </a:p>
          <a:p>
            <a:pPr algn="l">
              <a:lnSpc>
                <a:spcPct val="118000"/>
              </a:lnSpc>
            </a:pPr>
            <a:r>
              <a:rPr sz="1050" b="0" i="0">
                <a:solidFill>
                  <a:srgbClr val="262626"/>
                </a:solidFill>
                <a:latin typeface="Meiryo UI"/>
                <a:ea typeface="Meiryo UI"/>
              </a:rPr>
              <a:t>本務は他施設。院内の決定権は限定的だが、施設間ネットワークのハブになっていることがある</a:t>
            </a:r>
          </a:p>
        </p:txBody>
      </p:sp>
      <p:sp>
        <p:nvSpPr>
          <p:cNvPr id="16" name="Rounded Rectangle 15"/>
          <p:cNvSpPr/>
          <p:nvPr/>
        </p:nvSpPr>
        <p:spPr>
          <a:xfrm>
            <a:off x="6172200" y="4956048"/>
            <a:ext cx="5486400" cy="786384"/>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spcAft>
                <a:spcPts val="300"/>
              </a:spcAft>
            </a:pPr>
            <a:r>
              <a:rPr sz="1250" b="1" i="0">
                <a:solidFill>
                  <a:srgbClr val="1F3864"/>
                </a:solidFill>
                <a:latin typeface="Meiryo UI"/>
                <a:ea typeface="Meiryo UI"/>
              </a:rPr>
              <a:t>名誉教授</a:t>
            </a:r>
          </a:p>
          <a:p>
            <a:pPr algn="l">
              <a:lnSpc>
                <a:spcPct val="118000"/>
              </a:lnSpc>
            </a:pPr>
            <a:r>
              <a:rPr sz="1050" b="0" i="0">
                <a:solidFill>
                  <a:srgbClr val="262626"/>
                </a:solidFill>
                <a:latin typeface="Meiryo UI"/>
                <a:ea typeface="Meiryo UI"/>
              </a:rPr>
              <a:t>退官後の称号で現役の決定権はない。ただし人脈・影響力は健在。研究会や講演会の重鎮</a:t>
            </a:r>
          </a:p>
        </p:txBody>
      </p:sp>
      <p:sp>
        <p:nvSpPr>
          <p:cNvPr id="17" name="Rounded Rectangle 16"/>
          <p:cNvSpPr/>
          <p:nvPr/>
        </p:nvSpPr>
        <p:spPr>
          <a:xfrm>
            <a:off x="548640" y="5897880"/>
            <a:ext cx="11109960" cy="384048"/>
          </a:xfrm>
          <a:prstGeom prst="roundRect">
            <a:avLst>
              <a:gd name="adj" fmla="val 15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0B4F37"/>
                </a:solidFill>
                <a:latin typeface="Meiryo UI"/>
                <a:ea typeface="Meiryo UI"/>
              </a:rPr>
              <a:t>MR確認チェック：① 財源　② 任期　③ 実権（薬審・採用・医局人事のどこに効くか）　④ 本務教授・医局長・薬剤部との距離　⑤ COIの扱い</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APPENDIX E</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大学活動 コンプライアンスの5原則</a:t>
            </a:r>
          </a:p>
        </p:txBody>
      </p:sp>
      <p:sp>
        <p:nvSpPr>
          <p:cNvPr id="4" name="TextBox 3"/>
          <p:cNvSpPr txBox="1"/>
          <p:nvPr/>
        </p:nvSpPr>
        <p:spPr>
          <a:xfrm>
            <a:off x="548640" y="1426464"/>
            <a:ext cx="11155680" cy="384048"/>
          </a:xfrm>
          <a:prstGeom prst="rect">
            <a:avLst/>
          </a:prstGeom>
          <a:noFill/>
        </p:spPr>
        <p:txBody>
          <a:bodyPr wrap="square" lIns="0" rIns="0" tIns="0" bIns="0" anchor="t">
            <a:spAutoFit/>
          </a:bodyPr>
          <a:lstStyle/>
          <a:p>
            <a:pPr algn="l"/>
            <a:r>
              <a:rPr sz="1350" b="1" i="0">
                <a:solidFill>
                  <a:srgbClr val="262626"/>
                </a:solidFill>
                <a:latin typeface="Meiryo UI"/>
                <a:ea typeface="Meiryo UI"/>
              </a:rPr>
              <a:t>アンケートの不安「寄附金・広告協賛・宣伝許可・施設ルール」に応えて。攻める活動ほど、守りが土台になります。</a:t>
            </a:r>
          </a:p>
        </p:txBody>
      </p:sp>
      <p:sp>
        <p:nvSpPr>
          <p:cNvPr id="5" name="TextBox 4"/>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6" name="TextBox 5"/>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36</a:t>
            </a:r>
          </a:p>
        </p:txBody>
      </p:sp>
      <p:sp>
        <p:nvSpPr>
          <p:cNvPr id="7" name="Rounded Rectangle 6"/>
          <p:cNvSpPr/>
          <p:nvPr/>
        </p:nvSpPr>
        <p:spPr>
          <a:xfrm>
            <a:off x="548640" y="1965960"/>
            <a:ext cx="3794760" cy="73152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l"/>
            <a:r>
              <a:rPr sz="1200" b="1" i="0">
                <a:solidFill>
                  <a:srgbClr val="FFFFFF"/>
                </a:solidFill>
                <a:latin typeface="Meiryo UI"/>
                <a:ea typeface="Meiryo UI"/>
              </a:rPr>
              <a:t>① 施設ルールが最優先</a:t>
            </a:r>
          </a:p>
        </p:txBody>
      </p:sp>
      <p:sp>
        <p:nvSpPr>
          <p:cNvPr id="8" name="Rounded Rectangle 7"/>
          <p:cNvSpPr/>
          <p:nvPr/>
        </p:nvSpPr>
        <p:spPr>
          <a:xfrm>
            <a:off x="4480560" y="1965960"/>
            <a:ext cx="7178040" cy="7315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l">
              <a:lnSpc>
                <a:spcPct val="120000"/>
              </a:lnSpc>
            </a:pPr>
            <a:r>
              <a:rPr sz="1150" b="0" i="0">
                <a:solidFill>
                  <a:srgbClr val="262626"/>
                </a:solidFill>
                <a:latin typeface="Meiryo UI"/>
                <a:ea typeface="Meiryo UI"/>
              </a:rPr>
              <a:t>訪問・面会・資材配布のルールは施設ごとに違う。着任時と変更時に必ず確認し、迷ったら守りに倒す</a:t>
            </a:r>
          </a:p>
        </p:txBody>
      </p:sp>
      <p:sp>
        <p:nvSpPr>
          <p:cNvPr id="9" name="Rounded Rectangle 8"/>
          <p:cNvSpPr/>
          <p:nvPr/>
        </p:nvSpPr>
        <p:spPr>
          <a:xfrm>
            <a:off x="548640" y="2788920"/>
            <a:ext cx="3794760" cy="73152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l"/>
            <a:r>
              <a:rPr sz="1200" b="1" i="0">
                <a:solidFill>
                  <a:srgbClr val="FFFFFF"/>
                </a:solidFill>
                <a:latin typeface="Meiryo UI"/>
                <a:ea typeface="Meiryo UI"/>
              </a:rPr>
              <a:t>② 寄附金・広告協賛は「その場で約束しない」</a:t>
            </a:r>
          </a:p>
        </p:txBody>
      </p:sp>
      <p:sp>
        <p:nvSpPr>
          <p:cNvPr id="10" name="Rounded Rectangle 9"/>
          <p:cNvSpPr/>
          <p:nvPr/>
        </p:nvSpPr>
        <p:spPr>
          <a:xfrm>
            <a:off x="4480560" y="2788920"/>
            <a:ext cx="7178040" cy="7315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l">
              <a:lnSpc>
                <a:spcPct val="120000"/>
              </a:lnSpc>
            </a:pPr>
            <a:r>
              <a:rPr sz="1150" b="0" i="0">
                <a:solidFill>
                  <a:srgbClr val="262626"/>
                </a:solidFill>
                <a:latin typeface="Meiryo UI"/>
                <a:ea typeface="Meiryo UI"/>
              </a:rPr>
              <a:t>依頼を受けたら即答せず、必ず社内の申請・審査手続きに乗せる。誠実な「持ち帰ります」は信頼を損なわない</a:t>
            </a:r>
          </a:p>
        </p:txBody>
      </p:sp>
      <p:sp>
        <p:nvSpPr>
          <p:cNvPr id="11" name="Rounded Rectangle 10"/>
          <p:cNvSpPr/>
          <p:nvPr/>
        </p:nvSpPr>
        <p:spPr>
          <a:xfrm>
            <a:off x="548640" y="3611879"/>
            <a:ext cx="3794760" cy="73152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l"/>
            <a:r>
              <a:rPr sz="1200" b="1" i="0">
                <a:solidFill>
                  <a:srgbClr val="FFFFFF"/>
                </a:solidFill>
                <a:latin typeface="Meiryo UI"/>
                <a:ea typeface="Meiryo UI"/>
              </a:rPr>
              <a:t>③ 宣伝許可・採用ルールは現行の文書で確認</a:t>
            </a:r>
          </a:p>
        </p:txBody>
      </p:sp>
      <p:sp>
        <p:nvSpPr>
          <p:cNvPr id="12" name="Rounded Rectangle 11"/>
          <p:cNvSpPr/>
          <p:nvPr/>
        </p:nvSpPr>
        <p:spPr>
          <a:xfrm>
            <a:off x="4480560" y="3611879"/>
            <a:ext cx="7178040" cy="7315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l">
              <a:lnSpc>
                <a:spcPct val="120000"/>
              </a:lnSpc>
            </a:pPr>
            <a:r>
              <a:rPr sz="1150" b="0" i="0">
                <a:solidFill>
                  <a:srgbClr val="262626"/>
                </a:solidFill>
                <a:latin typeface="Meiryo UI"/>
                <a:ea typeface="Meiryo UI"/>
              </a:rPr>
              <a:t>「前任者がやっていた」は根拠にならない。DAY1で学んだ薬審・採用の流れを、施設ごとに毎回確認する</a:t>
            </a:r>
          </a:p>
        </p:txBody>
      </p:sp>
      <p:sp>
        <p:nvSpPr>
          <p:cNvPr id="13" name="Rounded Rectangle 12"/>
          <p:cNvSpPr/>
          <p:nvPr/>
        </p:nvSpPr>
        <p:spPr>
          <a:xfrm>
            <a:off x="548640" y="4434840"/>
            <a:ext cx="3794760" cy="73152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l"/>
            <a:r>
              <a:rPr sz="1200" b="1" i="0">
                <a:solidFill>
                  <a:srgbClr val="FFFFFF"/>
                </a:solidFill>
                <a:latin typeface="Meiryo UI"/>
                <a:ea typeface="Meiryo UI"/>
              </a:rPr>
              <a:t>④ 迷ったら自己判断しない</a:t>
            </a:r>
          </a:p>
        </p:txBody>
      </p:sp>
      <p:sp>
        <p:nvSpPr>
          <p:cNvPr id="14" name="Rounded Rectangle 13"/>
          <p:cNvSpPr/>
          <p:nvPr/>
        </p:nvSpPr>
        <p:spPr>
          <a:xfrm>
            <a:off x="4480560" y="4434840"/>
            <a:ext cx="7178040" cy="7315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l">
              <a:lnSpc>
                <a:spcPct val="120000"/>
              </a:lnSpc>
            </a:pPr>
            <a:r>
              <a:rPr sz="1150" b="0" i="0">
                <a:solidFill>
                  <a:srgbClr val="262626"/>
                </a:solidFill>
                <a:latin typeface="Meiryo UI"/>
                <a:ea typeface="Meiryo UI"/>
              </a:rPr>
              <a:t>判断基準はプロモーションコードと社内SOP。少しでも迷ったら上司・コンプライアンス部門に相談してから動く</a:t>
            </a:r>
          </a:p>
        </p:txBody>
      </p:sp>
      <p:sp>
        <p:nvSpPr>
          <p:cNvPr id="15" name="Rounded Rectangle 14"/>
          <p:cNvSpPr/>
          <p:nvPr/>
        </p:nvSpPr>
        <p:spPr>
          <a:xfrm>
            <a:off x="548640" y="5257800"/>
            <a:ext cx="3794760" cy="73152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l"/>
            <a:r>
              <a:rPr sz="1200" b="1" i="0">
                <a:solidFill>
                  <a:srgbClr val="FFFFFF"/>
                </a:solidFill>
                <a:latin typeface="Meiryo UI"/>
                <a:ea typeface="Meiryo UI"/>
              </a:rPr>
              <a:t>⑤ 記録を残す</a:t>
            </a:r>
          </a:p>
        </p:txBody>
      </p:sp>
      <p:sp>
        <p:nvSpPr>
          <p:cNvPr id="16" name="Rounded Rectangle 15"/>
          <p:cNvSpPr/>
          <p:nvPr/>
        </p:nvSpPr>
        <p:spPr>
          <a:xfrm>
            <a:off x="4480560" y="5257800"/>
            <a:ext cx="7178040" cy="7315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l">
              <a:lnSpc>
                <a:spcPct val="120000"/>
              </a:lnSpc>
            </a:pPr>
            <a:r>
              <a:rPr sz="1150" b="0" i="0">
                <a:solidFill>
                  <a:srgbClr val="262626"/>
                </a:solidFill>
                <a:latin typeface="Meiryo UI"/>
                <a:ea typeface="Meiryo UI"/>
              </a:rPr>
              <a:t>依頼・回答・手続きの経緯を記録に残す。誠実さの証明であり、先生と自分の両方を守る武器になる</a:t>
            </a:r>
          </a:p>
        </p:txBody>
      </p:sp>
      <p:sp>
        <p:nvSpPr>
          <p:cNvPr id="17" name="TextBox 16"/>
          <p:cNvSpPr txBox="1"/>
          <p:nvPr/>
        </p:nvSpPr>
        <p:spPr>
          <a:xfrm>
            <a:off x="2560320" y="6144768"/>
            <a:ext cx="9144000" cy="292608"/>
          </a:xfrm>
          <a:prstGeom prst="rect">
            <a:avLst/>
          </a:prstGeom>
          <a:noFill/>
        </p:spPr>
        <p:txBody>
          <a:bodyPr wrap="square" lIns="0" rIns="0" tIns="0" bIns="0" anchor="t">
            <a:spAutoFit/>
          </a:bodyPr>
          <a:lstStyle/>
          <a:p>
            <a:pPr algn="l"/>
            <a:r>
              <a:rPr sz="1150" b="1" i="0">
                <a:solidFill>
                  <a:srgbClr val="595959"/>
                </a:solidFill>
                <a:latin typeface="Meiryo UI"/>
                <a:ea typeface="Meiryo UI"/>
              </a:rPr>
              <a:t>※ 本スライドは一般的な注意喚起です。個別の案件は、必ず最新の社内規程と担当部門の指示に従ってください。</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APPENDIX F</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ファシリテーター用メモ（進行のコツ）</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37</a:t>
            </a:r>
          </a:p>
        </p:txBody>
      </p:sp>
      <p:sp>
        <p:nvSpPr>
          <p:cNvPr id="6" name="Rounded Rectangle 5"/>
          <p:cNvSpPr/>
          <p:nvPr/>
        </p:nvSpPr>
        <p:spPr>
          <a:xfrm>
            <a:off x="548640" y="1600200"/>
            <a:ext cx="5486400" cy="475488"/>
          </a:xfrm>
          <a:prstGeom prst="roundRect">
            <a:avLst>
              <a:gd name="adj" fmla="val 12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事前準備・時間管理</a:t>
            </a:r>
          </a:p>
        </p:txBody>
      </p:sp>
      <p:sp>
        <p:nvSpPr>
          <p:cNvPr id="7" name="Rounded Rectangle 6"/>
          <p:cNvSpPr/>
          <p:nvPr/>
        </p:nvSpPr>
        <p:spPr>
          <a:xfrm>
            <a:off x="548640" y="2130552"/>
            <a:ext cx="5486400" cy="153619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96012" bIns="96012" lIns="137160" rIns="137160"/>
          <a:lstStyle/>
          <a:p>
            <a:pPr algn="l">
              <a:lnSpc>
                <a:spcPct val="120000"/>
              </a:lnSpc>
              <a:spcAft>
                <a:spcPts val="700"/>
              </a:spcAft>
            </a:pPr>
            <a:r>
              <a:rPr sz="1100" b="0" i="0">
                <a:solidFill>
                  <a:srgbClr val="262626"/>
                </a:solidFill>
                <a:latin typeface="Meiryo UI"/>
                <a:ea typeface="Meiryo UI"/>
              </a:rPr>
              <a:t>・事前案内：A4白紙1枚とペンを持参、担当範囲の施設を思い出してくる</a:t>
            </a:r>
          </a:p>
          <a:p>
            <a:pPr algn="l">
              <a:lnSpc>
                <a:spcPct val="120000"/>
              </a:lnSpc>
              <a:spcAft>
                <a:spcPts val="700"/>
              </a:spcAft>
            </a:pPr>
            <a:r>
              <a:rPr sz="1100" b="0" i="0">
                <a:solidFill>
                  <a:srgbClr val="262626"/>
                </a:solidFill>
                <a:latin typeface="Meiryo UI"/>
                <a:ea typeface="Meiryo UI"/>
              </a:rPr>
              <a:t>・録画を回し、気づきリストとセットで欠席者へ共有（アンケートで要望多数）</a:t>
            </a:r>
          </a:p>
          <a:p>
            <a:pPr algn="l">
              <a:lnSpc>
                <a:spcPct val="120000"/>
              </a:lnSpc>
              <a:spcAft>
                <a:spcPts val="700"/>
              </a:spcAft>
            </a:pPr>
            <a:r>
              <a:rPr sz="1100" b="0" i="0">
                <a:solidFill>
                  <a:srgbClr val="262626"/>
                </a:solidFill>
                <a:latin typeface="Meiryo UI"/>
                <a:ea typeface="Meiryo UI"/>
              </a:rPr>
              <a:t>・オープニングは5分厳守。テーマ①②の各25分（講義10・ワーク10・共有5）を死守する</a:t>
            </a:r>
          </a:p>
        </p:txBody>
      </p:sp>
      <p:sp>
        <p:nvSpPr>
          <p:cNvPr id="8" name="Rounded Rectangle 7"/>
          <p:cNvSpPr/>
          <p:nvPr/>
        </p:nvSpPr>
        <p:spPr>
          <a:xfrm>
            <a:off x="6172200" y="1600200"/>
            <a:ext cx="5486400" cy="475488"/>
          </a:xfrm>
          <a:prstGeom prst="roundRect">
            <a:avLst>
              <a:gd name="adj" fmla="val 12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場づくり</a:t>
            </a:r>
          </a:p>
        </p:txBody>
      </p:sp>
      <p:sp>
        <p:nvSpPr>
          <p:cNvPr id="9" name="Rounded Rectangle 8"/>
          <p:cNvSpPr/>
          <p:nvPr/>
        </p:nvSpPr>
        <p:spPr>
          <a:xfrm>
            <a:off x="6172200" y="2130552"/>
            <a:ext cx="5486400" cy="153619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96012" bIns="96012" lIns="137160" rIns="137160"/>
          <a:lstStyle/>
          <a:p>
            <a:pPr algn="l">
              <a:lnSpc>
                <a:spcPct val="120000"/>
              </a:lnSpc>
              <a:spcAft>
                <a:spcPts val="700"/>
              </a:spcAft>
            </a:pPr>
            <a:r>
              <a:rPr sz="1100" b="0" i="0">
                <a:solidFill>
                  <a:srgbClr val="262626"/>
                </a:solidFill>
                <a:latin typeface="Meiryo UI"/>
                <a:ea typeface="Meiryo UI"/>
              </a:rPr>
              <a:t>・チェックインは進行役が最初に投稿し、投稿のハードルを下げる</a:t>
            </a:r>
          </a:p>
          <a:p>
            <a:pPr algn="l">
              <a:lnSpc>
                <a:spcPct val="120000"/>
              </a:lnSpc>
              <a:spcAft>
                <a:spcPts val="700"/>
              </a:spcAft>
            </a:pPr>
            <a:r>
              <a:rPr sz="1100" b="0" i="0">
                <a:solidFill>
                  <a:srgbClr val="262626"/>
                </a:solidFill>
                <a:latin typeface="Meiryo UI"/>
                <a:ea typeface="Meiryo UI"/>
              </a:rPr>
              <a:t>・「大学が一番大きくない絵」が出たら、その場で全体に紹介する</a:t>
            </a:r>
          </a:p>
          <a:p>
            <a:pPr algn="l">
              <a:lnSpc>
                <a:spcPct val="120000"/>
              </a:lnSpc>
              <a:spcAft>
                <a:spcPts val="700"/>
              </a:spcAft>
            </a:pPr>
            <a:r>
              <a:rPr sz="1100" b="0" i="0">
                <a:solidFill>
                  <a:srgbClr val="262626"/>
                </a:solidFill>
                <a:latin typeface="Meiryo UI"/>
                <a:ea typeface="Meiryo UI"/>
              </a:rPr>
              <a:t>・ワーク中は沈黙OKと伝える。ブレイクアウトは各室を1周して1声かけ</a:t>
            </a:r>
          </a:p>
        </p:txBody>
      </p:sp>
      <p:sp>
        <p:nvSpPr>
          <p:cNvPr id="10" name="Rounded Rectangle 9"/>
          <p:cNvSpPr/>
          <p:nvPr/>
        </p:nvSpPr>
        <p:spPr>
          <a:xfrm>
            <a:off x="548640" y="3840480"/>
            <a:ext cx="5486400" cy="475488"/>
          </a:xfrm>
          <a:prstGeom prst="roundRect">
            <a:avLst>
              <a:gd name="adj" fmla="val 12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つまずき対応</a:t>
            </a:r>
          </a:p>
        </p:txBody>
      </p:sp>
      <p:sp>
        <p:nvSpPr>
          <p:cNvPr id="11" name="Rounded Rectangle 10"/>
          <p:cNvSpPr/>
          <p:nvPr/>
        </p:nvSpPr>
        <p:spPr>
          <a:xfrm>
            <a:off x="548640" y="4370832"/>
            <a:ext cx="5486400" cy="153619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96012" bIns="96012" lIns="137160" rIns="137160"/>
          <a:lstStyle/>
          <a:p>
            <a:pPr algn="l">
              <a:lnSpc>
                <a:spcPct val="120000"/>
              </a:lnSpc>
              <a:spcAft>
                <a:spcPts val="700"/>
              </a:spcAft>
            </a:pPr>
            <a:r>
              <a:rPr sz="1100" b="0" i="0">
                <a:solidFill>
                  <a:srgbClr val="262626"/>
                </a:solidFill>
                <a:latin typeface="Meiryo UI"/>
                <a:ea typeface="Meiryo UI"/>
              </a:rPr>
              <a:t>・絵が描けない人には「重要そうな5施設だけ」と伝える</a:t>
            </a:r>
          </a:p>
          <a:p>
            <a:pPr algn="l">
              <a:lnSpc>
                <a:spcPct val="120000"/>
              </a:lnSpc>
              <a:spcAft>
                <a:spcPts val="700"/>
              </a:spcAft>
            </a:pPr>
            <a:r>
              <a:rPr sz="1100" b="0" i="0">
                <a:solidFill>
                  <a:srgbClr val="262626"/>
                </a:solidFill>
                <a:latin typeface="Meiryo UI"/>
                <a:ea typeface="Meiryo UI"/>
              </a:rPr>
              <a:t>・「正解がない」ことに戸惑う人には、4パターンのスライドに戻る</a:t>
            </a:r>
          </a:p>
          <a:p>
            <a:pPr algn="l">
              <a:lnSpc>
                <a:spcPct val="120000"/>
              </a:lnSpc>
              <a:spcAft>
                <a:spcPts val="700"/>
              </a:spcAft>
            </a:pPr>
            <a:r>
              <a:rPr sz="1100" b="0" i="0">
                <a:solidFill>
                  <a:srgbClr val="262626"/>
                </a:solidFill>
                <a:latin typeface="Meiryo UI"/>
                <a:ea typeface="Meiryo UI"/>
              </a:rPr>
              <a:t>・言葉が埋まらない人には「1つでも言い切れれば成功」と伝える</a:t>
            </a:r>
          </a:p>
        </p:txBody>
      </p:sp>
      <p:sp>
        <p:nvSpPr>
          <p:cNvPr id="12" name="Rounded Rectangle 11"/>
          <p:cNvSpPr/>
          <p:nvPr/>
        </p:nvSpPr>
        <p:spPr>
          <a:xfrm>
            <a:off x="6172200" y="3840480"/>
            <a:ext cx="5486400" cy="475488"/>
          </a:xfrm>
          <a:prstGeom prst="roundRect">
            <a:avLst>
              <a:gd name="adj" fmla="val 12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Beyondの扱い</a:t>
            </a:r>
          </a:p>
        </p:txBody>
      </p:sp>
      <p:sp>
        <p:nvSpPr>
          <p:cNvPr id="13" name="Rounded Rectangle 12"/>
          <p:cNvSpPr/>
          <p:nvPr/>
        </p:nvSpPr>
        <p:spPr>
          <a:xfrm>
            <a:off x="6172200" y="4370832"/>
            <a:ext cx="5486400" cy="153619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96012" bIns="96012" lIns="137160" rIns="137160"/>
          <a:lstStyle/>
          <a:p>
            <a:pPr algn="l">
              <a:lnSpc>
                <a:spcPct val="120000"/>
              </a:lnSpc>
              <a:spcAft>
                <a:spcPts val="700"/>
              </a:spcAft>
            </a:pPr>
            <a:r>
              <a:rPr sz="1100" b="0" i="0">
                <a:solidFill>
                  <a:srgbClr val="262626"/>
                </a:solidFill>
                <a:latin typeface="Meiryo UI"/>
                <a:ea typeface="Meiryo UI"/>
              </a:rPr>
              <a:t>・Beyondは全員必達にしない。「考え方の紹介」として軽く置く</a:t>
            </a:r>
          </a:p>
          <a:p>
            <a:pPr algn="l">
              <a:lnSpc>
                <a:spcPct val="120000"/>
              </a:lnSpc>
              <a:spcAft>
                <a:spcPts val="700"/>
              </a:spcAft>
            </a:pPr>
            <a:r>
              <a:rPr sz="1100" b="0" i="0">
                <a:solidFill>
                  <a:srgbClr val="262626"/>
                </a:solidFill>
                <a:latin typeface="Meiryo UI"/>
                <a:ea typeface="Meiryo UI"/>
              </a:rPr>
              <a:t>・難しくしすぎて手が止まるより、「大学の枠を外す」体験の持ち帰りを優先</a:t>
            </a:r>
          </a:p>
          <a:p>
            <a:pPr algn="l">
              <a:lnSpc>
                <a:spcPct val="120000"/>
              </a:lnSpc>
              <a:spcAft>
                <a:spcPts val="700"/>
              </a:spcAft>
            </a:pPr>
            <a:r>
              <a:rPr sz="1100" b="0" i="0">
                <a:solidFill>
                  <a:srgbClr val="262626"/>
                </a:solidFill>
                <a:latin typeface="Meiryo UI"/>
                <a:ea typeface="Meiryo UI"/>
              </a:rPr>
              <a:t>・最終回なので、シリーズ全体の感想を1言ずつ集めてから終える</a:t>
            </a:r>
          </a:p>
        </p:txBody>
      </p:sp>
      <p:sp>
        <p:nvSpPr>
          <p:cNvPr id="14" name="TextBox 13"/>
          <p:cNvSpPr txBox="1"/>
          <p:nvPr/>
        </p:nvSpPr>
        <p:spPr>
          <a:xfrm>
            <a:off x="2560320" y="6144768"/>
            <a:ext cx="9144000" cy="292608"/>
          </a:xfrm>
          <a:prstGeom prst="rect">
            <a:avLst/>
          </a:prstGeom>
          <a:noFill/>
        </p:spPr>
        <p:txBody>
          <a:bodyPr wrap="square" lIns="0" rIns="0" tIns="0" bIns="0" anchor="t">
            <a:spAutoFit/>
          </a:bodyPr>
          <a:lstStyle/>
          <a:p>
            <a:pPr algn="l"/>
            <a:r>
              <a:rPr sz="1100" b="0" i="0">
                <a:solidFill>
                  <a:srgbClr val="595959"/>
                </a:solidFill>
                <a:latin typeface="Meiryo UI"/>
                <a:ea typeface="Meiryo UI"/>
              </a:rPr>
              <a:t>本資料の事例・人名はすべて架空です。実施設の情報を扱う際は、社内の情報取り扱いルールに従ってください。</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Emerald Chic">
  <a:themeElements>
    <a:clrScheme name="Novartis 2025">
      <a:dk1>
        <a:srgbClr val="0E322A"/>
      </a:dk1>
      <a:lt1>
        <a:srgbClr val="F7FBF8"/>
      </a:lt1>
      <a:dk2>
        <a:srgbClr val="173A32"/>
      </a:dk2>
      <a:lt2>
        <a:srgbClr val="DDEAE1"/>
      </a:lt2>
      <a:accent1>
        <a:srgbClr val="0D8B5F"/>
      </a:accent1>
      <a:accent2>
        <a:srgbClr val="14543F"/>
      </a:accent2>
      <a:accent3>
        <a:srgbClr val="4C6F62"/>
      </a:accent3>
      <a:accent4>
        <a:srgbClr val="A7D7BF"/>
      </a:accent4>
      <a:accent5>
        <a:srgbClr val="B7CDC2"/>
      </a:accent5>
      <a:accent6>
        <a:srgbClr val="E8F2EC"/>
      </a:accent6>
      <a:hlink>
        <a:srgbClr val="14543F"/>
      </a:hlink>
      <a:folHlink>
        <a:srgbClr val="4C6F62"/>
      </a:folHlink>
    </a:clrScheme>
    <a:fontScheme name="Novartis 2025 (ARIAL)">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108000" tIns="108000" rIns="108000" bIns="108000" rtlCol="0" anchor="t"/>
      <a:lstStyle>
        <a:defPPr marL="180000" indent="-180000" algn="l">
          <a:spcBef>
            <a:spcPts val="800"/>
          </a:spcBef>
          <a:buFont typeface="Arial" panose="020B0604020202020204" pitchFamily="34" charset="0"/>
          <a:buChar char="•"/>
          <a:defRPr dirty="0" err="1" smtClean="0"/>
        </a:defPPr>
      </a:lstStyle>
      <a:style>
        <a:lnRef idx="2">
          <a:schemeClr val="accent1">
            <a:shade val="15000"/>
          </a:schemeClr>
        </a:lnRef>
        <a:fillRef idx="1">
          <a:schemeClr val="accent1"/>
        </a:fillRef>
        <a:effectRef idx="0">
          <a:schemeClr val="accent1"/>
        </a:effectRef>
        <a:fontRef idx="minor">
          <a:schemeClr val="lt1"/>
        </a:fontRef>
      </a:style>
    </a:spDef>
    <a:lnDef>
      <a:spPr>
        <a:ln w="12700">
          <a:solidFill>
            <a:schemeClr val="tx1"/>
          </a:solidFill>
        </a:ln>
      </a:spPr>
      <a:bodyPr/>
      <a:lstStyle/>
      <a:style>
        <a:lnRef idx="2">
          <a:schemeClr val="accent1"/>
        </a:lnRef>
        <a:fillRef idx="0">
          <a:schemeClr val="accent1"/>
        </a:fillRef>
        <a:effectRef idx="1">
          <a:schemeClr val="accent1"/>
        </a:effectRef>
        <a:fontRef idx="minor">
          <a:schemeClr val="tx1"/>
        </a:fontRef>
      </a:style>
    </a:lnDef>
    <a:txDef>
      <a:spPr>
        <a:noFill/>
      </a:spPr>
      <a:bodyPr wrap="square" lIns="0" tIns="0" rIns="0" bIns="0" rtlCol="0">
        <a:spAutoFit/>
      </a:bodyPr>
      <a:lstStyle>
        <a:defPPr marL="180000" indent="-180000" algn="l">
          <a:spcBef>
            <a:spcPts val="800"/>
          </a:spcBef>
          <a:buFont typeface="Arial" panose="020B0604020202020204" pitchFamily="34" charset="0"/>
          <a:buChar char="•"/>
          <a:defRPr dirty="0" err="1" smtClean="0"/>
        </a:defPPr>
      </a:lstStyle>
    </a:txDef>
  </a:objectDefaults>
  <a:extraClrSchemeLst/>
  <a:custClrLst>
    <a:custClr>
      <a:srgbClr val="0D8B5F"/>
    </a:custClr>
    <a:custClr>
      <a:srgbClr val="C9D9F9"/>
    </a:custClr>
  </a:custClrLst>
  <a:extLst>
    <a:ext uri="{05A4C25C-085E-4340-85A3-A5531E510DB2}">
      <thm15:themeFamily xmlns:thm15="http://schemas.microsoft.com/office/thememl/2012/main" name="Novartis PowerPoint" id="{46FD7BFE-C972-1446-9555-CBDA807834FC}" vid="{71B7A1DA-CA9E-CE4E-99A9-0C1B3863930A}"/>
    </a:ext>
  </a:extLst>
</a:theme>
</file>

<file path=docProps/app.xml><?xml version="1.0" encoding="utf-8"?>
<Properties xmlns="http://schemas.openxmlformats.org/officeDocument/2006/extended-properties" xmlns:vt="http://schemas.openxmlformats.org/officeDocument/2006/docPropsVTypes">
  <TotalTime>3</TotalTime>
  <Words>4993</Words>
  <Application>Microsoft Macintosh PowerPoint</Application>
  <PresentationFormat>ワイド画面</PresentationFormat>
  <Paragraphs>834</Paragraphs>
  <Slides>47</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2</vt:i4>
      </vt:variant>
      <vt:variant>
        <vt:lpstr>スライド タイトル</vt:lpstr>
      </vt:variant>
      <vt:variant>
        <vt:i4>47</vt:i4>
      </vt:variant>
    </vt:vector>
  </HeadingPairs>
  <TitlesOfParts>
    <vt:vector size="53" baseType="lpstr">
      <vt:lpstr>HG創英ﾌﾟﾚｾﾞﾝｽEB</vt:lpstr>
      <vt:lpstr>Meiryo UI</vt:lpstr>
      <vt:lpstr>Arial</vt:lpstr>
      <vt:lpstr>Calibri</vt:lpstr>
      <vt:lpstr>Office Theme</vt:lpstr>
      <vt:lpstr>Emerald Chic</vt:lpstr>
      <vt:lpstr>Renal　MR　スキルアッププロジェクトDAY４　</vt:lpstr>
      <vt:lpstr>■オープニング　5分 ■レクチャー&amp;ワーク①「構造マップ」 ■レクチャー&amp;ワーク②「4Sシート」 ■エリア戦略・まとめ　5分</vt:lpstr>
      <vt:lpstr>集めた情報、次の一手は？、、、</vt:lpstr>
      <vt:lpstr>Renal 大学/基幹病院担当者スキルアッププロジェクト</vt:lpstr>
      <vt:lpstr>Renal 大学/基幹病院担当者スキルアッププロジェクト</vt:lpstr>
      <vt:lpstr>Renal 大学/基幹病院担当者スキルアッププロジェクト</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拓也 井上</cp:lastModifiedBy>
  <cp:revision>1</cp:revision>
  <dcterms:created xsi:type="dcterms:W3CDTF">2013-01-27T09:14:16Z</dcterms:created>
  <dcterms:modified xsi:type="dcterms:W3CDTF">2026-07-27T11:49:09Z</dcterms:modified>
  <cp:category/>
</cp:coreProperties>
</file>