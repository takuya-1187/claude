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■振り返り／Triple Win Beyond　10分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■ワーク①「ウォンツとニーズの仕分け」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■ワーク②「仮説立て」とエリアプラン・4S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■インタビュー／まとめ・総括　20分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振り返り ／ Triple Win Beyond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10分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3回の振り返り｜Winをエリアまで広げる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ワーク①「Wants と Needs の仕分け」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92608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得た情報を3つに分ける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ワーク②「仮説立て」と 4S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023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023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WantsをNeedsへ｜解決策まで出す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2064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インタビュー ／ まとめ・総括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12064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1206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エリア＋大学攻略事例｜女子医大の活動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情報を「仕分ける」と、仮説が立つ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55448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8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本日の到達点：得た情報を仕分け、そこから仮説を立てられる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集めた事実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91256" y="3675887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01568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仕分け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3つに分ける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44184" y="3675887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54496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なぜかを立てる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2" y="3675887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07424" y="352044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4S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416052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解決策にする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情報の量では、差がつかない。</a:t>
            </a:r>
          </a:p>
          <a:p>
            <a:pPr algn="ctr"/>
            <a:r>
              <a:rPr sz="2300" b="1" i="0">
                <a:solidFill>
                  <a:srgbClr val="FFC000"/>
                </a:solidFill>
                <a:latin typeface="Meiryo UI"/>
                <a:ea typeface="Meiryo UI"/>
              </a:rPr>
              <a:t>同じ情報から、どんな仮説を立てられるかで差がつく。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振り返り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・大学・基幹病院の構造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・誰がどこまで決められるか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・一人で突破しない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・Dry情報とWet情報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DAY3の最後の問い　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「営業として、その情報をどう活かすか」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情報は、もう集まっている。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今日は、その情報を仕分けて、仮説を立てて、エリアで動かす。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04495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TRIPLE WIN +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3者のWinを、エリアまで広げる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WIN　患者さん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適切な治療に、適切な時期で届く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45920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WIN　顧客（医局・施設）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21992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果たしたい役割が、果たせる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45920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WIN　ノバルティス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221992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必要な患者さんに、届く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80360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解決策とは、この3者が同時にWinになっているもの（SAM）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11880"/>
            <a:ext cx="1110996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BEYOND　―　Winは、その施設の外まで広げられる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関連病院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近隣大学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地域の先生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07424" y="4206240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患者さんの流れ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大学は、エリアの1施設。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影響の輪まで設計すると、同じ打ち手でもWinが大きくなる。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NEEDS &amp; WANTS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Needsは「状態」、Wantsは「手段」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理想の状態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76272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Gap ＝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80944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13432" y="3520440"/>
            <a:ext cx="402336" cy="292608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886200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Gapを埋める手段 ＝ Wants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53712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顧客が口にするのは、ほとんどWants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64592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645920"/>
            <a:ext cx="4297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観察できること。願望が入っていない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例：腎生検が3年前の半分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265176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2651760"/>
            <a:ext cx="4297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「〜が欲しい」「〜してほしい」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例：勉強会をやってほしい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6576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657600"/>
            <a:ext cx="4297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「〜したい」「〜が足りない・困っている」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例：若手を育てたい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4663440"/>
            <a:ext cx="6720840" cy="4572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迷ったら「これは状態か、手段か」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Factは仮説の材料。Wantsは入口。Needsは目指す状態。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①-1　｜　4分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例題を、Fact／Wants／Needs に仕分ける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16736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腎臓内科の医局・先生から得た情報です。①〜⑨を、下の3つのどこに置きますか。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① 関連病院の先生向けに、CKDの勉強会をやってほしい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〇〇大学の△△先生を、次の研究会に呼んでほしい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58768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858768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645152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4645152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5431536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63240" y="5431536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619963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 番号を入れて、なぜそこに置いたかを一言で言えるように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①-2　｜　6分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これまでの経験を共有する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先生のWantsから、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Needsを汲み取れた経験</a:t>
            </a:r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はありますか？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63240"/>
            <a:ext cx="658368" cy="65836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26464" y="3063240"/>
            <a:ext cx="1023213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50" b="1" i="0">
                <a:solidFill>
                  <a:srgbClr val="262626"/>
                </a:solidFill>
                <a:latin typeface="Meiryo UI"/>
                <a:ea typeface="Meiryo UI"/>
              </a:rPr>
              <a:t>どんな言葉（Wants）から始まりましたか？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67912"/>
            <a:ext cx="658368" cy="65836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6464" y="3867912"/>
            <a:ext cx="1023213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50" b="1" i="0">
                <a:solidFill>
                  <a:srgbClr val="262626"/>
                </a:solidFill>
                <a:latin typeface="Meiryo UI"/>
                <a:ea typeface="Meiryo UI"/>
              </a:rPr>
              <a:t>その裏にあるNeedsは、何だと考えましたか？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72584"/>
            <a:ext cx="658368" cy="65836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4672584"/>
            <a:ext cx="1023213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50" b="1" i="0">
                <a:solidFill>
                  <a:srgbClr val="262626"/>
                </a:solidFill>
                <a:latin typeface="Meiryo UI"/>
                <a:ea typeface="Meiryo UI"/>
              </a:rPr>
              <a:t>気づいたあと、活動はどう変わりましたか？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23560"/>
            <a:ext cx="11109960" cy="603504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3〜4人で。うまくいかなかった経験でも構いません。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642616" cy="384048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Wantsから、Needsを汲み取った経験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出てきた Wants（言われた言葉）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399" y="141732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汲み取った Needs（状態）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9" y="1417320"/>
            <a:ext cx="3611880" cy="50292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活動・提案がどう変わったか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399" y="1993392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38159" y="1993392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054096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399" y="3054096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38159" y="3054096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399" y="4114800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59" y="4114800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175504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3399" y="5175504"/>
            <a:ext cx="3749039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38159" y="5175504"/>
            <a:ext cx="3611880" cy="987552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660904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仮説立て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Wantsに「なぜ？」を重ねて、Needsへ降りる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Wantsに応えるだけなら、御用聞き。</a:t>
            </a:r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　Needsまで降りると、提案になる。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Wants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28600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関連病院の先生向けに、勉強会をやってほしい</a:t>
            </a:r>
          </a:p>
        </p:txBody>
      </p:sp>
      <p:sp>
        <p:nvSpPr>
          <p:cNvPr id="9" name="Down Arrow 8"/>
          <p:cNvSpPr/>
          <p:nvPr/>
        </p:nvSpPr>
        <p:spPr>
          <a:xfrm>
            <a:off x="1581912" y="2962656"/>
            <a:ext cx="219456" cy="18288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15468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なぜ？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315468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関連病院から、進行してから紹介されることが多い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81912" y="3831336"/>
            <a:ext cx="219456" cy="18288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なぜ困る？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402336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早く紹介されれば、まだ治療の選択肢が残る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581912" y="4700016"/>
            <a:ext cx="219456" cy="18288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8920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Needs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71800" y="489204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62626"/>
                </a:solidFill>
                <a:latin typeface="Meiryo UI"/>
                <a:ea typeface="Meiryo UI"/>
              </a:rPr>
              <a:t>地域で早く見つけ、適切な時期に紹介される状態にしたい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715000"/>
            <a:ext cx="11109960" cy="53035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仮説は1つとは限らない。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　複数立てて、次の面談の質問で確かめる。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事例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A病院で、この2年に何が起きたのか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腎生検数の推移（A病院 腎臓内科）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1517904"/>
            <a:ext cx="6665976" cy="36576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この年度に、〇〇先生が部長として着任</a:t>
            </a:r>
          </a:p>
        </p:txBody>
      </p:sp>
      <p:sp>
        <p:nvSpPr>
          <p:cNvPr id="8" name="Rectangle 7"/>
          <p:cNvSpPr/>
          <p:nvPr/>
        </p:nvSpPr>
        <p:spPr>
          <a:xfrm>
            <a:off x="978407" y="2987527"/>
            <a:ext cx="1371600" cy="258592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4919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595959"/>
                </a:solidFill>
                <a:latin typeface="Meiryo UI"/>
                <a:ea typeface="Meiryo UI"/>
              </a:rPr>
              <a:t>28件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39"/>
            <a:ext cx="22219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着任2年前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913644"/>
            <a:ext cx="1371600" cy="332475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0632" y="2621036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595959"/>
                </a:solidFill>
                <a:latin typeface="Meiryo UI"/>
                <a:ea typeface="Meiryo UI"/>
              </a:rPr>
              <a:t>36件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0632" y="3291839"/>
            <a:ext cx="22219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着任1年前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22392" y="2414930"/>
            <a:ext cx="1371600" cy="83118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2624" y="2122322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90件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2624" y="3291839"/>
            <a:ext cx="22219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着任年度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44384" y="2359517"/>
            <a:ext cx="1371600" cy="886602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2066909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128A54"/>
                </a:solidFill>
                <a:latin typeface="Meiryo UI"/>
                <a:ea typeface="Meiryo UI"/>
              </a:rPr>
              <a:t>96件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4616" y="3291839"/>
            <a:ext cx="22219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＋1年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66376" y="2331811"/>
            <a:ext cx="1371600" cy="914308"/>
          </a:xfrm>
          <a:prstGeom prst="rect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36608" y="2039203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50" b="1" i="0">
                <a:solidFill>
                  <a:srgbClr val="128A54"/>
                </a:solidFill>
                <a:latin typeface="Meiryo UI"/>
                <a:ea typeface="Meiryo UI"/>
              </a:rPr>
              <a:t>99件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36608" y="3291839"/>
            <a:ext cx="22219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＋2年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3246120"/>
            <a:ext cx="11109960" cy="0"/>
          </a:xfrm>
          <a:prstGeom prst="line">
            <a:avLst/>
          </a:prstGeom>
          <a:ln w="1524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48640" y="365760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1480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・着任年度に、腎生検が36件→90件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・その後も96件・99件で定着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・着任時、開業医向けの広報誌に寄稿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8536" y="365760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Wants（広報誌の言葉）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8536" y="411480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「腎臓に問題がある患者様がいらっしゃいましたら、いつでもご紹介ください」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1" y="365760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Needs（その裏の状態）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28431" y="411480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「透析を導入する医療ではなく、透析になる患者さんを一人でも減らしたい」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→ 早く見つけ、確定診断までつなげたい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068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BFE8D2"/>
                </a:solidFill>
                <a:latin typeface="Meiryo UI"/>
                <a:ea typeface="Meiryo UI"/>
              </a:rPr>
              <a:t>仮説　</a:t>
            </a:r>
            <a:r>
              <a:rPr sz="1800" b="1" i="0">
                <a:solidFill>
                  <a:srgbClr val="FFC000"/>
                </a:solidFill>
                <a:latin typeface="Meiryo UI"/>
                <a:ea typeface="Meiryo UI"/>
              </a:rPr>
              <a:t>この病院は、地域の腎臓診療の入口を担おうとしている。</a:t>
            </a:r>
          </a:p>
          <a:p>
            <a:pPr algn="ctr"/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だから、まず院内の診断力を上げ、開業医に向けて発信した。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自分の担当施設で、仮説と解決策を考える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1　Fact・Wants・Needsを置く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82696" y="1773936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2　仮説を1文にする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135624" y="1773936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3　4Sに当てはめる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1773936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1627632"/>
            <a:ext cx="269748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4　解決策を出す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59152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仮説の例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08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・「地域の腎臓診療の入口」を担いたいのではないか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・学会長の年に、医局の実績を外に出したいのではないか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・若手が育っていないことが、腎生検の減少の原因ではないか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・紹介基準が、地域の先生に伝わっていないのではないか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・全国発信の場を求めていて、近隣大学とも組めるのではないか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359152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解決策の例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・関連病院＋近隣大学の合同勉強会を、医局と共同で企画する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・紹介基準を、研究会や連携パスで地域と共有する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・若手向けの症例検討会を、医局の教育実績として残す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・医局の症例を、エリア・全国の講演会で発信する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・案内を医師から医師へ回してもらい、参加の角度を上げる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例は参考。自分のエリアの言葉に置き換えてください。</a:t>
            </a:r>
          </a:p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解決策は「顧客・患者さん・自社」の3者がWinになっているかで検証する。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642616" cy="365760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863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4S：エリア・施設の課題解決シート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786384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施設（　　　　　　　　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1109960" cy="38404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【成功像】　← Needs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36776"/>
            <a:ext cx="11109960" cy="6583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2834640" y="2350008"/>
            <a:ext cx="274320" cy="365760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4048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理想とのGAPを洗い出す</a:t>
            </a:r>
          </a:p>
        </p:txBody>
      </p:sp>
      <p:sp>
        <p:nvSpPr>
          <p:cNvPr id="10" name="Up Arrow 9"/>
          <p:cNvSpPr/>
          <p:nvPr/>
        </p:nvSpPr>
        <p:spPr>
          <a:xfrm>
            <a:off x="8869680" y="2350008"/>
            <a:ext cx="274320" cy="365760"/>
          </a:xfrm>
          <a:prstGeom prst="up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4048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理想に近づくか検証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91256"/>
            <a:ext cx="5486400" cy="1234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834640" y="4480560"/>
            <a:ext cx="274320" cy="310896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5079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その理由を深掘る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64608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66944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打ち手（Wantsを手がかりに）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91256"/>
            <a:ext cx="5486400" cy="30358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42432" y="5394960"/>
            <a:ext cx="365760" cy="27432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事例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A病院の仮説から、戦略を立てる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5486400" cy="329184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【成功像】　← Needs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9384"/>
            <a:ext cx="5486400" cy="457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地域の開業医から早期に紹介され、透析に至る患者さんが減っている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87168"/>
            <a:ext cx="5486400" cy="329184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43784"/>
            <a:ext cx="5486400" cy="457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腎生検は着任年度に2.5倍。ただし直近2年は96→99件で横ばい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01568"/>
            <a:ext cx="5486400" cy="329184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58183"/>
            <a:ext cx="5486400" cy="566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院内の診断力は上がったが、開業医側に「いつ紹介するか」の基準が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届いていない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25696"/>
            <a:ext cx="5486400" cy="329184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82312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・開業医向けに「紹介のタイミング」をテーマにした地域連携の会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・確定診断がついた症例を、地域の会で共有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・同じ設計を、近隣の基幹病院・大学へ横展開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00200"/>
            <a:ext cx="5349240" cy="4114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ノバルティスができること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057400"/>
            <a:ext cx="53492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・「紹介のタイミング」をテーマにした地域連携の会を企画・運営支援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・確定診断がついた症例を共有する場をつくる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・同じ設計を近隣施設・近隣大学へ広げる（エリアマッピング）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56432"/>
            <a:ext cx="2148840" cy="658368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患者 WIN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3456432"/>
            <a:ext cx="3063240" cy="65836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早期に確定診断がつき、透析に至らない選択肢が残る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87952"/>
            <a:ext cx="2148840" cy="658368"/>
          </a:xfrm>
          <a:prstGeom prst="roundRect">
            <a:avLst>
              <a:gd name="adj" fmla="val 8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顧客 WIN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187952"/>
            <a:ext cx="3063240" cy="65836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紹介が増え、地域連携の窓口としての存在感が高まる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919472"/>
            <a:ext cx="2148840" cy="658368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ノバルティス WIN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4919472"/>
            <a:ext cx="3063240" cy="658368"/>
          </a:xfrm>
          <a:prstGeom prst="roundRect">
            <a:avLst>
              <a:gd name="adj" fmla="val 8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診断のついた患者さんに、適切な治療を届けられる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109960" cy="43891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大学・基幹病院だけでなく、その先の開業医まで含めてWinを設計する。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218688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⑦ インタビュー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エリア＋大学攻略事例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000" b="1" i="0">
                <a:solidFill>
                  <a:srgbClr val="0B4F37"/>
                </a:solidFill>
                <a:latin typeface="Meiryo UI"/>
                <a:ea typeface="Meiryo UI"/>
              </a:rPr>
              <a:t>どの情報から、その仮説にたどり着いたのか？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① 決め手になったFact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2377440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46704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② 先生のWantsとNeeds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3346704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431596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③ エリアの誰を、どの順番で巻き込んだか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4315968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2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④ 自分のエリアで確かめたいこと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5285232"/>
            <a:ext cx="7589520" cy="8961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女子医大の活動 — 一言のWantsから、3大学をつないだ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初回面談の一言（Wants）　</a:t>
            </a:r>
            <a:r>
              <a:rPr sz="1900" b="1" i="0">
                <a:solidFill>
                  <a:srgbClr val="C00000"/>
                </a:solidFill>
                <a:latin typeface="Meiryo UI"/>
                <a:ea typeface="Meiryo UI"/>
              </a:rPr>
              <a:t>「女子医大腎臓内科を全国に売り出したい」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Fact ─ 集まっていた事実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44368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使用経験は女子医大に複数例、近隣2大学は未使用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「誰に使うべきか」の情報が全国的に不足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院内の小児腎・移植でも共有Needs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</a:t>
            </a: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近隣大学の先生は共同研究者・女子医大出身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774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Needs と 仮説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944368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Needs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実臨床の経験を、全国と地域に届ける場がない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仮説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女子医大をHUBにすれば、近隣2大学と院内へ横展開が起こる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774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設計 と 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944368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設計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近隣2大学を企画段階から巻き込む／案内は医師から医師へ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成果　</a:t>
            </a:r>
            <a:r>
              <a:rPr sz="1150" b="1" i="0">
                <a:solidFill>
                  <a:srgbClr val="262626"/>
                </a:solidFill>
                <a:latin typeface="Meiryo UI"/>
                <a:ea typeface="Meiryo UI"/>
              </a:rPr>
              <a:t>参加35名／処方確約1例・患者発掘1例・IC向上2施設／医師同士の関係性を複数確認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大学を「個」で見ず、エリアの1施設として影響の輪を設計した。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情報は、仕分けた瞬間に意味を持つ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Fact・Wants・Needs。どれかに置くだけで、次に何を聞くかが決まる。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Needsまで降りれば、手段は選べる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Wantsに応えるのが仕事ではない。仮説を立てて、4Sで解決策を選ぶ。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大学は、エリアの1施設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Triple Winをエリアまで広げると、同じ打ち手でも残るものが変わる。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各自のFactを仕分けて、仮説を立てて、エリア攻略に。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大学PJで共有した活動を、明日からの担当エリアで活かしてください。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⑨ 総括　｜　5分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総括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200" b="1" i="0">
                <a:solidFill>
                  <a:srgbClr val="262626"/>
                </a:solidFill>
                <a:latin typeface="Meiryo UI"/>
                <a:ea typeface="Meiryo UI"/>
              </a:rPr>
              <a:t>4回を通して、大学・基幹病院の担当として何が変わったか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27832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33688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仮説を立てる力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1110996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所長よりご総括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173736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</a:t>
            </a:r>
          </a:p>
          <a:p>
            <a:pPr algn="ctr">
              <a:spcAft>
                <a:spcPts val="14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大学の中だけを詳しく知ることではありません。</a:t>
            </a:r>
          </a:p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得た情報から仮説を立て、エリアの中でWinを広げられること。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明日から、担当施設のFactを1つ仕分けてみてください。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参考：ワーク① 仕分けの一例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唯一の正解ではありません。なぜそう置いたかを説明できることが目的です。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仮説の材料。単独では打ち手にならない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① 関連病院向けにCKDの勉強会をやってほしい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〇〇大学の△△先生を研究会に呼んでほしい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「なぜ？」を重ねてNeedsへ降りる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成功像になる。手段はここから選ぶ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一つの発言にも、複数の解釈があり得ます。仕分けが割れること自体が、確認すべき情報の在りかです。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参考：考えられるFact（事実）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評価や推測を混ぜず、確認できた事実として書く。大学・基幹病院で取得し得るFactの例です。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施設・診療体制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・腎生検件数が3年前より減少している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・腎病理を専門とする医師が院内にいない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・腎生検結果の確認まで平均3週間かかる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・専門外来が週1回のみである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・他院からの症例相談は医局長が一括対応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患者・診療実態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・腎機能が高度に低下してから紹介される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・大学と関連病院で治療方針が異なる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・治療導入の判断が特定の医師に集中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・若手医師によって検査・治療の進め方に差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・紹介後のフィードバックが紹介元へ返らない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人事・組織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・来年度に教授交代が予定されている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・医局長が関連病院人事の調整を担当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・複数の基幹病院部長が同じ医局の出身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・新たな寄附講座が設置された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教育・研究・学術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・教授が次年度の学会長を務める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・医局が特定疾患の研究班へ参加している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・若手向け勉強会が定期開催されていない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・研究会の演者が毎回同じ医師に偏る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・複数大学による共同研究実績がある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・基幹病院部長が大学教授へ定期的に症例相談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・若手の相談相手は教授ではなく講師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・近隣大学間に共同研究・同年卒のつながり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・過去の人事を背景に施設間の関係が良好でない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・研究会の実務を医局長ではなく若手が担う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地域・外部環境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・地域の腎臓専門医数が減少している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・専門医療機関への患者流出が増えている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・地域連携パスが十分に活用されていない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・行政がCKD連携事業を開始している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・紹介基準が地域内で統一されていない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Factは単独では打ち手にならない。いくつかを線でつなぎ、仮説の材料にする。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参考：Wants → 複数のNeeds仮説 → 確かめる質問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一つのWantsに、Needs仮説は複数あり得ます。決めつけず、質問で確かめる。中央列はNeedsの例としても使えます。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「勉強会をやってほしい」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若手の診療力向上／接点の維持／紹介を早める／方針の浸透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特に誰に、何を持ち帰ってほしいですか？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「A大学のB先生を呼んでほしい」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外部の知見／A大学との関係強化／医局を変える刺激／若手への視点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B先生の、どの経験を聞きたいのでしょうか？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「学会のスライド・文献が欲しい」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院内で共有したい／理解を深めたい／症例判断・教育に使いたい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どの内容を、どの場面で活用したいですか？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「若手に腎病理を学ばせたい」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診断の質の安定／特定医師への依存減／将来の体制維持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「連携パスを整えたい」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役割分担の明確化／逆紹介の円滑化／患者の流れの安定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今、連携のどこで最も困っていますか？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「もっと早く紹介してほしい」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適切な時期につなぐ／治療の選択肢を残す／地域の基準を揃える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紹介の、どの段階が最も課題ですか？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「症例をまとめたい・論文にしたい」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業績が必要／専門医・学位／医局の評価を上げたい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いつまでに、どの形で発表したいですか？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「医局の活動を全国へ発信したい」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存在価値を高める／入局者を増やす／共同研究へつなげる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全国に最も伝えたい強みは何ですか？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「関連病院に若手を出したい」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経験を積ませたい／派遣先との関係維持／ポストの確保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派遣で、若手に何を得てほしいですか？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「市民公開講座をやりたい」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地域での認知向上／早期受診につなげる／患者・家族の支援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参加者に、何を持ち帰ってほしいですか？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「〇〇大学と共同で会をやりたい」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研究の幅を広げる／人材交流／エリアでの存在感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その大学と、何を一緒に実現したいですか？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「小児科・移植科と話す場が欲しい」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移行期診療の円滑化／院内での症例共有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どの患者さんの場面を想定していますか？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同じWantsでも、裏のNeedsは施設によって違う。仮説が変われば、解決策も変わる。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参考：4Sへつなげる思考プロセスの例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以下は参考例です。同じ情報から異なる仮説・解決策も考えられます。どのFactからどの仮説を立てたかを見てください。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例1：関連病院向け勉強会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6048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例2：全国発信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7616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例3：腎病理教育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932688" cy="603504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起点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Fact：進行後の紹介が多く、施設で時期に差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Wants：関連病院向けに勉強会を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Fact：症例・研究実績はあるが発表は一部に限定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Wants：医局の活動を全国へ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Fact：病理評価が少数医師に集中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Wants：若手に腎病理を学ばせたい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52344"/>
            <a:ext cx="932688" cy="4572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2752344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紹介判断の考え方を共有し、適切な時期につなぎたい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2752344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存在価値を高め、若手の成長機会と人脈を広げたい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7616" y="2752344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診断の質と、将来の診療・教育体制を維持したい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5526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質問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25526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勉強会の後、関連病院の何が変わってほしいですか？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56048" y="325526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全国に最も伝えたい医局の強みは何ですか？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6" y="325526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5818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Success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375818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相談・紹介の考え方が、大学と関連病院で共有されている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6048" y="375818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強みが認知され、若手も含め継続的に発信している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7616" y="375818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複数の医師が病理所見を臨床と統合して検討できる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6110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Situation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54480" y="426110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進行後の紹介が多く、施設ごとに紹介時期が異なる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26110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実績はあるが、発信する医師と機会が限られている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426110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評価が少数に集中し、若手の教育機会が少ない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4023"/>
            <a:ext cx="932688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Source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54480" y="476402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紹介の目安が共有されず、相談の時期を判断しにくい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476402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テーマ整理・若手育成・外部との接点が不足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57616" y="4764023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継続的に振り返る場と、臨床と病理をつなぐ機会が不足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66943"/>
            <a:ext cx="932688" cy="548640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Solution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54480" y="5266943"/>
            <a:ext cx="3310128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一方向の講演ではなく、症例で相談時期を議論する場を設計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56048" y="5266943"/>
            <a:ext cx="3310128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若手・中堅も含め、近隣大学・基幹病院と共同で発信機会を設計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57616" y="5266943"/>
            <a:ext cx="3310128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病理医・臨床医・関連病院の若手による継続的な症例検討を設計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109960" cy="420624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解決策は影響の範囲で選べる：　① 施設内　→　② 大学と関連病院　→　③ 複数の大学・基幹病院　→　④ エリア全体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当日の進行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・0-10 振り返り＋Triple Win Beyond／10-25 ワーク①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・25-40 ワーク②＋4S／40-50 インタビュー／50-60 まとめ・総括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・レクチャーは合計20分。ワークと共有に30分を残す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ワーク①・②と事例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・①前半4分：例題9件を仕分け（13枚目の欄に番号）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・①後半6分：WantsからNeedsを汲み取った経験を共有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・17枚目のA病院の事例で、Fact→Wants→Needs→仮説を実物で見せる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・②：18枚目の例を残したまま、19枚目の4Sに書き切る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付録の使い方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・A〜Cは、ワーク①の後に投影してよい（考える材料）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・D（4S参考例）はワーク前に投影しない — なぞってしまうため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・使うのは、ワーク②後の解説／議論が止まった時／研修後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・「例が正しいのではなく、どのFactからどの仮説を立てたかを見る」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記録・書記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・13・15・19・21枚目が記録用スライド（そのまま入力可）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・ワーク①はWants／Needs／変化の3列で拾う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・終了後、記録用スライドをTeamsへ格納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ワーク①の題材・付録の事例はすべて架空です。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