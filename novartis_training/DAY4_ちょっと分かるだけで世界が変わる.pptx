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diagrams/colors1.xml" ContentType="application/vnd.openxmlformats-officedocument.drawingml.diagramColors+xml"/>
  <Override PartName="/ppt/diagrams/data1.xml" ContentType="application/vnd.openxmlformats-officedocument.drawingml.diagramData+xml"/>
  <Override PartName="/ppt/diagrams/drawing1.xml" ContentType="application/vnd.ms-office.drawingml.diagramDrawing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media/image1.svg" ContentType="image/svg+xml"/>
  <Override PartName="/ppt/media/image4.svg" ContentType="image/svg+xml"/>
  <Override PartName="/ppt/media/image7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</p:sldMasterIdLst>
  <p:sldIdLst>
    <p:sldId id="402" r:id="rId3"/>
    <p:sldId id="499" r:id="rId4"/>
    <p:sldId id="400" r:id="rId5"/>
    <p:sldId id="393" r:id="rId6"/>
    <p:sldId id="394" r:id="rId7"/>
    <p:sldId id="399" r:id="rId8"/>
    <p:sldId id="396" r:id="rId9"/>
    <p:sldId id="500" r:id="rId16"/>
    <p:sldId id="501" r:id="rId17"/>
    <p:sldId id="502" r:id="rId18"/>
    <p:sldId id="503" r:id="rId19"/>
    <p:sldId id="504" r:id="rId20"/>
    <p:sldId id="505" r:id="rId21"/>
    <p:sldId id="506" r:id="rId22"/>
    <p:sldId id="507" r:id="rId23"/>
    <p:sldId id="508" r:id="rId24"/>
    <p:sldId id="509" r:id="rId25"/>
    <p:sldId id="510" r:id="rId26"/>
    <p:sldId id="511" r:id="rId27"/>
    <p:sldId id="512" r:id="rId28"/>
    <p:sldId id="513" r:id="rId29"/>
    <p:sldId id="514" r:id="rId30"/>
    <p:sldId id="515" r:id="rId31"/>
    <p:sldId id="516" r:id="rId32"/>
    <p:sldId id="517" r:id="rId33"/>
    <p:sldId id="518" r:id="rId34"/>
    <p:sldId id="519" r:id="rId35"/>
    <p:sldId id="520" r:id="rId36"/>
    <p:sldId id="521" r:id="rId37"/>
    <p:sldId id="522" r:id="rId38"/>
    <p:sldId id="523" r:id="rId39"/>
    <p:sldId id="524" r:id="rId40"/>
    <p:sldId id="525" r:id="rId41"/>
    <p:sldId id="526" r:id="rId42"/>
    <p:sldId id="527" r:id="rId43"/>
    <p:sldId id="528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ED533AA-C579-1C45-BEA3-440ECA50460C}" v="3" dt="2026-07-27T11:46:49.4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6" Type="http://schemas.openxmlformats.org/officeDocument/2006/relationships/slide" Target="slides/slide8.xml"/><Relationship Id="rId17" Type="http://schemas.openxmlformats.org/officeDocument/2006/relationships/slide" Target="slides/slide9.xml"/><Relationship Id="rId18" Type="http://schemas.openxmlformats.org/officeDocument/2006/relationships/slide" Target="slides/slide10.xml"/><Relationship Id="rId19" Type="http://schemas.openxmlformats.org/officeDocument/2006/relationships/slide" Target="slides/slide11.xml"/><Relationship Id="rId20" Type="http://schemas.openxmlformats.org/officeDocument/2006/relationships/slide" Target="slides/slide12.xml"/><Relationship Id="rId21" Type="http://schemas.openxmlformats.org/officeDocument/2006/relationships/slide" Target="slides/slide13.xml"/><Relationship Id="rId22" Type="http://schemas.openxmlformats.org/officeDocument/2006/relationships/slide" Target="slides/slide14.xml"/><Relationship Id="rId23" Type="http://schemas.openxmlformats.org/officeDocument/2006/relationships/slide" Target="slides/slide15.xml"/><Relationship Id="rId24" Type="http://schemas.openxmlformats.org/officeDocument/2006/relationships/slide" Target="slides/slide16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31" Type="http://schemas.openxmlformats.org/officeDocument/2006/relationships/slide" Target="slides/slide23.xml"/><Relationship Id="rId32" Type="http://schemas.openxmlformats.org/officeDocument/2006/relationships/slide" Target="slides/slide24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Relationship Id="rId38" Type="http://schemas.openxmlformats.org/officeDocument/2006/relationships/slide" Target="slides/slide30.xml"/><Relationship Id="rId39" Type="http://schemas.openxmlformats.org/officeDocument/2006/relationships/slide" Target="slides/slide31.xml"/><Relationship Id="rId40" Type="http://schemas.openxmlformats.org/officeDocument/2006/relationships/slide" Target="slides/slide32.xml"/><Relationship Id="rId41" Type="http://schemas.openxmlformats.org/officeDocument/2006/relationships/slide" Target="slides/slide33.xml"/><Relationship Id="rId42" Type="http://schemas.openxmlformats.org/officeDocument/2006/relationships/slide" Target="slides/slide34.xml"/><Relationship Id="rId43" Type="http://schemas.openxmlformats.org/officeDocument/2006/relationships/slide" Target="slides/slide35.xml"/><Relationship Id="rId44" Type="http://schemas.openxmlformats.org/officeDocument/2006/relationships/slide" Target="slides/slide36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Relationship Id="rId54" Type="http://schemas.microsoft.com/office/2016/11/relationships/changesInfo" Target="changesInfos/changesInfo1.xml"/><Relationship Id="rId5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拓也 井上" userId="36cefa26ecca6a8b" providerId="LiveId" clId="{654E1465-D65A-515B-9566-95ABAE39F78F}"/>
    <pc:docChg chg="undo custSel addSld delSld modSld">
      <pc:chgData name="拓也 井上" userId="36cefa26ecca6a8b" providerId="LiveId" clId="{654E1465-D65A-515B-9566-95ABAE39F78F}" dt="2026-07-27T11:49:06.077" v="36" actId="1038"/>
      <pc:docMkLst>
        <pc:docMk/>
      </pc:docMkLst>
      <pc:sldChg chg="addSp delSp modSp add del mod">
        <pc:chgData name="拓也 井上" userId="36cefa26ecca6a8b" providerId="LiveId" clId="{654E1465-D65A-515B-9566-95ABAE39F78F}" dt="2026-07-27T11:49:06.077" v="36" actId="1038"/>
        <pc:sldMkLst>
          <pc:docMk/>
          <pc:sldMk cId="2656205384" sldId="393"/>
        </pc:sldMkLst>
        <pc:spChg chg="del">
          <ac:chgData name="拓也 井上" userId="36cefa26ecca6a8b" providerId="LiveId" clId="{654E1465-D65A-515B-9566-95ABAE39F78F}" dt="2026-07-27T11:48:17.748" v="13" actId="478"/>
          <ac:spMkLst>
            <pc:docMk/>
            <pc:sldMk cId="2656205384" sldId="393"/>
            <ac:spMk id="7" creationId="{68A3AD31-DDFC-BA89-25E8-B71709CCAB51}"/>
          </ac:spMkLst>
        </pc:spChg>
        <pc:spChg chg="add mod">
          <ac:chgData name="拓也 井上" userId="36cefa26ecca6a8b" providerId="LiveId" clId="{654E1465-D65A-515B-9566-95ABAE39F78F}" dt="2026-07-27T11:49:06.077" v="36" actId="1038"/>
          <ac:spMkLst>
            <pc:docMk/>
            <pc:sldMk cId="2656205384" sldId="393"/>
            <ac:spMk id="12" creationId="{14366105-51EE-2A58-66B0-3AD72D6C0221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78351639" sldId="394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641085143" sldId="396"/>
        </pc:sldMkLst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3007888129" sldId="399"/>
        </pc:sldMkLst>
      </pc:sldChg>
      <pc:sldChg chg="modSp add del mod">
        <pc:chgData name="拓也 井上" userId="36cefa26ecca6a8b" providerId="LiveId" clId="{654E1465-D65A-515B-9566-95ABAE39F78F}" dt="2026-07-27T11:46:49.443" v="4"/>
        <pc:sldMkLst>
          <pc:docMk/>
          <pc:sldMk cId="2697407459" sldId="400"/>
        </pc:sldMkLst>
        <pc:spChg chg="mod">
          <ac:chgData name="拓也 井上" userId="36cefa26ecca6a8b" providerId="LiveId" clId="{654E1465-D65A-515B-9566-95ABAE39F78F}" dt="2026-07-27T11:46:49.402" v="3"/>
          <ac:spMkLst>
            <pc:docMk/>
            <pc:sldMk cId="2697407459" sldId="400"/>
            <ac:spMk id="17" creationId="{C23B6A35-B6F0-D784-4F8B-1364DB108CD7}"/>
          </ac:spMkLst>
        </pc:spChg>
      </pc:sldChg>
      <pc:sldChg chg="add del">
        <pc:chgData name="拓也 井上" userId="36cefa26ecca6a8b" providerId="LiveId" clId="{654E1465-D65A-515B-9566-95ABAE39F78F}" dt="2026-07-27T11:46:49.443" v="4"/>
        <pc:sldMkLst>
          <pc:docMk/>
          <pc:sldMk cId="248841499" sldId="402"/>
        </pc:sldMkLst>
      </pc:sldChg>
      <pc:sldChg chg="modSp add del mod">
        <pc:chgData name="拓也 井上" userId="36cefa26ecca6a8b" providerId="LiveId" clId="{654E1465-D65A-515B-9566-95ABAE39F78F}" dt="2026-07-27T11:47:08.564" v="12" actId="20577"/>
        <pc:sldMkLst>
          <pc:docMk/>
          <pc:sldMk cId="2501997366" sldId="499"/>
        </pc:sldMkLst>
        <pc:spChg chg="mod">
          <ac:chgData name="拓也 井上" userId="36cefa26ecca6a8b" providerId="LiveId" clId="{654E1465-D65A-515B-9566-95ABAE39F78F}" dt="2026-07-27T11:47:08.564" v="12" actId="20577"/>
          <ac:spMkLst>
            <pc:docMk/>
            <pc:sldMk cId="2501997366" sldId="499"/>
            <ac:spMk id="17" creationId="{FADAD954-F788-17B4-4954-5A19C0C37BDB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B85529-F70A-4750-9FED-7F46D522D6CB}" type="doc">
      <dgm:prSet loTypeId="urn:microsoft.com/office/officeart/2024/layout/NumberedTitleCardList#1" loCatId="list" qsTypeId="urn:microsoft.com/office/officeart/2005/8/quickstyle/3d3" qsCatId="3D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BB8186F1-4D8D-4F1C-8A3F-E9750182C3BC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F6A3CC97-B1D0-4568-B79D-73B7C3DB2F4E}" type="parTrans" cxnId="{0FC7696E-A495-41B7-8A91-10453AA05F10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6642FE9-9D8B-4BF9-9AE6-A4B052F3EA2B}" type="sibTrans" cxnId="{0FC7696E-A495-41B7-8A91-10453AA05F10}">
      <dgm:prSet phldrT="01" phldr="0"/>
      <dgm:spPr/>
      <dgm:t>
        <a:bodyPr/>
        <a:lstStyle/>
        <a:p>
          <a:r>
            <a:rPr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gm:t>
    </dgm:pt>
    <dgm:pt modelId="{9D4579C2-549C-4E36-ADCD-807A30AC87BF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03E57B4E-B8DB-4AD7-8B18-C53DDE978EFE}" type="parTrans" cxnId="{A5DC40A2-DD3E-4991-96C9-326DF2FCB6D5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27929EAD-6052-41FF-8B67-AF7D936E0390}" type="sibTrans" cxnId="{A5DC40A2-DD3E-4991-96C9-326DF2FCB6D5}">
      <dgm:prSet phldrT="02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gm:t>
    </dgm:pt>
    <dgm:pt modelId="{32783916-157E-4466-ADD3-4068200EA9E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gm:t>
    </dgm:pt>
    <dgm:pt modelId="{4F7CFC40-7992-40F5-B54F-DA5CD7B59DA4}" type="parTrans" cxnId="{138E49BB-DDA7-475D-A4DA-F829546D1563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681992B0-7757-4550-BF07-EC8C3E6B5591}" type="sibTrans" cxnId="{138E49BB-DDA7-475D-A4DA-F829546D1563}">
      <dgm:prSet phldrT="03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gm:t>
    </dgm:pt>
    <dgm:pt modelId="{2958E64B-E2FC-4C7C-B297-C0822142C871}">
      <dgm:prSet phldrT="[テキスト]"/>
      <dgm:spPr/>
      <dgm:t>
        <a:bodyPr/>
        <a:lstStyle/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rtl="0"/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gm:t>
    </dgm:pt>
    <dgm:pt modelId="{0206639D-6D46-480A-8AFF-4CEC78AF0F4C}" type="parTrans" cxnId="{E55A6F15-C820-428A-9A9D-CF867ED99AB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FE0B7CE-5D13-4E42-813E-15AF889D9106}" type="sibTrans" cxnId="{E55A6F15-C820-428A-9A9D-CF867ED99ABD}">
      <dgm:prSet phldrT="04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gm:t>
    </dgm:pt>
    <dgm:pt modelId="{7B6B7B79-4675-40F5-887D-ECCA77238154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gm:t>
    </dgm:pt>
    <dgm:pt modelId="{797B3C42-55B6-416C-B23F-C20DD9AEC73F}" type="parTrans" cxnId="{4A205C94-32E3-4FB5-904B-45B85854154D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ADEEDE36-5E15-4EB3-9060-FB728839363A}" type="sibTrans" cxnId="{4A205C94-32E3-4FB5-904B-45B85854154D}">
      <dgm:prSet phldrT="05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gm:t>
    </dgm:pt>
    <dgm:pt modelId="{48F22D86-A0F2-47FB-A49B-EA81CC2DED97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gm:t>
    </dgm:pt>
    <dgm:pt modelId="{83A5E9FE-F64E-4640-AFEF-B94FEEE5333B}" type="parTrans" cxnId="{8CA5681B-E089-4EF1-A39F-A2C04042A906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92B2BAFB-2ECA-4E40-9F20-0A1C56B0A416}" type="sibTrans" cxnId="{8CA5681B-E089-4EF1-A39F-A2C04042A906}">
      <dgm:prSet phldrT="06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gm:t>
    </dgm:pt>
    <dgm:pt modelId="{3CAD313A-0762-434E-855A-3186959C14E0}">
      <dgm:prSet phldrT="[テキスト]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gm:t>
    </dgm:pt>
    <dgm:pt modelId="{CD6B353A-A339-41E3-8D60-670A3EE8CF9F}" type="parTrans" cxnId="{FB14B0D2-36DA-4ECC-90EC-8A6B1896F341}">
      <dgm:prSet/>
      <dgm:spPr/>
      <dgm:t>
        <a:bodyPr/>
        <a:lstStyle/>
        <a:p>
          <a:endParaRPr kumimoji="1" lang="ja-JP" altLang="en-US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</dgm:t>
    </dgm:pt>
    <dgm:pt modelId="{B1C86B84-C6B4-4FAA-A4E0-62E8EE799ED5}" type="sibTrans" cxnId="{FB14B0D2-36DA-4ECC-90EC-8A6B1896F341}">
      <dgm:prSet phldrT="07" phldr="0"/>
      <dgm:spPr/>
      <dgm:t>
        <a:bodyPr/>
        <a:lstStyle/>
        <a:p>
          <a:r>
            <a:rPr kumimoji="1" lang="ja-JP" altLang="en-US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gm:t>
    </dgm:pt>
    <dgm:pt modelId="{AADE4A29-391E-4656-A93A-5061E8E0368F}" type="pres">
      <dgm:prSet presAssocID="{03B85529-F70A-4750-9FED-7F46D522D6CB}" presName="Name0" presStyleCnt="0">
        <dgm:presLayoutVars>
          <dgm:dir/>
          <dgm:animLvl val="lvl"/>
          <dgm:resizeHandles val="exact"/>
        </dgm:presLayoutVars>
      </dgm:prSet>
      <dgm:spPr/>
    </dgm:pt>
    <dgm:pt modelId="{B38823E7-9137-4844-AA39-54F585FDB7E4}" type="pres">
      <dgm:prSet presAssocID="{BB8186F1-4D8D-4F1C-8A3F-E9750182C3BC}" presName="compositeNode" presStyleCnt="0">
        <dgm:presLayoutVars>
          <dgm:bulletEnabled val="1"/>
        </dgm:presLayoutVars>
      </dgm:prSet>
      <dgm:spPr/>
    </dgm:pt>
    <dgm:pt modelId="{A080688E-08E3-435C-85E6-43689A127273}" type="pres">
      <dgm:prSet presAssocID="{BB8186F1-4D8D-4F1C-8A3F-E9750182C3BC}" presName="bgRect" presStyleLbl="fgAcc1" presStyleIdx="0" presStyleCnt="7"/>
      <dgm:spPr/>
    </dgm:pt>
    <dgm:pt modelId="{0E8EE4A5-58D7-41AC-B6B1-D0B65540F95D}" type="pres">
      <dgm:prSet presAssocID="{B6642FE9-9D8B-4BF9-9AE6-A4B052F3EA2B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87C6D550-2CD4-498A-A034-951E2B3FDB38}" type="pres">
      <dgm:prSet presAssocID="{BB8186F1-4D8D-4F1C-8A3F-E9750182C3BC}" presName="nodeRect" presStyleLbl="parChTrans1D1" presStyleIdx="0" presStyleCnt="0">
        <dgm:presLayoutVars>
          <dgm:bulletEnabled val="1"/>
        </dgm:presLayoutVars>
      </dgm:prSet>
      <dgm:spPr/>
    </dgm:pt>
    <dgm:pt modelId="{BCDA101A-9E87-4180-AC8A-9FAE60C973E4}" type="pres">
      <dgm:prSet presAssocID="{B6642FE9-9D8B-4BF9-9AE6-A4B052F3EA2B}" presName="sibTrans" presStyleCnt="0"/>
      <dgm:spPr/>
    </dgm:pt>
    <dgm:pt modelId="{2B4FB054-DD74-446B-ABAE-BE513872EDB7}" type="pres">
      <dgm:prSet presAssocID="{9D4579C2-549C-4E36-ADCD-807A30AC87BF}" presName="compositeNode" presStyleCnt="0">
        <dgm:presLayoutVars>
          <dgm:bulletEnabled val="1"/>
        </dgm:presLayoutVars>
      </dgm:prSet>
      <dgm:spPr/>
    </dgm:pt>
    <dgm:pt modelId="{4C6D55FC-7AFE-450D-A3F6-B289CC98E468}" type="pres">
      <dgm:prSet presAssocID="{9D4579C2-549C-4E36-ADCD-807A30AC87BF}" presName="bgRect" presStyleLbl="fgAcc1" presStyleIdx="1" presStyleCnt="7"/>
      <dgm:spPr/>
    </dgm:pt>
    <dgm:pt modelId="{7FF21B61-C7E6-4652-A878-8116A44B181B}" type="pres">
      <dgm:prSet presAssocID="{27929EAD-6052-41FF-8B67-AF7D936E0390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0790A5DC-F788-4527-BBA6-914092D8CA6D}" type="pres">
      <dgm:prSet presAssocID="{9D4579C2-549C-4E36-ADCD-807A30AC87BF}" presName="nodeRect" presStyleLbl="parChTrans1D1" presStyleIdx="0" presStyleCnt="0">
        <dgm:presLayoutVars>
          <dgm:bulletEnabled val="1"/>
        </dgm:presLayoutVars>
      </dgm:prSet>
      <dgm:spPr/>
    </dgm:pt>
    <dgm:pt modelId="{021298B4-4532-40C2-AC2D-FFA843FEFEDE}" type="pres">
      <dgm:prSet presAssocID="{27929EAD-6052-41FF-8B67-AF7D936E0390}" presName="sibTrans" presStyleCnt="0"/>
      <dgm:spPr/>
    </dgm:pt>
    <dgm:pt modelId="{C48E5267-E899-4805-8855-EBF8129FB628}" type="pres">
      <dgm:prSet presAssocID="{32783916-157E-4466-ADD3-4068200EA9E7}" presName="compositeNode" presStyleCnt="0">
        <dgm:presLayoutVars>
          <dgm:bulletEnabled val="1"/>
        </dgm:presLayoutVars>
      </dgm:prSet>
      <dgm:spPr/>
    </dgm:pt>
    <dgm:pt modelId="{B2551D55-18D2-464C-89E7-029111DAA796}" type="pres">
      <dgm:prSet presAssocID="{32783916-157E-4466-ADD3-4068200EA9E7}" presName="bgRect" presStyleLbl="fgAcc1" presStyleIdx="2" presStyleCnt="7"/>
      <dgm:spPr/>
    </dgm:pt>
    <dgm:pt modelId="{31D3F57C-87CF-476C-938B-28015F23DEB9}" type="pres">
      <dgm:prSet presAssocID="{681992B0-7757-4550-BF07-EC8C3E6B5591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300EDA17-CD19-4B1B-AC1C-4FB3552FD21D}" type="pres">
      <dgm:prSet presAssocID="{32783916-157E-4466-ADD3-4068200EA9E7}" presName="nodeRect" presStyleLbl="parChTrans1D1" presStyleIdx="0" presStyleCnt="0">
        <dgm:presLayoutVars>
          <dgm:bulletEnabled val="1"/>
        </dgm:presLayoutVars>
      </dgm:prSet>
      <dgm:spPr/>
    </dgm:pt>
    <dgm:pt modelId="{0E31BCB4-A0D0-4BD9-B929-10F05905872C}" type="pres">
      <dgm:prSet presAssocID="{681992B0-7757-4550-BF07-EC8C3E6B5591}" presName="sibTrans" presStyleCnt="0"/>
      <dgm:spPr/>
    </dgm:pt>
    <dgm:pt modelId="{63C68671-1A05-4F50-A485-48293A6929C4}" type="pres">
      <dgm:prSet presAssocID="{2958E64B-E2FC-4C7C-B297-C0822142C871}" presName="compositeNode" presStyleCnt="0">
        <dgm:presLayoutVars>
          <dgm:bulletEnabled val="1"/>
        </dgm:presLayoutVars>
      </dgm:prSet>
      <dgm:spPr/>
    </dgm:pt>
    <dgm:pt modelId="{B64A6869-3771-41CE-BD3A-30479DBC0A06}" type="pres">
      <dgm:prSet presAssocID="{2958E64B-E2FC-4C7C-B297-C0822142C871}" presName="bgRect" presStyleLbl="fgAcc1" presStyleIdx="3" presStyleCnt="7"/>
      <dgm:spPr/>
    </dgm:pt>
    <dgm:pt modelId="{8D4D5760-C982-4AC0-AD41-50FEA18DA049}" type="pres">
      <dgm:prSet presAssocID="{AFE0B7CE-5D13-4E42-813E-15AF889D910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043F631-B4D5-481E-BCE4-7A82C4D084BF}" type="pres">
      <dgm:prSet presAssocID="{2958E64B-E2FC-4C7C-B297-C0822142C871}" presName="nodeRect" presStyleLbl="parChTrans1D1" presStyleIdx="0" presStyleCnt="0">
        <dgm:presLayoutVars>
          <dgm:bulletEnabled val="1"/>
        </dgm:presLayoutVars>
      </dgm:prSet>
      <dgm:spPr/>
    </dgm:pt>
    <dgm:pt modelId="{48AF6C25-0289-4699-9CDE-2F1C0AFE0A4E}" type="pres">
      <dgm:prSet presAssocID="{AFE0B7CE-5D13-4E42-813E-15AF889D9106}" presName="sibTrans" presStyleCnt="0"/>
      <dgm:spPr/>
    </dgm:pt>
    <dgm:pt modelId="{4E3888B3-0FA1-4FA9-95A5-4DF05C7DA07C}" type="pres">
      <dgm:prSet presAssocID="{7B6B7B79-4675-40F5-887D-ECCA77238154}" presName="compositeNode" presStyleCnt="0">
        <dgm:presLayoutVars>
          <dgm:bulletEnabled val="1"/>
        </dgm:presLayoutVars>
      </dgm:prSet>
      <dgm:spPr/>
    </dgm:pt>
    <dgm:pt modelId="{8093F356-20E1-4280-BC99-9887605E6BCF}" type="pres">
      <dgm:prSet presAssocID="{7B6B7B79-4675-40F5-887D-ECCA77238154}" presName="bgRect" presStyleLbl="fgAcc1" presStyleIdx="4" presStyleCnt="7"/>
      <dgm:spPr/>
    </dgm:pt>
    <dgm:pt modelId="{9B4DE1DC-8E0E-4FF0-8126-A90761FF94F0}" type="pres">
      <dgm:prSet presAssocID="{ADEEDE36-5E15-4EB3-9060-FB728839363A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2DA0C161-3273-4843-B4CE-3364F74BA688}" type="pres">
      <dgm:prSet presAssocID="{7B6B7B79-4675-40F5-887D-ECCA77238154}" presName="nodeRect" presStyleLbl="parChTrans1D1" presStyleIdx="0" presStyleCnt="0">
        <dgm:presLayoutVars>
          <dgm:bulletEnabled val="1"/>
        </dgm:presLayoutVars>
      </dgm:prSet>
      <dgm:spPr/>
    </dgm:pt>
    <dgm:pt modelId="{7D385B09-08CE-49DE-B671-9895980686E6}" type="pres">
      <dgm:prSet presAssocID="{ADEEDE36-5E15-4EB3-9060-FB728839363A}" presName="sibTrans" presStyleCnt="0"/>
      <dgm:spPr/>
    </dgm:pt>
    <dgm:pt modelId="{D60B1E5F-DCB4-452E-B977-1E00122E3505}" type="pres">
      <dgm:prSet presAssocID="{48F22D86-A0F2-47FB-A49B-EA81CC2DED97}" presName="compositeNode" presStyleCnt="0">
        <dgm:presLayoutVars>
          <dgm:bulletEnabled val="1"/>
        </dgm:presLayoutVars>
      </dgm:prSet>
      <dgm:spPr/>
    </dgm:pt>
    <dgm:pt modelId="{5EA9B79B-7FD2-40C6-8CD8-187B6D8BFABA}" type="pres">
      <dgm:prSet presAssocID="{48F22D86-A0F2-47FB-A49B-EA81CC2DED97}" presName="bgRect" presStyleLbl="fgAcc1" presStyleIdx="5" presStyleCnt="7"/>
      <dgm:spPr/>
    </dgm:pt>
    <dgm:pt modelId="{18C7778A-3502-4516-A4B2-37F2693F96FB}" type="pres">
      <dgm:prSet presAssocID="{92B2BAFB-2ECA-4E40-9F20-0A1C56B0A416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CEA0F690-C043-4D0A-920D-D240FD4E560C}" type="pres">
      <dgm:prSet presAssocID="{48F22D86-A0F2-47FB-A49B-EA81CC2DED97}" presName="nodeRect" presStyleLbl="parChTrans1D1" presStyleIdx="0" presStyleCnt="0">
        <dgm:presLayoutVars>
          <dgm:bulletEnabled val="1"/>
        </dgm:presLayoutVars>
      </dgm:prSet>
      <dgm:spPr/>
    </dgm:pt>
    <dgm:pt modelId="{47334656-510F-4C4A-A861-0EB2C7CF394B}" type="pres">
      <dgm:prSet presAssocID="{92B2BAFB-2ECA-4E40-9F20-0A1C56B0A416}" presName="sibTrans" presStyleCnt="0"/>
      <dgm:spPr/>
    </dgm:pt>
    <dgm:pt modelId="{46BCA9A9-37C0-490E-8ECA-920B9802916A}" type="pres">
      <dgm:prSet presAssocID="{3CAD313A-0762-434E-855A-3186959C14E0}" presName="compositeNode" presStyleCnt="0">
        <dgm:presLayoutVars>
          <dgm:bulletEnabled val="1"/>
        </dgm:presLayoutVars>
      </dgm:prSet>
      <dgm:spPr/>
    </dgm:pt>
    <dgm:pt modelId="{CA888CED-7953-4585-B4D7-05B747E4FE8C}" type="pres">
      <dgm:prSet presAssocID="{3CAD313A-0762-434E-855A-3186959C14E0}" presName="bgRect" presStyleLbl="fgAcc1" presStyleIdx="6" presStyleCnt="7"/>
      <dgm:spPr/>
    </dgm:pt>
    <dgm:pt modelId="{C2F5A284-C492-4399-A874-2766E85D6E32}" type="pres">
      <dgm:prSet presAssocID="{B1C86B84-C6B4-4FAA-A4E0-62E8EE799ED5}" presName="sibTransNodeRect" presStyleLbl="bgShp" presStyleIdx="0" presStyleCnt="0">
        <dgm:presLayoutVars>
          <dgm:chMax val="0"/>
          <dgm:bulletEnabled/>
        </dgm:presLayoutVars>
      </dgm:prSet>
      <dgm:spPr/>
    </dgm:pt>
    <dgm:pt modelId="{729D5C8E-5096-4FDE-9C30-25E7639153F0}" type="pres">
      <dgm:prSet presAssocID="{3CAD313A-0762-434E-855A-3186959C14E0}" presName="nodeRect" presStyleLbl="parChTrans1D1" presStyleIdx="0" presStyleCnt="0">
        <dgm:presLayoutVars>
          <dgm:bulletEnabled val="1"/>
        </dgm:presLayoutVars>
      </dgm:prSet>
      <dgm:spPr/>
    </dgm:pt>
  </dgm:ptLst>
  <dgm:cxnLst>
    <dgm:cxn modelId="{B5F03114-6906-44CE-ABDD-C6FAFBA09AD4}" type="presOf" srcId="{32783916-157E-4466-ADD3-4068200EA9E7}" destId="{300EDA17-CD19-4B1B-AC1C-4FB3552FD21D}" srcOrd="1" destOrd="0" presId="urn:microsoft.com/office/officeart/2024/layout/NumberedTitleCardList#1"/>
    <dgm:cxn modelId="{E55A6F15-C820-428A-9A9D-CF867ED99ABD}" srcId="{03B85529-F70A-4750-9FED-7F46D522D6CB}" destId="{2958E64B-E2FC-4C7C-B297-C0822142C871}" srcOrd="3" destOrd="0" parTransId="{0206639D-6D46-480A-8AFF-4CEC78AF0F4C}" sibTransId="{AFE0B7CE-5D13-4E42-813E-15AF889D9106}"/>
    <dgm:cxn modelId="{8CA5681B-E089-4EF1-A39F-A2C04042A906}" srcId="{03B85529-F70A-4750-9FED-7F46D522D6CB}" destId="{48F22D86-A0F2-47FB-A49B-EA81CC2DED97}" srcOrd="5" destOrd="0" parTransId="{83A5E9FE-F64E-4640-AFEF-B94FEEE5333B}" sibTransId="{92B2BAFB-2ECA-4E40-9F20-0A1C56B0A416}"/>
    <dgm:cxn modelId="{3B1BD61C-D74A-4F8A-99FF-612AB3B5999F}" type="presOf" srcId="{2958E64B-E2FC-4C7C-B297-C0822142C871}" destId="{7043F631-B4D5-481E-BCE4-7A82C4D084BF}" srcOrd="1" destOrd="0" presId="urn:microsoft.com/office/officeart/2024/layout/NumberedTitleCardList#1"/>
    <dgm:cxn modelId="{ED1FDB2D-61D5-44A2-972F-5353DA8D0020}" type="presOf" srcId="{48F22D86-A0F2-47FB-A49B-EA81CC2DED97}" destId="{5EA9B79B-7FD2-40C6-8CD8-187B6D8BFABA}" srcOrd="0" destOrd="0" presId="urn:microsoft.com/office/officeart/2024/layout/NumberedTitleCardList#1"/>
    <dgm:cxn modelId="{2161CA39-8CAC-4EE4-BA72-ECE8D4184165}" type="presOf" srcId="{BB8186F1-4D8D-4F1C-8A3F-E9750182C3BC}" destId="{87C6D550-2CD4-498A-A034-951E2B3FDB38}" srcOrd="1" destOrd="0" presId="urn:microsoft.com/office/officeart/2024/layout/NumberedTitleCardList#1"/>
    <dgm:cxn modelId="{67F4FD39-4F68-467D-9B97-49DCF89B4E82}" type="presOf" srcId="{9D4579C2-549C-4E36-ADCD-807A30AC87BF}" destId="{0790A5DC-F788-4527-BBA6-914092D8CA6D}" srcOrd="1" destOrd="0" presId="urn:microsoft.com/office/officeart/2024/layout/NumberedTitleCardList#1"/>
    <dgm:cxn modelId="{C414144A-8394-465D-A1B9-F7257D10E5AE}" type="presOf" srcId="{32783916-157E-4466-ADD3-4068200EA9E7}" destId="{B2551D55-18D2-464C-89E7-029111DAA796}" srcOrd="0" destOrd="0" presId="urn:microsoft.com/office/officeart/2024/layout/NumberedTitleCardList#1"/>
    <dgm:cxn modelId="{6CCFB252-1A65-40C2-B25A-7DE6311C5E68}" type="presOf" srcId="{ADEEDE36-5E15-4EB3-9060-FB728839363A}" destId="{9B4DE1DC-8E0E-4FF0-8126-A90761FF94F0}" srcOrd="0" destOrd="0" presId="urn:microsoft.com/office/officeart/2024/layout/NumberedTitleCardList#1"/>
    <dgm:cxn modelId="{F46F2356-35EE-472A-A9A2-834443A7B303}" type="presOf" srcId="{AFE0B7CE-5D13-4E42-813E-15AF889D9106}" destId="{8D4D5760-C982-4AC0-AD41-50FEA18DA049}" srcOrd="0" destOrd="0" presId="urn:microsoft.com/office/officeart/2024/layout/NumberedTitleCardList#1"/>
    <dgm:cxn modelId="{D1ABE361-A9A1-49DF-A275-7927F77C29FE}" type="presOf" srcId="{2958E64B-E2FC-4C7C-B297-C0822142C871}" destId="{B64A6869-3771-41CE-BD3A-30479DBC0A06}" srcOrd="0" destOrd="0" presId="urn:microsoft.com/office/officeart/2024/layout/NumberedTitleCardList#1"/>
    <dgm:cxn modelId="{0FC7696E-A495-41B7-8A91-10453AA05F10}" srcId="{03B85529-F70A-4750-9FED-7F46D522D6CB}" destId="{BB8186F1-4D8D-4F1C-8A3F-E9750182C3BC}" srcOrd="0" destOrd="0" parTransId="{F6A3CC97-B1D0-4568-B79D-73B7C3DB2F4E}" sibTransId="{B6642FE9-9D8B-4BF9-9AE6-A4B052F3EA2B}"/>
    <dgm:cxn modelId="{15DE5C77-F847-4D1C-A337-DC38FE7E71C5}" type="presOf" srcId="{92B2BAFB-2ECA-4E40-9F20-0A1C56B0A416}" destId="{18C7778A-3502-4516-A4B2-37F2693F96FB}" srcOrd="0" destOrd="0" presId="urn:microsoft.com/office/officeart/2024/layout/NumberedTitleCardList#1"/>
    <dgm:cxn modelId="{0ED3F680-3595-4824-AEF4-95A663B0A7BD}" type="presOf" srcId="{3CAD313A-0762-434E-855A-3186959C14E0}" destId="{729D5C8E-5096-4FDE-9C30-25E7639153F0}" srcOrd="1" destOrd="0" presId="urn:microsoft.com/office/officeart/2024/layout/NumberedTitleCardList#1"/>
    <dgm:cxn modelId="{E7FA7682-FECD-48AA-833D-A2E257C42B71}" type="presOf" srcId="{7B6B7B79-4675-40F5-887D-ECCA77238154}" destId="{8093F356-20E1-4280-BC99-9887605E6BCF}" srcOrd="0" destOrd="0" presId="urn:microsoft.com/office/officeart/2024/layout/NumberedTitleCardList#1"/>
    <dgm:cxn modelId="{5FE23586-851F-4A48-93C0-F1E24C891715}" type="presOf" srcId="{681992B0-7757-4550-BF07-EC8C3E6B5591}" destId="{31D3F57C-87CF-476C-938B-28015F23DEB9}" srcOrd="0" destOrd="0" presId="urn:microsoft.com/office/officeart/2024/layout/NumberedTitleCardList#1"/>
    <dgm:cxn modelId="{4A205C94-32E3-4FB5-904B-45B85854154D}" srcId="{03B85529-F70A-4750-9FED-7F46D522D6CB}" destId="{7B6B7B79-4675-40F5-887D-ECCA77238154}" srcOrd="4" destOrd="0" parTransId="{797B3C42-55B6-416C-B23F-C20DD9AEC73F}" sibTransId="{ADEEDE36-5E15-4EB3-9060-FB728839363A}"/>
    <dgm:cxn modelId="{A5DC40A2-DD3E-4991-96C9-326DF2FCB6D5}" srcId="{03B85529-F70A-4750-9FED-7F46D522D6CB}" destId="{9D4579C2-549C-4E36-ADCD-807A30AC87BF}" srcOrd="1" destOrd="0" parTransId="{03E57B4E-B8DB-4AD7-8B18-C53DDE978EFE}" sibTransId="{27929EAD-6052-41FF-8B67-AF7D936E0390}"/>
    <dgm:cxn modelId="{138E49BB-DDA7-475D-A4DA-F829546D1563}" srcId="{03B85529-F70A-4750-9FED-7F46D522D6CB}" destId="{32783916-157E-4466-ADD3-4068200EA9E7}" srcOrd="2" destOrd="0" parTransId="{4F7CFC40-7992-40F5-B54F-DA5CD7B59DA4}" sibTransId="{681992B0-7757-4550-BF07-EC8C3E6B5591}"/>
    <dgm:cxn modelId="{692BFFC8-BF40-4048-852D-B61969B400D0}" type="presOf" srcId="{48F22D86-A0F2-47FB-A49B-EA81CC2DED97}" destId="{CEA0F690-C043-4D0A-920D-D240FD4E560C}" srcOrd="1" destOrd="0" presId="urn:microsoft.com/office/officeart/2024/layout/NumberedTitleCardList#1"/>
    <dgm:cxn modelId="{D027AECA-C5B9-4040-8D63-639188DF1FFA}" type="presOf" srcId="{03B85529-F70A-4750-9FED-7F46D522D6CB}" destId="{AADE4A29-391E-4656-A93A-5061E8E0368F}" srcOrd="0" destOrd="0" presId="urn:microsoft.com/office/officeart/2024/layout/NumberedTitleCardList#1"/>
    <dgm:cxn modelId="{FB14B0D2-36DA-4ECC-90EC-8A6B1896F341}" srcId="{03B85529-F70A-4750-9FED-7F46D522D6CB}" destId="{3CAD313A-0762-434E-855A-3186959C14E0}" srcOrd="6" destOrd="0" parTransId="{CD6B353A-A339-41E3-8D60-670A3EE8CF9F}" sibTransId="{B1C86B84-C6B4-4FAA-A4E0-62E8EE799ED5}"/>
    <dgm:cxn modelId="{238497D4-5BA8-462D-B151-D11D923CD1CF}" type="presOf" srcId="{3CAD313A-0762-434E-855A-3186959C14E0}" destId="{CA888CED-7953-4585-B4D7-05B747E4FE8C}" srcOrd="0" destOrd="0" presId="urn:microsoft.com/office/officeart/2024/layout/NumberedTitleCardList#1"/>
    <dgm:cxn modelId="{3B80A1D8-9071-4AFC-8C71-5D8A8B1E082F}" type="presOf" srcId="{27929EAD-6052-41FF-8B67-AF7D936E0390}" destId="{7FF21B61-C7E6-4652-A878-8116A44B181B}" srcOrd="0" destOrd="0" presId="urn:microsoft.com/office/officeart/2024/layout/NumberedTitleCardList#1"/>
    <dgm:cxn modelId="{7896DFDA-8EDE-4B0D-BD20-CA1E53F15D6D}" type="presOf" srcId="{B1C86B84-C6B4-4FAA-A4E0-62E8EE799ED5}" destId="{C2F5A284-C492-4399-A874-2766E85D6E32}" srcOrd="0" destOrd="0" presId="urn:microsoft.com/office/officeart/2024/layout/NumberedTitleCardList#1"/>
    <dgm:cxn modelId="{E10615DE-B173-4258-B52F-70DBE0B7AEDD}" type="presOf" srcId="{9D4579C2-549C-4E36-ADCD-807A30AC87BF}" destId="{4C6D55FC-7AFE-450D-A3F6-B289CC98E468}" srcOrd="0" destOrd="0" presId="urn:microsoft.com/office/officeart/2024/layout/NumberedTitleCardList#1"/>
    <dgm:cxn modelId="{FF575BE4-AF07-4E27-A325-E7E3CA3BF70A}" type="presOf" srcId="{7B6B7B79-4675-40F5-887D-ECCA77238154}" destId="{2DA0C161-3273-4843-B4CE-3364F74BA688}" srcOrd="1" destOrd="0" presId="urn:microsoft.com/office/officeart/2024/layout/NumberedTitleCardList#1"/>
    <dgm:cxn modelId="{78A1FEE5-C5F5-43AD-8D5B-1070EC698489}" type="presOf" srcId="{B6642FE9-9D8B-4BF9-9AE6-A4B052F3EA2B}" destId="{0E8EE4A5-58D7-41AC-B6B1-D0B65540F95D}" srcOrd="0" destOrd="0" presId="urn:microsoft.com/office/officeart/2024/layout/NumberedTitleCardList#1"/>
    <dgm:cxn modelId="{86AE48EC-E411-4C44-B62A-47653866E70A}" type="presOf" srcId="{BB8186F1-4D8D-4F1C-8A3F-E9750182C3BC}" destId="{A080688E-08E3-435C-85E6-43689A127273}" srcOrd="0" destOrd="0" presId="urn:microsoft.com/office/officeart/2024/layout/NumberedTitleCardList#1"/>
    <dgm:cxn modelId="{24D42230-A82C-45B3-9ED4-35FA0A7DE135}" type="presParOf" srcId="{AADE4A29-391E-4656-A93A-5061E8E0368F}" destId="{B38823E7-9137-4844-AA39-54F585FDB7E4}" srcOrd="0" destOrd="0" presId="urn:microsoft.com/office/officeart/2024/layout/NumberedTitleCardList#1"/>
    <dgm:cxn modelId="{DDAC9509-4BB9-4DC1-98E2-58C8DD926FCB}" type="presParOf" srcId="{B38823E7-9137-4844-AA39-54F585FDB7E4}" destId="{A080688E-08E3-435C-85E6-43689A127273}" srcOrd="0" destOrd="0" presId="urn:microsoft.com/office/officeart/2024/layout/NumberedTitleCardList#1"/>
    <dgm:cxn modelId="{8D8EA4FB-72E6-466D-8BF6-1342986E6045}" type="presParOf" srcId="{B38823E7-9137-4844-AA39-54F585FDB7E4}" destId="{0E8EE4A5-58D7-41AC-B6B1-D0B65540F95D}" srcOrd="1" destOrd="0" presId="urn:microsoft.com/office/officeart/2024/layout/NumberedTitleCardList#1"/>
    <dgm:cxn modelId="{C88A516D-337D-42FC-B813-2E0469434AE4}" type="presParOf" srcId="{B38823E7-9137-4844-AA39-54F585FDB7E4}" destId="{87C6D550-2CD4-498A-A034-951E2B3FDB38}" srcOrd="2" destOrd="0" presId="urn:microsoft.com/office/officeart/2024/layout/NumberedTitleCardList#1"/>
    <dgm:cxn modelId="{BACD3B3D-4E35-4D23-BBF7-AF0CD8CF5BD2}" type="presParOf" srcId="{AADE4A29-391E-4656-A93A-5061E8E0368F}" destId="{BCDA101A-9E87-4180-AC8A-9FAE60C973E4}" srcOrd="1" destOrd="0" presId="urn:microsoft.com/office/officeart/2024/layout/NumberedTitleCardList#1"/>
    <dgm:cxn modelId="{D6F449D0-329F-4761-8A1C-48C2FBC6BC9C}" type="presParOf" srcId="{AADE4A29-391E-4656-A93A-5061E8E0368F}" destId="{2B4FB054-DD74-446B-ABAE-BE513872EDB7}" srcOrd="2" destOrd="0" presId="urn:microsoft.com/office/officeart/2024/layout/NumberedTitleCardList#1"/>
    <dgm:cxn modelId="{F7CB3DCA-3BCA-4122-B290-7241458B7BFF}" type="presParOf" srcId="{2B4FB054-DD74-446B-ABAE-BE513872EDB7}" destId="{4C6D55FC-7AFE-450D-A3F6-B289CC98E468}" srcOrd="0" destOrd="0" presId="urn:microsoft.com/office/officeart/2024/layout/NumberedTitleCardList#1"/>
    <dgm:cxn modelId="{A36475E9-5983-4513-977E-8CFBD00C5D18}" type="presParOf" srcId="{2B4FB054-DD74-446B-ABAE-BE513872EDB7}" destId="{7FF21B61-C7E6-4652-A878-8116A44B181B}" srcOrd="1" destOrd="0" presId="urn:microsoft.com/office/officeart/2024/layout/NumberedTitleCardList#1"/>
    <dgm:cxn modelId="{82DA02AC-CE69-4FC1-8BDF-FE8EBB662E08}" type="presParOf" srcId="{2B4FB054-DD74-446B-ABAE-BE513872EDB7}" destId="{0790A5DC-F788-4527-BBA6-914092D8CA6D}" srcOrd="2" destOrd="0" presId="urn:microsoft.com/office/officeart/2024/layout/NumberedTitleCardList#1"/>
    <dgm:cxn modelId="{E7666053-9E47-434F-805C-2288F87650A8}" type="presParOf" srcId="{AADE4A29-391E-4656-A93A-5061E8E0368F}" destId="{021298B4-4532-40C2-AC2D-FFA843FEFEDE}" srcOrd="3" destOrd="0" presId="urn:microsoft.com/office/officeart/2024/layout/NumberedTitleCardList#1"/>
    <dgm:cxn modelId="{E3E06BFD-6D20-46FB-A381-33361E653239}" type="presParOf" srcId="{AADE4A29-391E-4656-A93A-5061E8E0368F}" destId="{C48E5267-E899-4805-8855-EBF8129FB628}" srcOrd="4" destOrd="0" presId="urn:microsoft.com/office/officeart/2024/layout/NumberedTitleCardList#1"/>
    <dgm:cxn modelId="{48935F18-8897-4D7C-B5FC-D2B15FF83F5A}" type="presParOf" srcId="{C48E5267-E899-4805-8855-EBF8129FB628}" destId="{B2551D55-18D2-464C-89E7-029111DAA796}" srcOrd="0" destOrd="0" presId="urn:microsoft.com/office/officeart/2024/layout/NumberedTitleCardList#1"/>
    <dgm:cxn modelId="{E1ACCF95-0756-499B-9D9C-78F19641B17B}" type="presParOf" srcId="{C48E5267-E899-4805-8855-EBF8129FB628}" destId="{31D3F57C-87CF-476C-938B-28015F23DEB9}" srcOrd="1" destOrd="0" presId="urn:microsoft.com/office/officeart/2024/layout/NumberedTitleCardList#1"/>
    <dgm:cxn modelId="{FEFEAE85-A1A7-4AE1-B592-B929479260E8}" type="presParOf" srcId="{C48E5267-E899-4805-8855-EBF8129FB628}" destId="{300EDA17-CD19-4B1B-AC1C-4FB3552FD21D}" srcOrd="2" destOrd="0" presId="urn:microsoft.com/office/officeart/2024/layout/NumberedTitleCardList#1"/>
    <dgm:cxn modelId="{4BF4C83A-8993-4829-9448-EE43CA7EDADB}" type="presParOf" srcId="{AADE4A29-391E-4656-A93A-5061E8E0368F}" destId="{0E31BCB4-A0D0-4BD9-B929-10F05905872C}" srcOrd="5" destOrd="0" presId="urn:microsoft.com/office/officeart/2024/layout/NumberedTitleCardList#1"/>
    <dgm:cxn modelId="{9598DC4F-A3B0-4B4F-B469-8B3625D94339}" type="presParOf" srcId="{AADE4A29-391E-4656-A93A-5061E8E0368F}" destId="{63C68671-1A05-4F50-A485-48293A6929C4}" srcOrd="6" destOrd="0" presId="urn:microsoft.com/office/officeart/2024/layout/NumberedTitleCardList#1"/>
    <dgm:cxn modelId="{43BD6248-BA10-4072-814D-DD631079279E}" type="presParOf" srcId="{63C68671-1A05-4F50-A485-48293A6929C4}" destId="{B64A6869-3771-41CE-BD3A-30479DBC0A06}" srcOrd="0" destOrd="0" presId="urn:microsoft.com/office/officeart/2024/layout/NumberedTitleCardList#1"/>
    <dgm:cxn modelId="{292CE510-F060-4E86-9F80-5B0C05D06598}" type="presParOf" srcId="{63C68671-1A05-4F50-A485-48293A6929C4}" destId="{8D4D5760-C982-4AC0-AD41-50FEA18DA049}" srcOrd="1" destOrd="0" presId="urn:microsoft.com/office/officeart/2024/layout/NumberedTitleCardList#1"/>
    <dgm:cxn modelId="{B8C0A15B-971C-4E19-8080-4CB738FC304A}" type="presParOf" srcId="{63C68671-1A05-4F50-A485-48293A6929C4}" destId="{7043F631-B4D5-481E-BCE4-7A82C4D084BF}" srcOrd="2" destOrd="0" presId="urn:microsoft.com/office/officeart/2024/layout/NumberedTitleCardList#1"/>
    <dgm:cxn modelId="{2B1E60E0-3F33-4F35-A374-2CC9AEADFDB2}" type="presParOf" srcId="{AADE4A29-391E-4656-A93A-5061E8E0368F}" destId="{48AF6C25-0289-4699-9CDE-2F1C0AFE0A4E}" srcOrd="7" destOrd="0" presId="urn:microsoft.com/office/officeart/2024/layout/NumberedTitleCardList#1"/>
    <dgm:cxn modelId="{339D8686-1E9A-466A-945C-9DD819371D56}" type="presParOf" srcId="{AADE4A29-391E-4656-A93A-5061E8E0368F}" destId="{4E3888B3-0FA1-4FA9-95A5-4DF05C7DA07C}" srcOrd="8" destOrd="0" presId="urn:microsoft.com/office/officeart/2024/layout/NumberedTitleCardList#1"/>
    <dgm:cxn modelId="{56032845-6C01-4F85-BDA4-9A696DC02BE1}" type="presParOf" srcId="{4E3888B3-0FA1-4FA9-95A5-4DF05C7DA07C}" destId="{8093F356-20E1-4280-BC99-9887605E6BCF}" srcOrd="0" destOrd="0" presId="urn:microsoft.com/office/officeart/2024/layout/NumberedTitleCardList#1"/>
    <dgm:cxn modelId="{80FD2F69-7C15-4090-94B9-EA64A462FF1F}" type="presParOf" srcId="{4E3888B3-0FA1-4FA9-95A5-4DF05C7DA07C}" destId="{9B4DE1DC-8E0E-4FF0-8126-A90761FF94F0}" srcOrd="1" destOrd="0" presId="urn:microsoft.com/office/officeart/2024/layout/NumberedTitleCardList#1"/>
    <dgm:cxn modelId="{9D2AF02F-110B-4DBD-B510-A05A5EEC5A73}" type="presParOf" srcId="{4E3888B3-0FA1-4FA9-95A5-4DF05C7DA07C}" destId="{2DA0C161-3273-4843-B4CE-3364F74BA688}" srcOrd="2" destOrd="0" presId="urn:microsoft.com/office/officeart/2024/layout/NumberedTitleCardList#1"/>
    <dgm:cxn modelId="{FA99D3C3-94D8-48DB-BF6B-0637E1B0AEE0}" type="presParOf" srcId="{AADE4A29-391E-4656-A93A-5061E8E0368F}" destId="{7D385B09-08CE-49DE-B671-9895980686E6}" srcOrd="9" destOrd="0" presId="urn:microsoft.com/office/officeart/2024/layout/NumberedTitleCardList#1"/>
    <dgm:cxn modelId="{5C5ACB08-CAF2-45A7-B4E8-66247441823D}" type="presParOf" srcId="{AADE4A29-391E-4656-A93A-5061E8E0368F}" destId="{D60B1E5F-DCB4-452E-B977-1E00122E3505}" srcOrd="10" destOrd="0" presId="urn:microsoft.com/office/officeart/2024/layout/NumberedTitleCardList#1"/>
    <dgm:cxn modelId="{D1567079-B6E2-45FC-BBEA-AD5371D9EE0A}" type="presParOf" srcId="{D60B1E5F-DCB4-452E-B977-1E00122E3505}" destId="{5EA9B79B-7FD2-40C6-8CD8-187B6D8BFABA}" srcOrd="0" destOrd="0" presId="urn:microsoft.com/office/officeart/2024/layout/NumberedTitleCardList#1"/>
    <dgm:cxn modelId="{34B98DCC-5DFD-4B07-A694-4605AE6F71EE}" type="presParOf" srcId="{D60B1E5F-DCB4-452E-B977-1E00122E3505}" destId="{18C7778A-3502-4516-A4B2-37F2693F96FB}" srcOrd="1" destOrd="0" presId="urn:microsoft.com/office/officeart/2024/layout/NumberedTitleCardList#1"/>
    <dgm:cxn modelId="{E12F7E1F-94F1-47EA-9606-9A98E717E2A6}" type="presParOf" srcId="{D60B1E5F-DCB4-452E-B977-1E00122E3505}" destId="{CEA0F690-C043-4D0A-920D-D240FD4E560C}" srcOrd="2" destOrd="0" presId="urn:microsoft.com/office/officeart/2024/layout/NumberedTitleCardList#1"/>
    <dgm:cxn modelId="{0395AB8E-DE44-4F83-A28D-00121C842E91}" type="presParOf" srcId="{AADE4A29-391E-4656-A93A-5061E8E0368F}" destId="{47334656-510F-4C4A-A861-0EB2C7CF394B}" srcOrd="11" destOrd="0" presId="urn:microsoft.com/office/officeart/2024/layout/NumberedTitleCardList#1"/>
    <dgm:cxn modelId="{D9E016CD-B6FE-4F5C-9AD7-C83DAE3CE633}" type="presParOf" srcId="{AADE4A29-391E-4656-A93A-5061E8E0368F}" destId="{46BCA9A9-37C0-490E-8ECA-920B9802916A}" srcOrd="12" destOrd="0" presId="urn:microsoft.com/office/officeart/2024/layout/NumberedTitleCardList#1"/>
    <dgm:cxn modelId="{4C88D6CA-95FA-4595-996F-849F8F6E1525}" type="presParOf" srcId="{46BCA9A9-37C0-490E-8ECA-920B9802916A}" destId="{CA888CED-7953-4585-B4D7-05B747E4FE8C}" srcOrd="0" destOrd="0" presId="urn:microsoft.com/office/officeart/2024/layout/NumberedTitleCardList#1"/>
    <dgm:cxn modelId="{110988EC-66F1-4BE5-8B49-1EE167084CC1}" type="presParOf" srcId="{46BCA9A9-37C0-490E-8ECA-920B9802916A}" destId="{C2F5A284-C492-4399-A874-2766E85D6E32}" srcOrd="1" destOrd="0" presId="urn:microsoft.com/office/officeart/2024/layout/NumberedTitleCardList#1"/>
    <dgm:cxn modelId="{29BA53A6-6E18-4640-A891-096DB4BC026B}" type="presParOf" srcId="{46BCA9A9-37C0-490E-8ECA-920B9802916A}" destId="{729D5C8E-5096-4FDE-9C30-25E7639153F0}" srcOrd="2" destOrd="0" presId="urn:microsoft.com/office/officeart/2024/layout/NumberedTitleCardList#1"/>
  </dgm:cxnLst>
  <dgm:bg>
    <a:noFill/>
  </dgm:bg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080688E-08E3-435C-85E6-43689A127273}">
      <dsp:nvSpPr>
        <dsp:cNvPr id="0" name=""/>
        <dsp:cNvSpPr/>
      </dsp:nvSpPr>
      <dsp:spPr>
        <a:xfrm>
          <a:off x="6337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広瀬正和さん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6337" y="2527723"/>
        <a:ext cx="1561526" cy="1124298"/>
      </dsp:txXfrm>
    </dsp:sp>
    <dsp:sp modelId="{0E8EE4A5-58D7-41AC-B6B1-D0B65540F95D}">
      <dsp:nvSpPr>
        <dsp:cNvPr id="0" name=""/>
        <dsp:cNvSpPr/>
      </dsp:nvSpPr>
      <dsp:spPr>
        <a:xfrm>
          <a:off x="6337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01</a:t>
          </a:r>
        </a:p>
      </dsp:txBody>
      <dsp:txXfrm>
        <a:off x="6337" y="1778190"/>
        <a:ext cx="1561526" cy="749532"/>
      </dsp:txXfrm>
    </dsp:sp>
    <dsp:sp modelId="{4C6D55FC-7AFE-450D-A3F6-B289CC98E468}">
      <dsp:nvSpPr>
        <dsp:cNvPr id="0" name=""/>
        <dsp:cNvSpPr/>
      </dsp:nvSpPr>
      <dsp:spPr>
        <a:xfrm>
          <a:off x="1692785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藤直之さん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1692785" y="2527723"/>
        <a:ext cx="1561526" cy="1124298"/>
      </dsp:txXfrm>
    </dsp:sp>
    <dsp:sp modelId="{7FF21B61-C7E6-4652-A878-8116A44B181B}">
      <dsp:nvSpPr>
        <dsp:cNvPr id="0" name=""/>
        <dsp:cNvSpPr/>
      </dsp:nvSpPr>
      <dsp:spPr>
        <a:xfrm>
          <a:off x="1692785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02</a:t>
          </a:r>
        </a:p>
      </dsp:txBody>
      <dsp:txXfrm>
        <a:off x="1692785" y="1778190"/>
        <a:ext cx="1561526" cy="749532"/>
      </dsp:txXfrm>
    </dsp:sp>
    <dsp:sp modelId="{B2551D55-18D2-464C-89E7-029111DAA796}">
      <dsp:nvSpPr>
        <dsp:cNvPr id="0" name=""/>
        <dsp:cNvSpPr/>
      </dsp:nvSpPr>
      <dsp:spPr>
        <a:xfrm>
          <a:off x="3379233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菅俣充さん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/>
            <a:ea typeface="Meiryo UI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関東・新潟営業所</a:t>
          </a:r>
        </a:p>
      </dsp:txBody>
      <dsp:txXfrm>
        <a:off x="3379233" y="2527723"/>
        <a:ext cx="1561526" cy="1124298"/>
      </dsp:txXfrm>
    </dsp:sp>
    <dsp:sp modelId="{31D3F57C-87CF-476C-938B-28015F23DEB9}">
      <dsp:nvSpPr>
        <dsp:cNvPr id="0" name=""/>
        <dsp:cNvSpPr/>
      </dsp:nvSpPr>
      <dsp:spPr>
        <a:xfrm>
          <a:off x="3379233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03</a:t>
          </a:r>
        </a:p>
      </dsp:txBody>
      <dsp:txXfrm>
        <a:off x="3379233" y="1778190"/>
        <a:ext cx="1561526" cy="749532"/>
      </dsp:txXfrm>
    </dsp:sp>
    <dsp:sp modelId="{B64A6869-3771-41CE-BD3A-30479DBC0A06}">
      <dsp:nvSpPr>
        <dsp:cNvPr id="0" name=""/>
        <dsp:cNvSpPr/>
      </dsp:nvSpPr>
      <dsp:spPr>
        <a:xfrm>
          <a:off x="5065681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森田由梨香さん</a:t>
          </a:r>
        </a:p>
        <a:p>
          <a:pPr marL="0" lvl="0" indent="0" algn="l" defTabSz="533400" rtl="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首都圏第一営業所</a:t>
          </a:r>
          <a:endParaRPr kumimoji="1" lang="ja-JP" altLang="en-US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</a:endParaRPr>
        </a:p>
      </dsp:txBody>
      <dsp:txXfrm>
        <a:off x="5065681" y="2527723"/>
        <a:ext cx="1561526" cy="1124298"/>
      </dsp:txXfrm>
    </dsp:sp>
    <dsp:sp modelId="{8D4D5760-C982-4AC0-AD41-50FEA18DA049}">
      <dsp:nvSpPr>
        <dsp:cNvPr id="0" name=""/>
        <dsp:cNvSpPr/>
      </dsp:nvSpPr>
      <dsp:spPr>
        <a:xfrm>
          <a:off x="5065681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04</a:t>
          </a:r>
        </a:p>
      </dsp:txBody>
      <dsp:txXfrm>
        <a:off x="5065681" y="1778190"/>
        <a:ext cx="1561526" cy="749532"/>
      </dsp:txXfrm>
    </dsp:sp>
    <dsp:sp modelId="{8093F356-20E1-4280-BC99-9887605E6BCF}">
      <dsp:nvSpPr>
        <dsp:cNvPr id="0" name=""/>
        <dsp:cNvSpPr/>
      </dsp:nvSpPr>
      <dsp:spPr>
        <a:xfrm>
          <a:off x="6752130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井上拓也さん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/>
              <a:ea typeface="Meiryo UI"/>
            </a:rPr>
            <a:t>関東甲信北陸営業所</a:t>
          </a:r>
        </a:p>
      </dsp:txBody>
      <dsp:txXfrm>
        <a:off x="6752130" y="2527723"/>
        <a:ext cx="1561526" cy="1124298"/>
      </dsp:txXfrm>
    </dsp:sp>
    <dsp:sp modelId="{9B4DE1DC-8E0E-4FF0-8126-A90761FF94F0}">
      <dsp:nvSpPr>
        <dsp:cNvPr id="0" name=""/>
        <dsp:cNvSpPr/>
      </dsp:nvSpPr>
      <dsp:spPr>
        <a:xfrm>
          <a:off x="6752130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05</a:t>
          </a:r>
        </a:p>
      </dsp:txBody>
      <dsp:txXfrm>
        <a:off x="6752130" y="1778190"/>
        <a:ext cx="1561526" cy="749532"/>
      </dsp:txXfrm>
    </dsp:sp>
    <dsp:sp modelId="{5EA9B79B-7FD2-40C6-8CD8-187B6D8BFABA}">
      <dsp:nvSpPr>
        <dsp:cNvPr id="0" name=""/>
        <dsp:cNvSpPr/>
      </dsp:nvSpPr>
      <dsp:spPr>
        <a:xfrm>
          <a:off x="8438578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早川徹さん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首都圏第一営業所</a:t>
          </a:r>
        </a:p>
      </dsp:txBody>
      <dsp:txXfrm>
        <a:off x="8438578" y="2527723"/>
        <a:ext cx="1561526" cy="1124298"/>
      </dsp:txXfrm>
    </dsp:sp>
    <dsp:sp modelId="{18C7778A-3502-4516-A4B2-37F2693F96FB}">
      <dsp:nvSpPr>
        <dsp:cNvPr id="0" name=""/>
        <dsp:cNvSpPr/>
      </dsp:nvSpPr>
      <dsp:spPr>
        <a:xfrm>
          <a:off x="8438578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06</a:t>
          </a:r>
        </a:p>
      </dsp:txBody>
      <dsp:txXfrm>
        <a:off x="8438578" y="1778190"/>
        <a:ext cx="1561526" cy="749532"/>
      </dsp:txXfrm>
    </dsp:sp>
    <dsp:sp modelId="{CA888CED-7953-4585-B4D7-05B747E4FE8C}">
      <dsp:nvSpPr>
        <dsp:cNvPr id="0" name=""/>
        <dsp:cNvSpPr/>
      </dsp:nvSpPr>
      <dsp:spPr>
        <a:xfrm>
          <a:off x="10125026" y="1778190"/>
          <a:ext cx="1561526" cy="1873831"/>
        </a:xfrm>
        <a:prstGeom prst="roundRect">
          <a:avLst>
            <a:gd name="adj" fmla="val 10000"/>
          </a:avLst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>
          <a:noFill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 z="300000" contourW="19050" prstMaterial="metal">
          <a:bevelT w="88900" h="203200"/>
          <a:bevelB w="165100" h="254000"/>
        </a:sp3d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0" rIns="27544" bIns="330200" numCol="1" spcCol="1270" anchor="t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中山航さん</a:t>
          </a:r>
          <a:endParaRPr kumimoji="1" lang="en-US" altLang="ja-JP" sz="1200" kern="1200">
            <a:effectLst>
              <a:outerShdw blurRad="38100" dist="38100" dir="2700000" algn="tl">
                <a:srgbClr val="000000">
                  <a:alpha val="43137"/>
                </a:srgbClr>
              </a:outerShdw>
            </a:effectLst>
            <a:latin typeface="Meiryo UI" panose="020B0604030504040204" pitchFamily="50" charset="-128"/>
            <a:ea typeface="Meiryo UI" panose="020B0604030504040204" pitchFamily="50" charset="-128"/>
          </a:endParaRP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12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近畿営業所</a:t>
          </a:r>
        </a:p>
      </dsp:txBody>
      <dsp:txXfrm>
        <a:off x="10125026" y="2527723"/>
        <a:ext cx="1561526" cy="1124298"/>
      </dsp:txXfrm>
    </dsp:sp>
    <dsp:sp modelId="{C2F5A284-C492-4399-A874-2766E85D6E32}">
      <dsp:nvSpPr>
        <dsp:cNvPr id="0" name=""/>
        <dsp:cNvSpPr/>
      </dsp:nvSpPr>
      <dsp:spPr>
        <a:xfrm>
          <a:off x="10125026" y="1778190"/>
          <a:ext cx="1561526" cy="749532"/>
        </a:xfrm>
        <a:prstGeom prst="rect">
          <a:avLst/>
        </a:prstGeom>
        <a:noFill/>
        <a:ln w="12700" cap="flat" cmpd="sng" algn="ctr">
          <a:noFill/>
          <a:prstDash val="solid"/>
          <a:miter lim="800000"/>
        </a:ln>
        <a:effectLst/>
        <a:scene3d>
          <a:camera prst="orthographicFront">
            <a:rot lat="0" lon="0" rev="0"/>
          </a:camera>
          <a:lightRig rig="contrasting" dir="t">
            <a:rot lat="0" lon="0" rev="1200000"/>
          </a:lightRig>
        </a:scene3d>
        <a:sp3d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55087" tIns="165100" rIns="27544" bIns="165100" numCol="1" spcCol="1270" anchor="ctr" anchorCtr="0">
          <a:noAutofit/>
        </a:bodyPr>
        <a:lstStyle/>
        <a:p>
          <a:pPr marL="0" lvl="0" indent="0" algn="l" defTabSz="933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100" kern="120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Meiryo UI" panose="020B0604030504040204" pitchFamily="50" charset="-128"/>
              <a:ea typeface="Meiryo UI" panose="020B0604030504040204" pitchFamily="50" charset="-128"/>
            </a:rPr>
            <a:t>07</a:t>
          </a:r>
        </a:p>
      </dsp:txBody>
      <dsp:txXfrm>
        <a:off x="10125026" y="1778190"/>
        <a:ext cx="1561526" cy="7495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24/layout/NumberedTitleCardList#1">
  <dgm:title val=""/>
  <dgm:desc val=""/>
  <dgm:catLst>
    <dgm:cat type="list" pri="81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101" type="sibTrans" cxnId="{65E86F0A-D270-4099-B08B-A2DC00CCA9A8}">
          <dgm:prSet phldrT="01"/>
          <dgm:t>
            <a:bodyPr/>
            <a:lstStyle/>
            <a:p>
              <a:r>
                <a:t>01</a:t>
              </a:r>
            </a:p>
          </dgm:t>
        </dgm:pt>
        <dgm:pt modelId="201" type="sibTrans" cxnId="{996DB9E2-43E4-4C32-913C-1B4D21716AFE}">
          <dgm:prSet phldrT="02"/>
          <dgm:t>
            <a:bodyPr/>
            <a:lstStyle/>
            <a:p>
              <a:r>
                <a:t>02</a:t>
              </a:r>
            </a:p>
          </dgm:t>
        </dgm:pt>
        <dgm:pt modelId="301" type="sibTrans" cxnId="{C4ED3F72-69EB-4E67-8F0D-A1A861DC08ED}">
          <dgm:prSet phldrT="03"/>
          <dgm:t>
            <a:bodyPr/>
            <a:lstStyle/>
            <a:p>
              <a:r>
                <a:t>03</a:t>
              </a:r>
            </a:p>
          </dgm:t>
        </dgm:pt>
      </dgm:ptLst>
      <dgm:cxnLst>
        <dgm:cxn modelId="4" srcId="0" destId="1" srcOrd="0" destOrd="0" sibTransId="101"/>
        <dgm:cxn modelId="5" srcId="0" destId="2" srcOrd="1" destOrd="0" sibTransId="201"/>
        <dgm:cxn modelId="6" srcId="0" destId="3" srcOrd="2" destOrd="0" sibTransId="301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dirChoose">
      <dgm:if name="dirNorm" func="var" arg="dir" op="equ" val="norm">
        <dgm:alg type="lin">
          <dgm:param type="linDir" val="fromL"/>
          <dgm:param type="nodeVertAlign" val="t"/>
        </dgm:alg>
      </dgm:if>
      <dgm:else name="dirRev">
        <dgm:alg type="lin">
          <dgm:param type="linDir" val="fromR"/>
          <dgm:param type="nodeVertAlign" val="t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ositeNode" refType="h"/>
      <dgm:constr type="w" for="ch" forName="compositeNode" refType="w"/>
      <dgm:constr type="w" for="des" forName="simulatedConn" refType="w" refFor="ch" refForName="compositeNode" fact="0.15"/>
      <dgm:constr type="h" for="des" forName="simulatedConn" refType="w" refFor="des" refForName="simulatedConn"/>
      <dgm:constr type="h" for="des" forName="vSp1" refType="w" refFor="ch" refForName="compositeNode" fact="0.8"/>
      <dgm:constr type="h" for="des" forName="vSp2" refType="w" refFor="ch" refForName="compositeNode" fact="0.07"/>
      <dgm:constr type="w" for="ch" forName="vProcSp" refType="w" refFor="des" refForName="simulatedConn" op="equ"/>
      <dgm:constr type="h" for="ch" forName="vProcSp" refType="h" refFor="ch" refForName="compositeNode" op="equ"/>
      <dgm:constr type="w" for="ch" forName="sibTrans" refType="w" refFor="ch" refForName="compositeNode" fact="0.08"/>
      <dgm:constr type="primFontSz" for="des" forName="sibTransNodeRect" op="equ"/>
      <dgm:constr type="primFontSz" for="des" forName="nodeRect" op="equ"/>
    </dgm:constrLst>
    <dgm:ruleLst/>
    <dgm:forEach name="Name4" axis="ch" ptType="node">
      <dgm:layoutNode name="compositeNode">
        <dgm:varLst>
          <dgm:bulletEnabled val="1"/>
        </dgm:varLst>
        <dgm:alg type="composite"/>
        <dgm:constrLst>
          <dgm:constr type="h" refType="w" op="lte" fact="1.2"/>
          <dgm:constr type="w" for="ch" forName="bgRect" refType="w"/>
          <dgm:constr type="h" for="ch" forName="bgRect" refType="h"/>
          <dgm:constr type="t" for="ch" forName="bgRect"/>
          <dgm:constr type="l" for="ch" forName="bgRect"/>
          <dgm:constr type="w" for="ch" forName="sibTransNodeRect" refType="w" refFor="ch" refForName="bgRect"/>
          <dgm:constr type="h" for="ch" forName="sibTransNodeRect" refType="h" refFor="ch" refForName="bgRect" fact="0.4"/>
          <dgm:constr type="t" for="ch" forName="sibTransNodeRect"/>
          <dgm:constr type="l" for="ch" forName="sibTransNodeRect"/>
          <dgm:constr type="r" for="ch" forName="nodeRect" refType="r" refFor="ch" refForName="bgRect"/>
          <dgm:constr type="h" for="ch" forName="nodeRect" refType="h" refFor="ch" refForName="bgRect" fact="0.6"/>
          <dgm:constr type="t" for="ch" forName="nodeRect" refType="b" refFor="ch" refForName="sibTransNodeRect"/>
          <dgm:constr type="l" for="ch" forName="nodeRect" refType="l" refFor="ch" refForName="bgRect"/>
        </dgm:constrLst>
        <dgm:ruleLst>
          <dgm:rule type="w" for="ch" forName="nodeRect" val="NaN" fact="NaN" max="30"/>
        </dgm:ruleLst>
        <dgm:layoutNode name="bgRect" styleLbl="fgAcc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forEach name="Name19" axis="followSib" ptType="sibTrans" hideLastTrans="0" cnt="1">
          <dgm:layoutNode name="sibTransNodeRect" styleLbl="bgShp">
            <dgm:varLst>
              <dgm:chMax val="0"/>
              <dgm:bulletEnabled/>
            </dgm:varLst>
            <dgm:presOf axis="self" ptType="sibTrans"/>
            <dgm:choose name="numAlignDir">
              <dgm:if name="numAlignNorm" func="var" arg="dir" op="equ" val="norm">
                <dgm:alg type="tx">
                  <dgm:param type="parTxLTRAlign" val="l"/>
                  <dgm:param type="parTxRTLAlign" val="l"/>
                </dgm:alg>
              </dgm:if>
              <dgm:else name="numAlignRev">
                <dgm:alg type="tx">
                  <dgm:param type="parTxLTRAlign" val="r"/>
                  <dgm:param type="parTxRTLAlign" val="r"/>
                </dgm:alg>
              </dgm:else>
            </dgm:choose>
            <dgm:shape xmlns:r="http://schemas.openxmlformats.org/officeDocument/2006/relationships" type="rect" r:blip="" hideGeom="1">
              <dgm:adjLst/>
            </dgm:shape>
            <dgm:constrLst>
              <dgm:constr type="primFontSz" val="66"/>
              <dgm:constr type="tMarg" val="13"/>
              <dgm:constr type="lMarg" refType="w" fact="0.1"/>
              <dgm:constr type="rMarg" refType="w" fact="0.05"/>
              <dgm:constr type="bMarg" val="13"/>
            </dgm:constrLst>
            <dgm:ruleLst>
              <dgm:rule type="primFontSz" val="14" fact="NaN" max="NaN"/>
              <dgm:rule type="tMarg" val="13" fact="NaN" max="NaN"/>
            </dgm:ruleLst>
          </dgm:layoutNode>
        </dgm:forEach>
        <dgm:layoutNode name="nodeRect" styleLbl="parChTrans1D1" moveWith="bgRect">
          <dgm:varLst>
            <dgm:bulletEnabled val="1"/>
          </dgm:varLst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primFontSz" val="26"/>
            <dgm:constr type="tMarg"/>
            <dgm:constr type="lMarg" refType="w" fact="0.1"/>
            <dgm:constr type="rMarg" refType="w" fact="0.05"/>
            <dgm:constr type="bMarg" val="26"/>
          </dgm:constrLst>
          <dgm:ruleLst>
            <dgm:rule type="primFontSz" val="11" fact="NaN" max="NaN"/>
          </dgm:ruleLst>
        </dgm:layoutNode>
      </dgm:layoutNode>
      <dgm:forEach name="Name1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  <dgm:extLst>
    <a:ext uri="{4F341089-5ED1-44EC-B178-C955D00A3D55}">
      <dgm1611:autoBuNodeInfoLst xmlns:dgm1611="http://schemas.microsoft.com/office/drawing/2016/11/diagram">
        <dgm1611:autoBuNodeInfo lvl="1" ptType="sibTrans">
          <dgm1611:buPr prefix="" leadZeros="1">
            <a:buAutoNum type="arabicParenBoth"/>
          </dgm1611:buPr>
        </dgm1611:autoBuNodeInfo>
      </dgm1611:autoBuNodeInfoLst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3">
  <dgm:title val=""/>
  <dgm:desc val=""/>
  <dgm:catLst>
    <dgm:cat type="3D" pri="11300"/>
  </dgm:catLst>
  <dgm:scene3d>
    <a:camera prst="orthographicFront"/>
    <a:lightRig rig="threePt" dir="t"/>
  </dgm:scene3d>
  <dgm:styleLbl name="node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clear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182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>
        <a:rot lat="0" lon="0" rev="0"/>
      </a:camera>
      <a:lightRig rig="contrasting" dir="t">
        <a:rot lat="0" lon="0" rev="1200000"/>
      </a:lightRig>
    </dgm:scene3d>
    <dgm:sp3d z="10000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2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3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2D4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parChTrans1D1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>
        <a:rot lat="0" lon="0" rev="0"/>
      </a:camera>
      <a:lightRig rig="contrasting" dir="t">
        <a:rot lat="0" lon="0" rev="1200000"/>
      </a:lightRig>
    </dgm:scene3d>
    <dgm:sp3d z="-110000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2700" prstMaterial="flat">
      <a:bevelT w="177800" h="2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>
        <a:rot lat="0" lon="0" rev="0"/>
      </a:camera>
      <a:lightRig rig="contrasting" dir="t">
        <a:rot lat="0" lon="0" rev="1200000"/>
      </a:lightRig>
    </dgm:scene3d>
    <dgm:sp3d z="-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>
        <a:rot lat="0" lon="0" rev="0"/>
      </a:camera>
      <a:lightRig rig="contrasting" dir="t">
        <a:rot lat="0" lon="0" rev="1200000"/>
      </a:lightRig>
    </dgm:scene3d>
    <dgm:sp3d z="-300000" prstMaterial="plastic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>
        <a:rot lat="0" lon="0" rev="0"/>
      </a:camera>
      <a:lightRig rig="contrasting" dir="t">
        <a:rot lat="0" lon="0" rev="1200000"/>
      </a:lightRig>
    </dgm:scene3d>
    <dgm:sp3d contourW="12700" prstMaterial="flat">
      <a:bevelT w="100800" h="154000"/>
      <a:bevelB w="1524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>
        <a:rot lat="0" lon="0" rev="0"/>
      </a:camera>
      <a:lightRig rig="contrasting" dir="t">
        <a:rot lat="0" lon="0" rev="1200000"/>
      </a:lightRig>
    </dgm:scene3d>
    <dgm:sp3d z="-152400" prstMaterial="matte"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>
        <a:rot lat="0" lon="0" rev="0"/>
      </a:camera>
      <a:lightRig rig="contrasting" dir="t">
        <a:rot lat="0" lon="0" rev="1200000"/>
      </a:lightRig>
    </dgm:scene3d>
    <dgm:sp3d z="300000" contourW="19050" prstMaterial="metal">
      <a:bevelT w="88900" h="203200"/>
      <a:bevelB w="165100" h="254000"/>
    </dgm:sp3d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3.jpeg"/><Relationship Id="rId4" Type="http://schemas.openxmlformats.org/officeDocument/2006/relationships/image" Target="../media/image1.sv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svg"/><Relationship Id="rId3" Type="http://schemas.openxmlformats.org/officeDocument/2006/relationships/image" Target="../media/image1.sv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eg"/><Relationship Id="rId3" Type="http://schemas.openxmlformats.org/officeDocument/2006/relationships/image" Target="../media/image1.sv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jpeg"/><Relationship Id="rId3" Type="http://schemas.openxmlformats.org/officeDocument/2006/relationships/image" Target="../media/image1.sv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svg"/><Relationship Id="rId3" Type="http://schemas.openxmlformats.org/officeDocument/2006/relationships/image" Target="../media/image1.sv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jpeg"/><Relationship Id="rId3" Type="http://schemas.openxmlformats.org/officeDocument/2006/relationships/image" Target="../media/image1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7.sv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8.sv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svg"/><Relationship Id="rId3" Type="http://schemas.openxmlformats.org/officeDocument/2006/relationships/image" Target="../media/image3.jpe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Logo">
            <a:extLst>
              <a:ext uri="{FF2B5EF4-FFF2-40B4-BE49-F238E27FC236}">
                <a16:creationId xmlns:a16="http://schemas.microsoft.com/office/drawing/2014/main" id="{572B6447-BD74-E19F-F82F-B6AB6B813F32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2463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1">
    <p:bg>
      <p:bgPr>
        <a:blipFill>
          <a:blip r:embed="rId2"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Gradient background">
            <a:extLst>
              <a:ext uri="{FF2B5EF4-FFF2-40B4-BE49-F238E27FC236}">
                <a16:creationId xmlns:a16="http://schemas.microsoft.com/office/drawing/2014/main" id="{92928F57-07A1-1A1B-92F7-6684E21D98A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6057900"/>
            <a:ext cx="12192000" cy="800100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DE11E6EF-7DEE-709C-8F7C-C05A9D414CD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156DCA5C-54BE-B570-7771-24B6F32B8654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9CEC8C55-6D9F-A0BC-1D15-F83CA5ED26D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F5B90D9E-31F6-9A74-2145-A6288C92CE4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2AEE872-17BA-5687-6409-5D696FD2CCF8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l"/>
            <a:endParaRPr lang="en-US" noProof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00544A-606F-A954-EFCC-B2A52625FFC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31340220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9652521A-CD45-F485-9C10-82CE67ACE2F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8724D9F6-3E07-EAAB-9C0A-FB3B644A654D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9434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751C14DD-9794-E6F9-AF00-3571E64B893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4" y="726029"/>
            <a:ext cx="10080000" cy="3687997"/>
          </a:xfrm>
        </p:spPr>
        <p:txBody>
          <a:bodyPr anchor="t">
            <a:spAutoFit/>
          </a:bodyPr>
          <a:lstStyle>
            <a:lvl1pPr algn="l">
              <a:lnSpc>
                <a:spcPct val="83000"/>
              </a:lnSpc>
              <a:defRPr sz="96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presentation title (maximum three lines)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1DBE46BF-4100-2DC3-ABDE-7C925CA29CC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554387"/>
            <a:ext cx="547260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88B367B8-A7CD-7CB8-9517-8197F72C4C2B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168505" y="4554387"/>
            <a:ext cx="4464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date</a:t>
            </a:r>
          </a:p>
        </p:txBody>
      </p:sp>
      <p:sp>
        <p:nvSpPr>
          <p:cNvPr id="9" name="Text Placeholder 2">
            <a:extLst>
              <a:ext uri="{FF2B5EF4-FFF2-40B4-BE49-F238E27FC236}">
                <a16:creationId xmlns:a16="http://schemas.microsoft.com/office/drawing/2014/main" id="{E5AA0FEE-BD89-5565-F585-CC60A499B78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5022439"/>
            <a:ext cx="5472000" cy="184666"/>
          </a:xfrm>
        </p:spPr>
        <p:txBody>
          <a:bodyPr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</p:spTree>
    <p:extLst>
      <p:ext uri="{BB962C8B-B14F-4D97-AF65-F5344CB8AC3E}">
        <p14:creationId xmlns:p14="http://schemas.microsoft.com/office/powerpoint/2010/main" val="135384632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-1" y="2420888"/>
            <a:ext cx="4281056" cy="4437112"/>
          </a:xfrm>
          <a:prstGeom prst="rect">
            <a:avLst/>
          </a:pr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 l="-811" t="-811" r="-811" b="-811"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3595B2D-557F-82D7-1FBB-918B8778415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272997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>
            <a:off x="0" y="2420888"/>
            <a:ext cx="4281056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6" y="2420888"/>
            <a:ext cx="7766944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6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C4A620D-E72D-0599-539C-16ECD62CD3D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5052080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slide with imag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radient background">
            <a:extLst>
              <a:ext uri="{FF2B5EF4-FFF2-40B4-BE49-F238E27FC236}">
                <a16:creationId xmlns:a16="http://schemas.microsoft.com/office/drawing/2014/main" id="{7129C899-CA72-B0BF-E98C-9CCD2CE9E8B9}"/>
              </a:ext>
            </a:extLst>
          </p:cNvPr>
          <p:cNvSpPr/>
          <p:nvPr userDrawn="1"/>
        </p:nvSpPr>
        <p:spPr bwMode="hidden">
          <a:xfrm flipH="1">
            <a:off x="615" y="2420888"/>
            <a:ext cx="4280440" cy="4437112"/>
          </a:xfrm>
          <a:prstGeom prst="rect">
            <a:avLst/>
          </a:prstGeom>
          <a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noProof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416517-6E31-5EB2-9E14-48277588B58E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gray">
          <a:xfrm>
            <a:off x="551384" y="470856"/>
            <a:ext cx="3240000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2pPr>
            <a:lvl3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3pPr>
            <a:lvl4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4pPr>
            <a:lvl5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5pPr>
            <a:lvl6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6pPr>
            <a:lvl7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7pPr>
            <a:lvl8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8pPr>
            <a:lvl9pPr marL="0" indent="0" algn="l">
              <a:spcBef>
                <a:spcPts val="0"/>
              </a:spcBef>
              <a:buNone/>
              <a:defRPr sz="24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Edit Name Surname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08C8A5A2-EC78-EC54-A690-5119D6E64A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3935992" y="470856"/>
            <a:ext cx="2088000" cy="369332"/>
          </a:xfrm>
        </p:spPr>
        <p:txBody>
          <a:bodyPr>
            <a:noAutofit/>
          </a:bodyPr>
          <a:lstStyle>
            <a:lvl1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1pPr>
            <a:lvl2pPr marL="0" indent="0" algn="r">
              <a:spcBef>
                <a:spcPts val="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 algn="r">
              <a:spcBef>
                <a:spcPts val="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Edit date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E6ED980B-9D65-A198-AE5E-5981B5E2123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1" y="938908"/>
            <a:ext cx="5472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4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4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subtitle, speaker info, function name, field of research, etc.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30DD2D3B-1714-F49A-B6C1-3FDB1CE0D98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4425055" y="2420888"/>
            <a:ext cx="7766945" cy="4437112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7" name="Rectangle orange">
            <a:extLst>
              <a:ext uri="{FF2B5EF4-FFF2-40B4-BE49-F238E27FC236}">
                <a16:creationId xmlns:a16="http://schemas.microsoft.com/office/drawing/2014/main" id="{812F2B87-FA36-EC70-E097-2108BCF02D3B}"/>
              </a:ext>
            </a:extLst>
          </p:cNvPr>
          <p:cNvSpPr/>
          <p:nvPr userDrawn="1"/>
        </p:nvSpPr>
        <p:spPr bwMode="gray">
          <a:xfrm>
            <a:off x="4281055" y="1844824"/>
            <a:ext cx="144000" cy="57606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pic>
        <p:nvPicPr>
          <p:cNvPr id="19" name="Logo">
            <a:extLst>
              <a:ext uri="{FF2B5EF4-FFF2-40B4-BE49-F238E27FC236}">
                <a16:creationId xmlns:a16="http://schemas.microsoft.com/office/drawing/2014/main" id="{E1618CDF-9C19-3C90-0476-C964BD896D8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FEDBD3AB-8D5C-9430-21B5-DB44408225B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gray">
          <a:xfrm>
            <a:off x="551385" y="3429000"/>
            <a:ext cx="3384607" cy="1532727"/>
          </a:xfrm>
        </p:spPr>
        <p:txBody>
          <a:bodyPr wrap="square" anchor="t">
            <a:spAutoFit/>
          </a:bodyPr>
          <a:lstStyle>
            <a:lvl1pPr algn="l">
              <a:lnSpc>
                <a:spcPct val="83000"/>
              </a:lnSpc>
              <a:defRPr sz="4000" spc="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Presentation title (max. three lines)</a:t>
            </a:r>
          </a:p>
        </p:txBody>
      </p:sp>
    </p:spTree>
    <p:extLst>
      <p:ext uri="{BB962C8B-B14F-4D97-AF65-F5344CB8AC3E}">
        <p14:creationId xmlns:p14="http://schemas.microsoft.com/office/powerpoint/2010/main" val="370862196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465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465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27" name="Logo">
            <a:extLst>
              <a:ext uri="{FF2B5EF4-FFF2-40B4-BE49-F238E27FC236}">
                <a16:creationId xmlns:a16="http://schemas.microsoft.com/office/drawing/2014/main" id="{6CB62FDA-7C32-F694-6DE6-E1D01DA97A1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732996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able of content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Edit table of contents</a:t>
            </a:r>
          </a:p>
        </p:txBody>
      </p:sp>
      <p:sp>
        <p:nvSpPr>
          <p:cNvPr id="15" name="Picture Placeholder 1">
            <a:extLst>
              <a:ext uri="{FF2B5EF4-FFF2-40B4-BE49-F238E27FC236}">
                <a16:creationId xmlns:a16="http://schemas.microsoft.com/office/drawing/2014/main" id="{35F424A1-9BB3-B324-997B-7DA2CBB4B02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3" name="Text Placeholder 1">
            <a:extLst>
              <a:ext uri="{FF2B5EF4-FFF2-40B4-BE49-F238E27FC236}">
                <a16:creationId xmlns:a16="http://schemas.microsoft.com/office/drawing/2014/main" id="{FF5F6786-619A-37D6-0082-EDF43161744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4" name="Text Placeholder 2">
            <a:extLst>
              <a:ext uri="{FF2B5EF4-FFF2-40B4-BE49-F238E27FC236}">
                <a16:creationId xmlns:a16="http://schemas.microsoft.com/office/drawing/2014/main" id="{C8CA8EA4-F7B2-6078-77B7-8F2AB8EFAB0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803412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0" name="Picture Placeholder 2">
            <a:extLst>
              <a:ext uri="{FF2B5EF4-FFF2-40B4-BE49-F238E27FC236}">
                <a16:creationId xmlns:a16="http://schemas.microsoft.com/office/drawing/2014/main" id="{77D9958F-D7E9-E341-64EF-0414563D58C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3359696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55806D21-D8B0-D169-3BEA-BE646E92C05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9" name="Text Placeholder 4">
            <a:extLst>
              <a:ext uri="{FF2B5EF4-FFF2-40B4-BE49-F238E27FC236}">
                <a16:creationId xmlns:a16="http://schemas.microsoft.com/office/drawing/2014/main" id="{F1E53736-3FEA-0BB6-0AEC-B1FB5B19F9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3611724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3" name="Picture Placeholder 3">
            <a:extLst>
              <a:ext uri="{FF2B5EF4-FFF2-40B4-BE49-F238E27FC236}">
                <a16:creationId xmlns:a16="http://schemas.microsoft.com/office/drawing/2014/main" id="{BF6F1D10-A4CD-E6DC-2DE0-E4703326DA5B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6168008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1" name="Text Placeholder 5">
            <a:extLst>
              <a:ext uri="{FF2B5EF4-FFF2-40B4-BE49-F238E27FC236}">
                <a16:creationId xmlns:a16="http://schemas.microsoft.com/office/drawing/2014/main" id="{98EB2553-2FBB-C46C-B935-78FBAF6AAD0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6168008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24CDD227-79BA-3E0A-A169-54BDF73EDD1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6420036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6" name="Picture Placeholder 4">
            <a:extLst>
              <a:ext uri="{FF2B5EF4-FFF2-40B4-BE49-F238E27FC236}">
                <a16:creationId xmlns:a16="http://schemas.microsoft.com/office/drawing/2014/main" id="{8EFC52AE-56A9-D690-BC97-D54E2DB805C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 bwMode="gray">
          <a:xfrm>
            <a:off x="8976320" y="1844824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4" name="Text Placeholder 7">
            <a:extLst>
              <a:ext uri="{FF2B5EF4-FFF2-40B4-BE49-F238E27FC236}">
                <a16:creationId xmlns:a16="http://schemas.microsoft.com/office/drawing/2014/main" id="{2245BFC4-DD57-EE1C-86D1-53BBE74E9EF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gray">
          <a:xfrm>
            <a:off x="8976320" y="3213136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5" name="Text Placeholder 8">
            <a:extLst>
              <a:ext uri="{FF2B5EF4-FFF2-40B4-BE49-F238E27FC236}">
                <a16:creationId xmlns:a16="http://schemas.microsoft.com/office/drawing/2014/main" id="{FA44FE0D-01E5-CFDE-EB9B-8D1C77A8FED6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gray">
          <a:xfrm>
            <a:off x="9228348" y="3213136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0" name="Picture Placeholder 5">
            <a:extLst>
              <a:ext uri="{FF2B5EF4-FFF2-40B4-BE49-F238E27FC236}">
                <a16:creationId xmlns:a16="http://schemas.microsoft.com/office/drawing/2014/main" id="{87E83465-E936-9562-7382-58B2C6BC3AC5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 bwMode="gray">
          <a:xfrm>
            <a:off x="551384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EE294DF-F384-A74E-EE39-69C112F65FC7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gray">
          <a:xfrm>
            <a:off x="551384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9" name="Text Placeholder 10">
            <a:extLst>
              <a:ext uri="{FF2B5EF4-FFF2-40B4-BE49-F238E27FC236}">
                <a16:creationId xmlns:a16="http://schemas.microsoft.com/office/drawing/2014/main" id="{E3654B84-E40B-FCB1-3724-1DABC8B1737D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gray">
          <a:xfrm>
            <a:off x="80338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17" name="Picture Placeholder 6">
            <a:extLst>
              <a:ext uri="{FF2B5EF4-FFF2-40B4-BE49-F238E27FC236}">
                <a16:creationId xmlns:a16="http://schemas.microsoft.com/office/drawing/2014/main" id="{26F7F342-6CB9-4537-438D-BA9E5446D5C5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 bwMode="gray">
          <a:xfrm>
            <a:off x="3359696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78586DED-D6C9-416B-DE95-E998EB52076F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gray">
          <a:xfrm>
            <a:off x="3359696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16" name="Text Placeholder 12">
            <a:extLst>
              <a:ext uri="{FF2B5EF4-FFF2-40B4-BE49-F238E27FC236}">
                <a16:creationId xmlns:a16="http://schemas.microsoft.com/office/drawing/2014/main" id="{CB2BFA5B-027E-0A7B-FD2A-AAC3CBC9749C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 bwMode="gray">
          <a:xfrm>
            <a:off x="3611724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29" name="Picture Placeholder 7">
            <a:extLst>
              <a:ext uri="{FF2B5EF4-FFF2-40B4-BE49-F238E27FC236}">
                <a16:creationId xmlns:a16="http://schemas.microsoft.com/office/drawing/2014/main" id="{0F726FBF-CB4A-AF8D-5B1E-DCD4213344B7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 bwMode="gray">
          <a:xfrm>
            <a:off x="6168008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7" name="Text Placeholder 13">
            <a:extLst>
              <a:ext uri="{FF2B5EF4-FFF2-40B4-BE49-F238E27FC236}">
                <a16:creationId xmlns:a16="http://schemas.microsoft.com/office/drawing/2014/main" id="{D0D834FA-1583-AE1B-9B41-FD20F66F228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gray">
          <a:xfrm>
            <a:off x="6168008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28" name="Text Placeholder 14">
            <a:extLst>
              <a:ext uri="{FF2B5EF4-FFF2-40B4-BE49-F238E27FC236}">
                <a16:creationId xmlns:a16="http://schemas.microsoft.com/office/drawing/2014/main" id="{D640CFF1-EE63-44B9-98DB-23D254A8FD24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gray">
          <a:xfrm>
            <a:off x="6420036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sp>
        <p:nvSpPr>
          <p:cNvPr id="32" name="Picture Placeholder 8">
            <a:extLst>
              <a:ext uri="{FF2B5EF4-FFF2-40B4-BE49-F238E27FC236}">
                <a16:creationId xmlns:a16="http://schemas.microsoft.com/office/drawing/2014/main" id="{EAC21E38-8163-B540-E913-991D485220F7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 bwMode="gray">
          <a:xfrm>
            <a:off x="8976320" y="3933056"/>
            <a:ext cx="2664000" cy="122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30" name="Text Placeholder 15">
            <a:extLst>
              <a:ext uri="{FF2B5EF4-FFF2-40B4-BE49-F238E27FC236}">
                <a16:creationId xmlns:a16="http://schemas.microsoft.com/office/drawing/2014/main" id="{1F29D8D5-6E5E-8B9E-0128-955D7E46C229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gray">
          <a:xfrm>
            <a:off x="8976320" y="5301368"/>
            <a:ext cx="216000" cy="184666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0X</a:t>
            </a:r>
          </a:p>
        </p:txBody>
      </p:sp>
      <p:sp>
        <p:nvSpPr>
          <p:cNvPr id="31" name="Text Placeholder 16">
            <a:extLst>
              <a:ext uri="{FF2B5EF4-FFF2-40B4-BE49-F238E27FC236}">
                <a16:creationId xmlns:a16="http://schemas.microsoft.com/office/drawing/2014/main" id="{841AE9E9-C6DA-13DA-947A-F29639F25832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gray">
          <a:xfrm>
            <a:off x="9228348" y="5301368"/>
            <a:ext cx="2412000" cy="396000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chapter headline (maximum two lines)</a:t>
            </a:r>
          </a:p>
        </p:txBody>
      </p:sp>
      <p:pic>
        <p:nvPicPr>
          <p:cNvPr id="33" name="Logo">
            <a:extLst>
              <a:ext uri="{FF2B5EF4-FFF2-40B4-BE49-F238E27FC236}">
                <a16:creationId xmlns:a16="http://schemas.microsoft.com/office/drawing/2014/main" id="{7D38B19B-8E1F-2476-5E13-10CCDB1136E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33039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26664"/>
            <a:ext cx="11088000" cy="914096"/>
          </a:xfrm>
        </p:spPr>
        <p:txBody>
          <a:bodyPr/>
          <a:lstStyle>
            <a:lvl1pPr>
              <a:defRPr sz="66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Agenda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0A9B968-2C0B-3E87-C3F8-5A609C6918B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9111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95B531DC-EDFA-F406-F1A3-7CCD05D79506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940016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 Section Divi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10440000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Click to edit section name (maximum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320988"/>
            <a:ext cx="10440000" cy="369332"/>
          </a:xfrm>
          <a:prstGeom prst="rect">
            <a:avLst/>
          </a:prstGeom>
        </p:spPr>
        <p:txBody>
          <a:bodyPr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7" name="Graphic 6">
            <a:extLst>
              <a:ext uri="{FF2B5EF4-FFF2-40B4-BE49-F238E27FC236}">
                <a16:creationId xmlns:a16="http://schemas.microsoft.com/office/drawing/2014/main" id="{C319D055-168E-C9A6-4B8C-59B80F8FA40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505414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924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Section Divider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5CC55B-C320-BCEE-F065-D9048F6029B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12676"/>
            <a:ext cx="4926549" cy="2528962"/>
          </a:xfrm>
        </p:spPr>
        <p:txBody>
          <a:bodyPr anchor="t"/>
          <a:lstStyle>
            <a:lvl1pPr>
              <a:lnSpc>
                <a:spcPct val="83000"/>
              </a:lnSpc>
              <a:defRPr sz="6600"/>
            </a:lvl1pPr>
          </a:lstStyle>
          <a:p>
            <a:r>
              <a:rPr lang="en-US" noProof="0"/>
              <a:t>X. Section name (max. three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8656E0B2-AAD7-833E-F127-94C389D991A9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gray">
          <a:xfrm>
            <a:off x="551384" y="3593291"/>
            <a:ext cx="5072628" cy="369332"/>
          </a:xfrm>
          <a:prstGeom prst="rect">
            <a:avLst/>
          </a:prstGeom>
        </p:spPr>
        <p:txBody>
          <a:bodyPr wrap="square">
            <a:spAutoFit/>
          </a:bodyPr>
          <a:lstStyle>
            <a:lvl1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1pPr>
            <a:lvl2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2pPr>
            <a:lvl3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3pPr>
            <a:lvl4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4pPr>
            <a:lvl5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5pPr>
            <a:lvl6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6pPr>
            <a:lvl7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7pPr>
            <a:lvl8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8pPr>
            <a:lvl9pPr marL="216000" indent="-216000">
              <a:spcBef>
                <a:spcPts val="800"/>
              </a:spcBef>
              <a:buFont typeface="Arial" panose="020B0604020202020204" pitchFamily="34" charset="0"/>
              <a:buChar char="•"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optional subpoint(s)</a:t>
            </a:r>
          </a:p>
        </p:txBody>
      </p:sp>
      <p:sp>
        <p:nvSpPr>
          <p:cNvPr id="4" name="Picture Placeholder 1">
            <a:extLst>
              <a:ext uri="{FF2B5EF4-FFF2-40B4-BE49-F238E27FC236}">
                <a16:creationId xmlns:a16="http://schemas.microsoft.com/office/drawing/2014/main" id="{4CA65FF8-CA33-78E1-DB61-531BB02E1EBD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F5F7C4CC-8B8D-1C83-BF94-876E28A3522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7151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795">
          <p15:clr>
            <a:srgbClr val="FBAE40"/>
          </p15:clr>
        </p15:guide>
        <p15:guide id="3" pos="3885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369314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11088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657389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 (One colum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3179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3179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10" name="Logo">
            <a:extLst>
              <a:ext uri="{FF2B5EF4-FFF2-40B4-BE49-F238E27FC236}">
                <a16:creationId xmlns:a16="http://schemas.microsoft.com/office/drawing/2014/main" id="{B4620EFA-9440-BC50-A006-00442344819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5629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wo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168008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7" name="Logo">
            <a:extLst>
              <a:ext uri="{FF2B5EF4-FFF2-40B4-BE49-F238E27FC236}">
                <a16:creationId xmlns:a16="http://schemas.microsoft.com/office/drawing/2014/main" id="{3044E95F-CA3F-13A8-2786-33924D4D7A0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727282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ext (three columns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11088000" cy="415498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3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9B420C-8A57-5FE0-A3B3-87E196E65D2A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41804F57-3A4A-9DF7-253D-B1D02A1E5C58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8" name="Logo">
            <a:extLst>
              <a:ext uri="{FF2B5EF4-FFF2-40B4-BE49-F238E27FC236}">
                <a16:creationId xmlns:a16="http://schemas.microsoft.com/office/drawing/2014/main" id="{E285D2F7-CECB-F944-A2C5-B4FE6727F64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215389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527">
          <p15:clr>
            <a:srgbClr val="9FCC3B"/>
          </p15:clr>
        </p15:guide>
        <p15:guide id="12" pos="1436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133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image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DF71F51-0B3A-FA94-83C0-0892861AA27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58088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0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5" name="Logo">
            <a:extLst>
              <a:ext uri="{FF2B5EF4-FFF2-40B4-BE49-F238E27FC236}">
                <a16:creationId xmlns:a16="http://schemas.microsoft.com/office/drawing/2014/main" id="{BF778B60-B2B6-2C1B-6489-97359DB62507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9912350" y="6301888"/>
            <a:ext cx="1691980" cy="252837"/>
          </a:xfrm>
          <a:prstGeom prst="rect">
            <a:avLst/>
          </a:prstGeom>
        </p:spPr>
      </p:pic>
      <p:sp>
        <p:nvSpPr>
          <p:cNvPr id="7" name="Title 1">
            <a:extLst>
              <a:ext uri="{FF2B5EF4-FFF2-40B4-BE49-F238E27FC236}">
                <a16:creationId xmlns:a16="http://schemas.microsoft.com/office/drawing/2014/main" id="{E2DDFF32-ABCB-33C4-9D6C-A673B4B538D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6569120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E09FD615-2E6A-9A47-5949-05F77046EE40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569120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1674606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two images (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072018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072018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6168008" y="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3501000"/>
            <a:ext cx="6023992" cy="3357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82BC9066-B5D9-AF6D-6531-C5B70B0F4BE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781040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wo images,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1572822B-059A-B7AD-0BBE-CC9F10D80A89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6168008" y="0"/>
            <a:ext cx="6023992" cy="31788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371703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6168008" y="3717032"/>
            <a:ext cx="5472000" cy="2340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F1CE46F8-E5F0-79EC-BCFD-07B38471E42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7" name="Slide Number Placeholder">
            <a:extLst>
              <a:ext uri="{FF2B5EF4-FFF2-40B4-BE49-F238E27FC236}">
                <a16:creationId xmlns:a16="http://schemas.microsoft.com/office/drawing/2014/main" id="{D132686C-3404-59C2-A915-D1BF3E01084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C98B57A-3555-40BA-AB17-E55AA71BD4C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26283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153">
          <p15:clr>
            <a:srgbClr val="9FCC3B"/>
          </p15:clr>
        </p15:guide>
        <p15:guide id="14" pos="6244">
          <p15:clr>
            <a:srgbClr val="9FCC3B"/>
          </p15:clr>
        </p15:guide>
        <p15:guide id="15" orient="horz" pos="2341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 and three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261E2592-C1EF-3D9B-8998-9CBE468D2E2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1" name="Picture Placeholder 1">
            <a:extLst>
              <a:ext uri="{FF2B5EF4-FFF2-40B4-BE49-F238E27FC236}">
                <a16:creationId xmlns:a16="http://schemas.microsoft.com/office/drawing/2014/main" id="{214862B1-1BEA-07E1-834B-64536F34BB6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 bwMode="gray">
          <a:xfrm>
            <a:off x="551384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2">
            <a:extLst>
              <a:ext uri="{FF2B5EF4-FFF2-40B4-BE49-F238E27FC236}">
                <a16:creationId xmlns:a16="http://schemas.microsoft.com/office/drawing/2014/main" id="{8FDE0631-BFE0-D7CB-B38E-9800DAD94A7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gray">
          <a:xfrm>
            <a:off x="551384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9" name="Text Placeholder 3">
            <a:extLst>
              <a:ext uri="{FF2B5EF4-FFF2-40B4-BE49-F238E27FC236}">
                <a16:creationId xmlns:a16="http://schemas.microsoft.com/office/drawing/2014/main" id="{0625D5CD-EB13-7B23-8CE8-72C1140C3D1F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295800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79D56707-D9C5-867A-9B10-EEE16F55F40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 bwMode="gray">
          <a:xfrm>
            <a:off x="4295800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618DCF02-18F0-F413-650A-1BBBB77FE2F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gray">
          <a:xfrm>
            <a:off x="4295800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10" name="Text Placeholder 5">
            <a:extLst>
              <a:ext uri="{FF2B5EF4-FFF2-40B4-BE49-F238E27FC236}">
                <a16:creationId xmlns:a16="http://schemas.microsoft.com/office/drawing/2014/main" id="{70B06B7A-FFCC-5BC2-0870-633DD5EE800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040216" y="1844824"/>
            <a:ext cx="3600000" cy="276999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caption</a:t>
            </a:r>
          </a:p>
        </p:txBody>
      </p:sp>
      <p:sp>
        <p:nvSpPr>
          <p:cNvPr id="15" name="Picture Placeholder 3">
            <a:extLst>
              <a:ext uri="{FF2B5EF4-FFF2-40B4-BE49-F238E27FC236}">
                <a16:creationId xmlns:a16="http://schemas.microsoft.com/office/drawing/2014/main" id="{08F0C17C-68B4-7D82-079D-FE5525B2C862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 bwMode="gray">
          <a:xfrm>
            <a:off x="8040216" y="2240868"/>
            <a:ext cx="3600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4C875757-40AA-FFE0-19F9-4B08BD4DB8E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gray">
          <a:xfrm>
            <a:off x="8040216" y="5049180"/>
            <a:ext cx="3600000" cy="1008000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82327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26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Full image  (name and positio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D3568213-EF68-936E-27E2-B491177E3D8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5" name="Text Placeholder 5">
            <a:extLst>
              <a:ext uri="{FF2B5EF4-FFF2-40B4-BE49-F238E27FC236}">
                <a16:creationId xmlns:a16="http://schemas.microsoft.com/office/drawing/2014/main" id="{8CE8921B-3DA6-94DA-A776-DD044CCFAE4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551384" y="5264626"/>
            <a:ext cx="2398193" cy="792666"/>
          </a:xfrm>
          <a:solidFill>
            <a:schemeClr val="bg1"/>
          </a:solidFill>
        </p:spPr>
        <p:txBody>
          <a:bodyPr wrap="none" lIns="108000" tIns="133200" rIns="108000" bIns="169200"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b="1">
                <a:solidFill>
                  <a:schemeClr val="tx1"/>
                </a:solidFill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</a:defRPr>
            </a:lvl9pPr>
          </a:lstStyle>
          <a:p>
            <a:pPr lvl="0"/>
            <a:r>
              <a:rPr lang="en-US" noProof="0"/>
              <a:t>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199374657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Media (fullscreen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1">
            <a:extLst>
              <a:ext uri="{FF2B5EF4-FFF2-40B4-BE49-F238E27FC236}">
                <a16:creationId xmlns:a16="http://schemas.microsoft.com/office/drawing/2014/main" id="{CBB6E684-2097-3EE4-C891-8AFA7D49DEA4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 bwMode="gray">
          <a:xfrm>
            <a:off x="-600" y="0"/>
            <a:ext cx="121932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メディアを追加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4120267020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 Key message 1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dient background">
            <a:extLst>
              <a:ext uri="{FF2B5EF4-FFF2-40B4-BE49-F238E27FC236}">
                <a16:creationId xmlns:a16="http://schemas.microsoft.com/office/drawing/2014/main" id="{8D74D201-83D3-6FD9-8655-C4045985B17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8559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051796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Key message 2 (gradien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1">
            <a:extLst>
              <a:ext uri="{FF2B5EF4-FFF2-40B4-BE49-F238E27FC236}">
                <a16:creationId xmlns:a16="http://schemas.microsoft.com/office/drawing/2014/main" id="{9266D735-8620-C437-0FB3-0FE9AE77E09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 bwMode="gray">
          <a:xfrm>
            <a:off x="0" y="0"/>
            <a:ext cx="12192000" cy="6858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63646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1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1A803874-3F49-6B30-F1BA-029CAB9E94C7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21362"/>
            <a:ext cx="10440000" cy="4904676"/>
          </a:xfrm>
        </p:spPr>
        <p:txBody>
          <a:bodyPr>
            <a:spAutoFit/>
          </a:bodyPr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4245404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Key message 2 (grey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4C1CC37E-F977-0808-8FE2-EBFB981F74D1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505247"/>
            <a:ext cx="10440000" cy="1692515"/>
          </a:xfrm>
        </p:spPr>
        <p:txBody>
          <a:bodyPr/>
          <a:lstStyle>
            <a:lvl1pPr>
              <a:lnSpc>
                <a:spcPct val="83000"/>
              </a:lnSpc>
              <a:defRPr sz="6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key message (can be several lines long)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5C384BCF-9353-711D-04BF-7AF1446ED0E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0235455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Background (Background Grey)">
            <a:extLst>
              <a:ext uri="{FF2B5EF4-FFF2-40B4-BE49-F238E27FC236}">
                <a16:creationId xmlns:a16="http://schemas.microsoft.com/office/drawing/2014/main" id="{F56792E5-C6B9-EC9B-17EE-7D7E78258F0A}"/>
              </a:ext>
            </a:extLst>
          </p:cNvPr>
          <p:cNvSpPr/>
          <p:nvPr userDrawn="1"/>
        </p:nvSpPr>
        <p:spPr bwMode="gray">
          <a:xfrm>
            <a:off x="6168008" y="512676"/>
            <a:ext cx="5472000" cy="5544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476672"/>
            <a:ext cx="5472000" cy="830997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6" name="Text Placeholder 1">
            <a:extLst>
              <a:ext uri="{FF2B5EF4-FFF2-40B4-BE49-F238E27FC236}">
                <a16:creationId xmlns:a16="http://schemas.microsoft.com/office/drawing/2014/main" id="{12A6871A-3127-1574-ACDE-16A7A0E5506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84" y="1844824"/>
            <a:ext cx="5472000" cy="4212000"/>
          </a:xfrm>
        </p:spPr>
        <p:txBody>
          <a:bodyPr/>
          <a:lstStyle>
            <a:lvl4pPr>
              <a:defRPr/>
            </a:lvl4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5" name="Text Placeholder 2">
            <a:extLst>
              <a:ext uri="{FF2B5EF4-FFF2-40B4-BE49-F238E27FC236}">
                <a16:creationId xmlns:a16="http://schemas.microsoft.com/office/drawing/2014/main" id="{9E0B544B-42EB-16A3-0EBF-8006B62CA02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gray">
          <a:xfrm>
            <a:off x="6528008" y="836712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2pPr>
            <a:lvl3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3pPr>
            <a:lvl4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4pPr>
            <a:lvl5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5pPr>
            <a:lvl6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6pPr>
            <a:lvl7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7pPr>
            <a:lvl8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8pPr>
            <a:lvl9pPr marL="0" indent="0">
              <a:spcBef>
                <a:spcPts val="0"/>
              </a:spcBef>
              <a:buNone/>
              <a:defRPr sz="1200" b="1">
                <a:solidFill>
                  <a:schemeClr val="tx1"/>
                </a:solidFill>
                <a:latin typeface="+mj-lt"/>
              </a:defRPr>
            </a:lvl9pPr>
          </a:lstStyle>
          <a:p>
            <a:pPr lvl="0"/>
            <a:r>
              <a:rPr lang="en-US" noProof="0"/>
              <a:t>Click to edit chart title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5A94ADB8-8BB9-7BA9-B6D8-7500FFA904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6528008" y="1052736"/>
            <a:ext cx="4752000" cy="184666"/>
          </a:xfrm>
        </p:spPr>
        <p:txBody>
          <a:bodyPr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unit of value</a:t>
            </a:r>
          </a:p>
        </p:txBody>
      </p:sp>
      <p:sp>
        <p:nvSpPr>
          <p:cNvPr id="12" name="Chart Placeholder 1">
            <a:extLst>
              <a:ext uri="{FF2B5EF4-FFF2-40B4-BE49-F238E27FC236}">
                <a16:creationId xmlns:a16="http://schemas.microsoft.com/office/drawing/2014/main" id="{6F45CE3C-CE03-F84F-458B-8EB30D44E2C2}"/>
              </a:ext>
            </a:extLst>
          </p:cNvPr>
          <p:cNvSpPr>
            <a:spLocks noGrp="1"/>
          </p:cNvSpPr>
          <p:nvPr>
            <p:ph type="chart" sz="quarter" idx="16"/>
          </p:nvPr>
        </p:nvSpPr>
        <p:spPr bwMode="gray">
          <a:xfrm>
            <a:off x="6527521" y="1340768"/>
            <a:ext cx="4752975" cy="4140000"/>
          </a:xfrm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グラフを追加</a:t>
            </a:r>
            <a:endParaRPr lang="en-US" noProof="0"/>
          </a:p>
        </p:txBody>
      </p:sp>
      <p:sp>
        <p:nvSpPr>
          <p:cNvPr id="9" name="Text Placeholder 4">
            <a:extLst>
              <a:ext uri="{FF2B5EF4-FFF2-40B4-BE49-F238E27FC236}">
                <a16:creationId xmlns:a16="http://schemas.microsoft.com/office/drawing/2014/main" id="{F1429D25-4756-CAC6-F902-90E7E3E788F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6528008" y="5589530"/>
            <a:ext cx="4752000" cy="107722"/>
          </a:xfrm>
        </p:spPr>
        <p:txBody>
          <a:bodyPr anchor="b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1pPr>
            <a:lvl2pPr marL="0" indent="0">
              <a:spcBef>
                <a:spcPts val="0"/>
              </a:spcBef>
              <a:buFont typeface="Arial" panose="020B0604020202020204" pitchFamily="34" charset="0"/>
              <a:buNone/>
              <a:defRPr sz="7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0"/>
              </a:spcBef>
              <a:buNone/>
              <a:defRPr sz="7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footnote/source</a:t>
            </a:r>
          </a:p>
        </p:txBody>
      </p:sp>
      <p:sp>
        <p:nvSpPr>
          <p:cNvPr id="8" name="Footer Placeholder">
            <a:extLst>
              <a:ext uri="{FF2B5EF4-FFF2-40B4-BE49-F238E27FC236}">
                <a16:creationId xmlns:a16="http://schemas.microsoft.com/office/drawing/2014/main" id="{78DAF8DC-04B4-6F33-FDF5-0EC9726FA829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 bwMode="gray"/>
        <p:txBody>
          <a:bodyPr/>
          <a:lstStyle/>
          <a:p>
            <a:pPr algn="l"/>
            <a:endParaRPr lang="en-US" noProof="0"/>
          </a:p>
        </p:txBody>
      </p:sp>
      <p:sp>
        <p:nvSpPr>
          <p:cNvPr id="10" name="Slide Number Placeholder">
            <a:extLst>
              <a:ext uri="{FF2B5EF4-FFF2-40B4-BE49-F238E27FC236}">
                <a16:creationId xmlns:a16="http://schemas.microsoft.com/office/drawing/2014/main" id="{8CC90698-5AC9-14B7-D67A-08FAA7A9C015}"/>
              </a:ext>
            </a:extLst>
          </p:cNvPr>
          <p:cNvSpPr>
            <a:spLocks noGrp="1"/>
          </p:cNvSpPr>
          <p:nvPr>
            <p:ph type="sldNum" sz="quarter" idx="18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  <p:pic>
        <p:nvPicPr>
          <p:cNvPr id="4" name="Logo">
            <a:extLst>
              <a:ext uri="{FF2B5EF4-FFF2-40B4-BE49-F238E27FC236}">
                <a16:creationId xmlns:a16="http://schemas.microsoft.com/office/drawing/2014/main" id="{0268BFFB-23FF-B2EF-20B1-9397D5C51E03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5495032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 Team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/>
        <p:txBody>
          <a:bodyPr/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8" name="Picture Placeholder 1">
            <a:extLst>
              <a:ext uri="{FF2B5EF4-FFF2-40B4-BE49-F238E27FC236}">
                <a16:creationId xmlns:a16="http://schemas.microsoft.com/office/drawing/2014/main" id="{9DD3A440-1CA9-B6A2-DB83-4AED31D07687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 bwMode="gray">
          <a:xfrm>
            <a:off x="551384" y="1844824"/>
            <a:ext cx="2687116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9" name="Text Placeholder 1">
            <a:extLst>
              <a:ext uri="{FF2B5EF4-FFF2-40B4-BE49-F238E27FC236}">
                <a16:creationId xmlns:a16="http://schemas.microsoft.com/office/drawing/2014/main" id="{021D8988-0F40-25F1-D7E7-AD2B2BD5BED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550863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3BF10AE8-C121-8442-377B-88627C9560A0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 bwMode="gray">
          <a:xfrm>
            <a:off x="3359696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0" name="Text Placeholder 2">
            <a:extLst>
              <a:ext uri="{FF2B5EF4-FFF2-40B4-BE49-F238E27FC236}">
                <a16:creationId xmlns:a16="http://schemas.microsoft.com/office/drawing/2014/main" id="{05885C9B-BDFD-3544-8568-29E1331A42CD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3359696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3" name="Picture Placeholder 3">
            <a:extLst>
              <a:ext uri="{FF2B5EF4-FFF2-40B4-BE49-F238E27FC236}">
                <a16:creationId xmlns:a16="http://schemas.microsoft.com/office/drawing/2014/main" id="{8415ECF1-9C67-32ED-D4D3-DDFE8EE0FA8B}"/>
              </a:ext>
            </a:extLst>
          </p:cNvPr>
          <p:cNvSpPr>
            <a:spLocks noGrp="1"/>
          </p:cNvSpPr>
          <p:nvPr>
            <p:ph type="pic" sz="quarter" idx="19"/>
          </p:nvPr>
        </p:nvSpPr>
        <p:spPr bwMode="gray">
          <a:xfrm>
            <a:off x="6168008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39C6BBFC-28AE-9E58-2344-AD9D8C100E16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gray">
          <a:xfrm>
            <a:off x="6168008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15" name="Picture Placeholder 4">
            <a:extLst>
              <a:ext uri="{FF2B5EF4-FFF2-40B4-BE49-F238E27FC236}">
                <a16:creationId xmlns:a16="http://schemas.microsoft.com/office/drawing/2014/main" id="{FE697D5E-1E96-8C69-B935-640772D99716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 bwMode="gray">
          <a:xfrm>
            <a:off x="8976320" y="1844824"/>
            <a:ext cx="2664000" cy="2664000"/>
          </a:xfrm>
          <a:solidFill>
            <a:schemeClr val="bg2"/>
          </a:solidFill>
        </p:spPr>
        <p:txBody>
          <a:bodyPr bIns="720000" anchor="ctr"/>
          <a:lstStyle>
            <a:lvl1pPr algn="ctr">
              <a:spcBef>
                <a:spcPts val="0"/>
              </a:spcBef>
              <a:defRPr sz="1200" b="0">
                <a:solidFill>
                  <a:schemeClr val="tx1"/>
                </a:solidFill>
              </a:defRPr>
            </a:lvl1pPr>
          </a:lstStyle>
          <a:p>
            <a:r>
              <a:rPr lang="ja-JP" altLang="en-US" noProof="0"/>
              <a:t>アイコンをクリックして図を追加</a:t>
            </a:r>
            <a:endParaRPr lang="en-US" noProof="0"/>
          </a:p>
        </p:txBody>
      </p:sp>
      <p:sp>
        <p:nvSpPr>
          <p:cNvPr id="14" name="Text Placeholder 4">
            <a:extLst>
              <a:ext uri="{FF2B5EF4-FFF2-40B4-BE49-F238E27FC236}">
                <a16:creationId xmlns:a16="http://schemas.microsoft.com/office/drawing/2014/main" id="{FE99907E-A59A-265E-C3BE-FF36FAD57DB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gray">
          <a:xfrm>
            <a:off x="8976320" y="4653136"/>
            <a:ext cx="2664000" cy="1404764"/>
          </a:xfrm>
        </p:spPr>
        <p:txBody>
          <a:bodyPr wrap="square">
            <a:no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12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12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12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Name Surname</a:t>
            </a:r>
          </a:p>
          <a:p>
            <a:pPr lvl="1"/>
            <a:r>
              <a:rPr lang="en-US" noProof="0"/>
              <a:t>Second level</a:t>
            </a:r>
          </a:p>
        </p:txBody>
      </p:sp>
      <p:sp>
        <p:nvSpPr>
          <p:cNvPr id="4" name="Footer Placeholder">
            <a:extLst>
              <a:ext uri="{FF2B5EF4-FFF2-40B4-BE49-F238E27FC236}">
                <a16:creationId xmlns:a16="http://schemas.microsoft.com/office/drawing/2014/main" id="{73BCB6BD-118A-9D0A-8BE7-284C24A9E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en-US" noProof="0"/>
          </a:p>
        </p:txBody>
      </p:sp>
      <p:sp>
        <p:nvSpPr>
          <p:cNvPr id="5" name="Slide Number Placeholder">
            <a:extLst>
              <a:ext uri="{FF2B5EF4-FFF2-40B4-BE49-F238E27FC236}">
                <a16:creationId xmlns:a16="http://schemas.microsoft.com/office/drawing/2014/main" id="{63D64732-4FCA-425B-942A-F3C6B6507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1EDD9F3E-8BFD-4E3C-98D1-767322780FDD}" type="slidenum">
              <a:rPr lang="en-US" noProof="0" smtClean="0"/>
              <a:t>‹#›</a:t>
            </a:fld>
            <a:endParaRPr lang="en-US" noProof="0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3F156D71-E0B5-D6E1-661C-545C3C90E208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30115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  <p15:guide id="3" pos="2615">
          <p15:clr>
            <a:srgbClr val="9FCC3B"/>
          </p15:clr>
        </p15:guide>
        <p15:guide id="4" pos="2706">
          <p15:clr>
            <a:srgbClr val="9FCC3B"/>
          </p15:clr>
        </p15:guide>
        <p15:guide id="5" pos="4974">
          <p15:clr>
            <a:srgbClr val="9FCC3B"/>
          </p15:clr>
        </p15:guide>
        <p15:guide id="6" pos="5065">
          <p15:clr>
            <a:srgbClr val="9FCC3B"/>
          </p15:clr>
        </p15:guide>
        <p15:guide id="7" pos="2040">
          <p15:clr>
            <a:srgbClr val="FBAE40"/>
          </p15:clr>
        </p15:guide>
        <p15:guide id="8" pos="2116">
          <p15:clr>
            <a:srgbClr val="FBAE40"/>
          </p15:clr>
        </p15:guide>
        <p15:guide id="9" pos="5564">
          <p15:clr>
            <a:srgbClr val="FBAE40"/>
          </p15:clr>
        </p15:guide>
        <p15:guide id="10" pos="5654">
          <p15:clr>
            <a:srgbClr val="FBAE40"/>
          </p15:clr>
        </p15:guide>
        <p15:guide id="11" pos="1436">
          <p15:clr>
            <a:srgbClr val="9FCC3B"/>
          </p15:clr>
        </p15:guide>
        <p15:guide id="12" pos="1527">
          <p15:clr>
            <a:srgbClr val="9FCC3B"/>
          </p15:clr>
        </p15:guide>
        <p15:guide id="13" pos="6244">
          <p15:clr>
            <a:srgbClr val="9FCC3B"/>
          </p15:clr>
        </p15:guide>
        <p15:guide id="14" pos="6153">
          <p15:clr>
            <a:srgbClr val="9FCC3B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079F1196-D343-C4C6-E6C1-04811483641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C7C11606-5708-5AF1-A745-7C48C943185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8" name="Gradient background">
            <a:extLst>
              <a:ext uri="{FF2B5EF4-FFF2-40B4-BE49-F238E27FC236}">
                <a16:creationId xmlns:a16="http://schemas.microsoft.com/office/drawing/2014/main" id="{C5FA1B03-9A8B-0B3A-DF97-DDA924BDB59D}"/>
              </a:ext>
            </a:extLst>
          </p:cNvPr>
          <p:cNvPicPr>
            <a:picLocks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l="83735" t="784" r="487" b="784"/>
          <a:stretch>
            <a:fillRect/>
          </a:stretch>
        </p:blipFill>
        <p:spPr bwMode="hidden">
          <a:xfrm>
            <a:off x="11641138" y="1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357205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B592B1CA-9888-E4D0-38AA-72644C82C180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r="90878"/>
          <a:stretch>
            <a:fillRect/>
          </a:stretch>
        </p:blipFill>
        <p:spPr>
          <a:xfrm flipH="1">
            <a:off x="11641138" y="0"/>
            <a:ext cx="55823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876196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0" pos="6924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EE5160-7157-FD00-72DD-B0C1659617E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0" y="0"/>
            <a:ext cx="12192000" cy="6858000"/>
          </a:xfrm>
        </p:spPr>
        <p:txBody>
          <a:bodyPr/>
          <a:lstStyle/>
          <a:p>
            <a:r>
              <a:rPr lang="ja-JP" altLang="en-US"/>
              <a:t>アイコンをクリックして図を追加</a:t>
            </a:r>
            <a:endParaRPr lang="en-US"/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77ABF2EA-E0E1-5E97-F9DF-0A25325C64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384" y="747514"/>
            <a:ext cx="10440000" cy="3687997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Click to edit closing statement (max. three lines)</a:t>
            </a:r>
          </a:p>
        </p:txBody>
      </p:sp>
      <p:sp>
        <p:nvSpPr>
          <p:cNvPr id="7" name="Text Placeholder 1">
            <a:extLst>
              <a:ext uri="{FF2B5EF4-FFF2-40B4-BE49-F238E27FC236}">
                <a16:creationId xmlns:a16="http://schemas.microsoft.com/office/drawing/2014/main" id="{A238B284-6E1F-DB98-291C-B688B697E41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8112224" y="4508884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2" name="Gradient background">
            <a:extLst>
              <a:ext uri="{FF2B5EF4-FFF2-40B4-BE49-F238E27FC236}">
                <a16:creationId xmlns:a16="http://schemas.microsoft.com/office/drawing/2014/main" id="{71B56941-9CB9-1B31-EE5C-90530DC6804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11641138" y="0"/>
            <a:ext cx="55518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9976575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&amp;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5953C5D2-2DA0-43FA-4736-78C3F7AAAC1F}"/>
              </a:ext>
            </a:extLst>
          </p:cNvPr>
          <p:cNvSpPr/>
          <p:nvPr userDrawn="1"/>
        </p:nvSpPr>
        <p:spPr>
          <a:xfrm>
            <a:off x="1076" y="0"/>
            <a:ext cx="12190923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lang="en-US" err="1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F5D50F-1D29-0A8C-7D2F-39C35FCEA7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551915" y="745103"/>
            <a:ext cx="10440000" cy="1226170"/>
          </a:xfrm>
        </p:spPr>
        <p:txBody>
          <a:bodyPr/>
          <a:lstStyle>
            <a:lvl1pPr>
              <a:lnSpc>
                <a:spcPct val="83000"/>
              </a:lnSpc>
              <a:defRPr sz="9600" spc="-60" baseline="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Q&amp;A</a:t>
            </a:r>
          </a:p>
        </p:txBody>
      </p:sp>
      <p:sp>
        <p:nvSpPr>
          <p:cNvPr id="8" name="Text Placeholder 1">
            <a:extLst>
              <a:ext uri="{FF2B5EF4-FFF2-40B4-BE49-F238E27FC236}">
                <a16:creationId xmlns:a16="http://schemas.microsoft.com/office/drawing/2014/main" id="{D5EBA909-1CBA-C07A-6241-B3E5C730CCA3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551394" y="2872882"/>
            <a:ext cx="3528000" cy="764312"/>
          </a:xfrm>
        </p:spPr>
        <p:txBody>
          <a:bodyPr wrap="square">
            <a:spAutoFit/>
          </a:bodyPr>
          <a:lstStyle>
            <a:lvl1pPr marL="0" indent="0">
              <a:spcBef>
                <a:spcPts val="0"/>
              </a:spcBef>
              <a:buFont typeface="Arial" panose="020B0604020202020204" pitchFamily="34" charset="0"/>
              <a:buNone/>
              <a:defRPr sz="2400" b="1">
                <a:solidFill>
                  <a:schemeClr val="tx1"/>
                </a:solidFill>
                <a:latin typeface="+mj-lt"/>
              </a:defRPr>
            </a:lvl1pPr>
            <a:lvl2pPr marL="0" indent="0">
              <a:spcBef>
                <a:spcPts val="200"/>
              </a:spcBef>
              <a:buFont typeface="Arial" panose="020B0604020202020204" pitchFamily="34" charset="0"/>
              <a:buNone/>
              <a:defRPr sz="2400" b="0">
                <a:solidFill>
                  <a:schemeClr val="tx1"/>
                </a:solidFill>
                <a:latin typeface="+mn-lt"/>
              </a:defRPr>
            </a:lvl2pPr>
            <a:lvl3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3pPr>
            <a:lvl4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4pPr>
            <a:lvl5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5pPr>
            <a:lvl6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6pPr>
            <a:lvl7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7pPr>
            <a:lvl8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8pPr>
            <a:lvl9pPr marL="0" indent="0">
              <a:spcBef>
                <a:spcPts val="200"/>
              </a:spcBef>
              <a:buNone/>
              <a:defRPr sz="2400" b="0">
                <a:solidFill>
                  <a:schemeClr val="tx1"/>
                </a:solidFill>
                <a:latin typeface="+mn-lt"/>
              </a:defRPr>
            </a:lvl9pPr>
          </a:lstStyle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</p:txBody>
      </p:sp>
      <p:pic>
        <p:nvPicPr>
          <p:cNvPr id="3" name="Logo">
            <a:extLst>
              <a:ext uri="{FF2B5EF4-FFF2-40B4-BE49-F238E27FC236}">
                <a16:creationId xmlns:a16="http://schemas.microsoft.com/office/drawing/2014/main" id="{1C21BD91-F5A5-C766-343C-9E9AF3E5747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/>
        </p:blipFill>
        <p:spPr bwMode="gray">
          <a:xfrm>
            <a:off x="551394" y="6301888"/>
            <a:ext cx="1691980" cy="252837"/>
          </a:xfrm>
          <a:prstGeom prst="rect">
            <a:avLst/>
          </a:prstGeom>
        </p:spPr>
      </p:pic>
      <p:pic>
        <p:nvPicPr>
          <p:cNvPr id="4" name="Gradient background">
            <a:extLst>
              <a:ext uri="{FF2B5EF4-FFF2-40B4-BE49-F238E27FC236}">
                <a16:creationId xmlns:a16="http://schemas.microsoft.com/office/drawing/2014/main" id="{B71C6042-1A08-DE22-F443-2471CE7EBCC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hidden">
          <a:xfrm>
            <a:off x="0" y="1"/>
            <a:ext cx="12192000" cy="3032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815353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9129311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452438" indent="-452438">
              <a:buSzPct val="100000"/>
              <a:buFont typeface="+mj-lt"/>
              <a:buAutoNum type="arabicPeriod"/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1pPr>
            <a:lvl2pPr marL="684213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2pPr>
            <a:lvl3pPr marL="914400" indent="-230188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3pPr>
            <a:lvl4pPr marL="1146175" indent="-231775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4pPr>
            <a:lvl5pPr marL="1368425" indent="-222250">
              <a:defRPr>
                <a:latin typeface="Meiryo UI" panose="020B0604030504040204" pitchFamily="50" charset="-128"/>
                <a:ea typeface="Meiryo UI" panose="020B0604030504040204" pitchFamily="50" charset="-128"/>
                <a:cs typeface="Meiryo UI" panose="020B0604030504040204" pitchFamily="50" charset="-128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65470059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656419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slideLayout" Target="../slideLayouts/slideLayout24.xml"/><Relationship Id="rId14" Type="http://schemas.openxmlformats.org/officeDocument/2006/relationships/slideLayout" Target="../slideLayouts/slideLayout25.xml"/><Relationship Id="rId15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27.xml"/><Relationship Id="rId17" Type="http://schemas.openxmlformats.org/officeDocument/2006/relationships/slideLayout" Target="../slideLayouts/slideLayout28.xml"/><Relationship Id="rId18" Type="http://schemas.openxmlformats.org/officeDocument/2006/relationships/slideLayout" Target="../slideLayouts/slideLayout29.xml"/><Relationship Id="rId19" Type="http://schemas.openxmlformats.org/officeDocument/2006/relationships/slideLayout" Target="../slideLayouts/slideLayout30.xml"/><Relationship Id="rId20" Type="http://schemas.openxmlformats.org/officeDocument/2006/relationships/slideLayout" Target="../slideLayouts/slideLayout31.xml"/><Relationship Id="rId21" Type="http://schemas.openxmlformats.org/officeDocument/2006/relationships/slideLayout" Target="../slideLayouts/slideLayout32.xml"/><Relationship Id="rId22" Type="http://schemas.openxmlformats.org/officeDocument/2006/relationships/slideLayout" Target="../slideLayouts/slideLayout33.xml"/><Relationship Id="rId23" Type="http://schemas.openxmlformats.org/officeDocument/2006/relationships/slideLayout" Target="../slideLayouts/slideLayout34.xml"/><Relationship Id="rId24" Type="http://schemas.openxmlformats.org/officeDocument/2006/relationships/slideLayout" Target="../slideLayouts/slideLayout35.xml"/><Relationship Id="rId25" Type="http://schemas.openxmlformats.org/officeDocument/2006/relationships/slideLayout" Target="../slideLayouts/slideLayout36.xml"/><Relationship Id="rId26" Type="http://schemas.openxmlformats.org/officeDocument/2006/relationships/slideLayout" Target="../slideLayouts/slideLayout37.xml"/><Relationship Id="rId27" Type="http://schemas.openxmlformats.org/officeDocument/2006/relationships/slideLayout" Target="../slideLayouts/slideLayout38.xml"/><Relationship Id="rId28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40.xml"/><Relationship Id="rId30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42.xml"/><Relationship Id="rId32" Type="http://schemas.openxmlformats.org/officeDocument/2006/relationships/slideLayout" Target="../slideLayouts/slideLayout43.xml"/><Relationship Id="rId33" Type="http://schemas.openxmlformats.org/officeDocument/2006/relationships/slideLayout" Target="../slideLayouts/slideLayout44.xml"/><Relationship Id="rId34" Type="http://schemas.openxmlformats.org/officeDocument/2006/relationships/slideLayout" Target="../slideLayouts/slideLayout45.xml"/><Relationship Id="rId35" Type="http://schemas.openxmlformats.org/officeDocument/2006/relationships/slideLayout" Target="../slideLayouts/slideLayout46.xml"/><Relationship Id="rId36" Type="http://schemas.openxmlformats.org/officeDocument/2006/relationships/slideLayout" Target="../slideLayouts/slideLayout47.xml"/><Relationship Id="rId37" Type="http://schemas.openxmlformats.org/officeDocument/2006/relationships/slideLayout" Target="../slideLayouts/slideLayout48.xml"/><Relationship Id="rId38" Type="http://schemas.openxmlformats.org/officeDocument/2006/relationships/slideLayout" Target="../slideLayouts/slideLayout49.xml"/><Relationship Id="rId39" Type="http://schemas.openxmlformats.org/officeDocument/2006/relationships/slideLayout" Target="../slideLayouts/slideLayout50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Background (Soft White)">
            <a:extLst>
              <a:ext uri="{FF2B5EF4-FFF2-40B4-BE49-F238E27FC236}">
                <a16:creationId xmlns:a16="http://schemas.microsoft.com/office/drawing/2014/main" id="{AA716554-F91F-95C6-1065-438A52A6D658}"/>
              </a:ext>
            </a:extLst>
          </p:cNvPr>
          <p:cNvSpPr/>
          <p:nvPr userDrawn="1"/>
        </p:nvSpPr>
        <p:spPr bwMode="hidden">
          <a:xfrm>
            <a:off x="-600" y="0"/>
            <a:ext cx="121932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/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1BCD9D9-86A4-E818-1FE4-D228D5CDB0BC}"/>
              </a:ext>
            </a:extLst>
          </p:cNvPr>
          <p:cNvSpPr>
            <a:spLocks noGrp="1"/>
          </p:cNvSpPr>
          <p:nvPr>
            <p:ph type="title"/>
          </p:nvPr>
        </p:nvSpPr>
        <p:spPr bwMode="gray">
          <a:xfrm>
            <a:off x="551384" y="476672"/>
            <a:ext cx="11088000" cy="415498"/>
          </a:xfrm>
          <a:prstGeom prst="rect">
            <a:avLst/>
          </a:prstGeom>
        </p:spPr>
        <p:txBody>
          <a:bodyPr vert="horz" lIns="0" tIns="0" rIns="0" bIns="0" rtlCol="0" anchor="t">
            <a:spAutoFit/>
          </a:bodyPr>
          <a:lstStyle/>
          <a:p>
            <a:r>
              <a:rPr lang="en-US" noProof="0"/>
              <a:t>Click to edit slide title (maximum two lines)</a:t>
            </a:r>
          </a:p>
        </p:txBody>
      </p:sp>
      <p:sp>
        <p:nvSpPr>
          <p:cNvPr id="3" name="Text Placeholder 1">
            <a:extLst>
              <a:ext uri="{FF2B5EF4-FFF2-40B4-BE49-F238E27FC236}">
                <a16:creationId xmlns:a16="http://schemas.microsoft.com/office/drawing/2014/main" id="{35B76263-23BE-7BB5-2901-CB7111507685}"/>
              </a:ext>
            </a:extLst>
          </p:cNvPr>
          <p:cNvSpPr>
            <a:spLocks noGrp="1"/>
          </p:cNvSpPr>
          <p:nvPr>
            <p:ph type="body" idx="1"/>
          </p:nvPr>
        </p:nvSpPr>
        <p:spPr bwMode="gray">
          <a:xfrm>
            <a:off x="551384" y="1844824"/>
            <a:ext cx="11088000" cy="4212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noProof="0"/>
              <a:t>Click to edit text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  <a:p>
            <a:pPr lvl="5"/>
            <a:r>
              <a:rPr lang="en-US" noProof="0"/>
              <a:t>6</a:t>
            </a:r>
          </a:p>
          <a:p>
            <a:pPr lvl="6"/>
            <a:r>
              <a:rPr lang="en-US" noProof="0"/>
              <a:t>7</a:t>
            </a:r>
          </a:p>
          <a:p>
            <a:pPr lvl="7"/>
            <a:r>
              <a:rPr lang="en-US" noProof="0"/>
              <a:t>8</a:t>
            </a:r>
          </a:p>
          <a:p>
            <a:pPr lvl="8"/>
            <a:r>
              <a:rPr lang="en-US" noProof="0"/>
              <a:t>9</a:t>
            </a:r>
          </a:p>
        </p:txBody>
      </p:sp>
      <p:sp>
        <p:nvSpPr>
          <p:cNvPr id="5" name="Footer Placeholder">
            <a:extLst>
              <a:ext uri="{FF2B5EF4-FFF2-40B4-BE49-F238E27FC236}">
                <a16:creationId xmlns:a16="http://schemas.microsoft.com/office/drawing/2014/main" id="{8D872605-B8A3-4560-D1E5-773A17639E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 bwMode="gray">
          <a:xfrm>
            <a:off x="6168008" y="6433635"/>
            <a:ext cx="4824000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900">
                <a:solidFill>
                  <a:schemeClr val="tx1"/>
                </a:solidFill>
              </a:defRPr>
            </a:lvl1pPr>
          </a:lstStyle>
          <a:p>
            <a:pPr algn="l"/>
            <a:endParaRPr lang="en-US" noProof="0"/>
          </a:p>
        </p:txBody>
      </p:sp>
      <p:sp>
        <p:nvSpPr>
          <p:cNvPr id="6" name="Slide Number Placeholder">
            <a:extLst>
              <a:ext uri="{FF2B5EF4-FFF2-40B4-BE49-F238E27FC236}">
                <a16:creationId xmlns:a16="http://schemas.microsoft.com/office/drawing/2014/main" id="{8CE6BD9B-B3F1-1D85-5718-E7D48314B45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gray">
          <a:xfrm>
            <a:off x="11352584" y="6433635"/>
            <a:ext cx="288032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900">
                <a:solidFill>
                  <a:schemeClr val="tx1"/>
                </a:solidFill>
              </a:defRPr>
            </a:lvl1pPr>
          </a:lstStyle>
          <a:p>
            <a:fld id="{1EDD9F3E-8BFD-4E3C-98D1-767322780FDD}" type="slidenum">
              <a:rPr lang="en-US" noProof="0" smtClean="0"/>
              <a:pPr/>
              <a:t>‹#›</a:t>
            </a:fld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94445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  <p:sldLayoutId id="2147483688" r:id="rId28"/>
    <p:sldLayoutId id="2147483689" r:id="rId29"/>
    <p:sldLayoutId id="2147483690" r:id="rId30"/>
    <p:sldLayoutId id="2147483691" r:id="rId31"/>
    <p:sldLayoutId id="2147483692" r:id="rId32"/>
    <p:sldLayoutId id="2147483693" r:id="rId33"/>
    <p:sldLayoutId id="2147483694" r:id="rId34"/>
    <p:sldLayoutId id="2147483695" r:id="rId35"/>
    <p:sldLayoutId id="2147483696" r:id="rId36"/>
    <p:sldLayoutId id="2147483697" r:id="rId37"/>
    <p:sldLayoutId id="2147483698" r:id="rId38"/>
    <p:sldLayoutId id="2147483699" r:id="rId3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3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2400"/>
        </a:spcBef>
        <a:buFont typeface="Arial" panose="020B0604020202020204" pitchFamily="34" charset="0"/>
        <a:buNone/>
        <a:defRPr kumimoji="1" sz="1800" b="1" kern="1200">
          <a:solidFill>
            <a:schemeClr val="tx1"/>
          </a:solidFill>
          <a:latin typeface="+mj-lt"/>
          <a:ea typeface="+mn-ea"/>
          <a:cs typeface="+mn-cs"/>
        </a:defRPr>
      </a:lvl1pPr>
      <a:lvl2pPr marL="0" indent="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None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80000" indent="-180000" algn="l" defTabSz="914400" rtl="0" eaLnBrk="1" latinLnBrk="0" hangingPunct="1">
        <a:lnSpc>
          <a:spcPct val="100000"/>
        </a:lnSpc>
        <a:spcBef>
          <a:spcPts val="8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36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540000" indent="-1800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9.xml"/><Relationship Id="rId2" Type="http://schemas.openxmlformats.org/officeDocument/2006/relationships/image" Target="../media/image10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1.png"/><Relationship Id="rId4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.jpeg"/><Relationship Id="rId3" Type="http://schemas.openxmlformats.org/officeDocument/2006/relationships/image" Target="../media/image15.png"/><Relationship Id="rId4" Type="http://schemas.openxmlformats.org/officeDocument/2006/relationships/diagramData" Target="../diagrams/data1.xml"/><Relationship Id="rId5" Type="http://schemas.openxmlformats.org/officeDocument/2006/relationships/diagramLayout" Target="../diagrams/layout1.xml"/><Relationship Id="rId6" Type="http://schemas.openxmlformats.org/officeDocument/2006/relationships/diagramQuickStyle" Target="../diagrams/quickStyle1.xml"/><Relationship Id="rId7" Type="http://schemas.openxmlformats.org/officeDocument/2006/relationships/diagramColors" Target="../diagrams/colors1.xml"/><Relationship Id="rId8" Type="http://schemas.microsoft.com/office/2007/relationships/diagramDrawing" Target="../diagrams/drawing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2AC39-1CFD-3465-8C0F-C42600EEAC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emerald Q&amp;A background" descr="emerald-minimalist-abstract-background-for-corpora_2026-06-30T03-11-31_image_DAS_0.jpg">
            <a:extLst>
              <a:ext uri="{FF2B5EF4-FFF2-40B4-BE49-F238E27FC236}">
                <a16:creationId xmlns:a16="http://schemas.microsoft.com/office/drawing/2014/main" id="{CF1B9F71-D57B-600E-BD78-3FF6B3BE2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B1BE8B-26B9-3D0E-D827-51CEEAFE7342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 wrap="square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6987DB73-A292-27DE-217E-9280D21A13D3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 wrap="square"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95FF174-0484-BD41-1C9F-1DD56D411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380428"/>
            <a:ext cx="12192000" cy="4451724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D76757A0-119C-A88A-987C-38E2D06A02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1144" y="515837"/>
            <a:ext cx="10673728" cy="1226233"/>
          </a:xfrm>
        </p:spPr>
        <p:txBody>
          <a:bodyPr wrap="square"/>
          <a:lstStyle/>
          <a:p>
            <a:pPr algn="ctr"/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MR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　スキルアッププロジェクト</a:t>
            </a:r>
            <a:r>
              <a:rPr lang="en-US" altLang="ja-JP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DAY</a:t>
            </a:r>
            <a:r>
              <a:rPr lang="ja-JP" altLang="en-US" sz="4800" dirty="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４　</a:t>
            </a:r>
            <a:endParaRPr lang="en-US" altLang="ja-JP" sz="4800" dirty="0">
              <a:solidFill>
                <a:schemeClr val="bg1"/>
              </a:solidFill>
              <a:latin typeface="Meiryo UI"/>
              <a:ea typeface="Meiryo UI"/>
              <a:cs typeface="Arial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28C8CCA-F3FD-B67F-15C9-26BBD4EA7D22}"/>
              </a:ext>
            </a:extLst>
          </p:cNvPr>
          <p:cNvSpPr txBox="1"/>
          <p:nvPr/>
        </p:nvSpPr>
        <p:spPr>
          <a:xfrm>
            <a:off x="5644134" y="1799639"/>
            <a:ext cx="6185916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Arial"/>
              </a:rPr>
              <a:t>担当：藤・井上</a:t>
            </a:r>
            <a:endParaRPr kumimoji="0" lang="ja-JP" altLang="en-US" sz="2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884149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CAC696-18A0-CC86-8111-72FDDD6B2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AFD2267D-3C48-5FBA-5823-5297B0445E7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>
            <a:extLst>
              <a:ext uri="{FF2B5EF4-FFF2-40B4-BE49-F238E27FC236}">
                <a16:creationId xmlns:a16="http://schemas.microsoft.com/office/drawing/2014/main" id="{B81A50B6-5E3C-6747-4532-C5F270299636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FADAD954-F788-17B4-4954-5A19C0C37B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1784531"/>
            <a:ext cx="9217455" cy="1727139"/>
          </a:xfrm>
        </p:spPr>
        <p:txBody>
          <a:bodyPr wrap="square" lIns="91440" tIns="45720" rIns="91440" bIns="45720" anchor="t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■オープニング　5分</a:t>
            </a: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■テーマ①「視座を変える」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■テーマ②「順序を変える」　25分</a:t>
            </a:r>
            <a:r>
              <a:rPr lang="ja-JP" altLang="en-US" sz="3200">
                <a:solidFill>
                  <a:schemeClr val="bg1"/>
                </a:solidFill>
                <a:latin typeface="Meiryo UI"/>
                <a:ea typeface="Meiryo UI"/>
              </a:rPr>
              <a:t/>
            </a:r>
            <a:endParaRPr lang="ja-JP" altLang="en-US" sz="3200" dirty="0">
              <a:solidFill>
                <a:schemeClr val="bg1"/>
              </a:solidFill>
              <a:latin typeface="Meiryo UI"/>
              <a:ea typeface="Meiryo UI"/>
            </a:endParaRPr>
          </a:p>
          <a:p>
            <a:r>
              <a:rPr lang="ja-JP" altLang="en-US" sz="3200" dirty="0">
                <a:solidFill>
                  <a:schemeClr val="bg1"/>
                </a:solidFill>
                <a:latin typeface="Meiryo UI"/>
                <a:ea typeface="Meiryo UI"/>
              </a:rPr>
              <a:t>■エリア戦略・まとめ　5分</a:t>
            </a: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5E049360-E5C5-D85E-E9E6-5AABC40C7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AC9FD2A0-37FB-8455-88BF-06BDBB0A4B4A}"/>
              </a:ext>
            </a:extLst>
          </p:cNvPr>
          <p:cNvSpPr txBox="1">
            <a:spLocks/>
          </p:cNvSpPr>
          <p:nvPr/>
        </p:nvSpPr>
        <p:spPr bwMode="gray">
          <a:xfrm>
            <a:off x="594927" y="687915"/>
            <a:ext cx="6590370" cy="613117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48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/>
                <a:ea typeface="Meiryo UI"/>
                <a:cs typeface="+mj-cs"/>
              </a:rPr>
              <a:t>Agenda</a:t>
            </a:r>
            <a:endParaRPr kumimoji="1" lang="ja-JP" altLang="en-US" sz="48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50199736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図 11" descr="仕事でのストレスを感じている男性">
            <a:extLst>
              <a:ext uri="{FF2B5EF4-FFF2-40B4-BE49-F238E27FC236}">
                <a16:creationId xmlns:a16="http://schemas.microsoft.com/office/drawing/2014/main" id="{7A5E2B9B-30B1-5640-9240-A723519D286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87" b="15543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  <a:noFill/>
        </p:spPr>
      </p:pic>
      <p:sp>
        <p:nvSpPr>
          <p:cNvPr id="22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7FBF8">
              <a:alpha val="42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7" name="Title 2">
            <a:extLst>
              <a:ext uri="{FF2B5EF4-FFF2-40B4-BE49-F238E27FC236}">
                <a16:creationId xmlns:a16="http://schemas.microsoft.com/office/drawing/2014/main" id="{C23B6A35-B6F0-D784-4F8B-1364DB108C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1384" y="2539274"/>
            <a:ext cx="6590370" cy="408702"/>
          </a:xfrm>
        </p:spPr>
        <p:txBody>
          <a:bodyPr wrap="square"/>
          <a:lstStyle/>
          <a:p>
            <a:r>
              <a:rPr lang="ja-JP" altLang="en-US" sz="3200" dirty="0">
                <a:solidFill>
                  <a:schemeClr val="bg1"/>
                </a:solidFill>
                <a:latin typeface="Meiryo UI" panose="020B0604030504040204" pitchFamily="50" charset="-128"/>
                <a:ea typeface="Meiryo UI" panose="020B0604030504040204" pitchFamily="50" charset="-128"/>
              </a:rPr>
              <a:t>集めた情報、次の一手は？、、、</a:t>
            </a:r>
            <a:endParaRPr lang="en-US" sz="3200" dirty="0">
              <a:solidFill>
                <a:schemeClr val="bg1"/>
              </a:solidFill>
              <a:latin typeface="Meiryo UI" panose="020B0604030504040204" pitchFamily="50" charset="-128"/>
              <a:ea typeface="Meiryo UI" panose="020B0604030504040204" pitchFamily="50" charset="-128"/>
            </a:endParaRPr>
          </a:p>
        </p:txBody>
      </p:sp>
      <p:sp>
        <p:nvSpPr>
          <p:cNvPr id="21" name="Slide Number Placeholder 4">
            <a:extLst>
              <a:ext uri="{FF2B5EF4-FFF2-40B4-BE49-F238E27FC236}">
                <a16:creationId xmlns:a16="http://schemas.microsoft.com/office/drawing/2014/main" id="{F8083B8D-3664-6E79-A2BB-CEF7CEE57A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52584" y="6433635"/>
            <a:ext cx="288032" cy="138499"/>
          </a:xfrm>
        </p:spPr>
        <p:txBody>
          <a:bodyPr wrap="square"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Tx/>
              <a:buNone/>
              <a:tabLst/>
              <a:defRPr/>
            </a:pPr>
            <a:fld id="{1EDD9F3E-8BFD-4E3C-98D1-767322780FDD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itle 2">
            <a:extLst>
              <a:ext uri="{FF2B5EF4-FFF2-40B4-BE49-F238E27FC236}">
                <a16:creationId xmlns:a16="http://schemas.microsoft.com/office/drawing/2014/main" id="{6589FF1D-C39C-D5BF-3830-442EA1F6E63F}"/>
              </a:ext>
            </a:extLst>
          </p:cNvPr>
          <p:cNvSpPr txBox="1">
            <a:spLocks/>
          </p:cNvSpPr>
          <p:nvPr/>
        </p:nvSpPr>
        <p:spPr bwMode="gray">
          <a:xfrm>
            <a:off x="551384" y="4126230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エリア戦略って、、、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2" name="Title 2">
            <a:extLst>
              <a:ext uri="{FF2B5EF4-FFF2-40B4-BE49-F238E27FC236}">
                <a16:creationId xmlns:a16="http://schemas.microsoft.com/office/drawing/2014/main" id="{BB9E12BD-BFD0-66C0-89E3-C57B308AB563}"/>
              </a:ext>
            </a:extLst>
          </p:cNvPr>
          <p:cNvSpPr txBox="1">
            <a:spLocks/>
          </p:cNvSpPr>
          <p:nvPr/>
        </p:nvSpPr>
        <p:spPr bwMode="gray">
          <a:xfrm>
            <a:off x="555194" y="3332752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 dirty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いよいよ最終回、、、</a:t>
            </a:r>
            <a:endParaRPr kumimoji="1" lang="en-US" sz="3200" b="1" i="0" u="none" strike="noStrike" kern="1200" cap="none" spc="-60" normalizeH="0" baseline="0" noProof="0" dirty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  <p:sp>
        <p:nvSpPr>
          <p:cNvPr id="4" name="Title 2">
            <a:extLst>
              <a:ext uri="{FF2B5EF4-FFF2-40B4-BE49-F238E27FC236}">
                <a16:creationId xmlns:a16="http://schemas.microsoft.com/office/drawing/2014/main" id="{0A88ABD1-1BBB-28E5-8343-E78C68DD1C25}"/>
              </a:ext>
            </a:extLst>
          </p:cNvPr>
          <p:cNvSpPr txBox="1">
            <a:spLocks/>
          </p:cNvSpPr>
          <p:nvPr/>
        </p:nvSpPr>
        <p:spPr bwMode="gray">
          <a:xfrm>
            <a:off x="551384" y="1065286"/>
            <a:ext cx="6590370" cy="408702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algn="l" defTabSz="914400" rtl="0" eaLnBrk="1" latinLnBrk="0" hangingPunct="1">
              <a:lnSpc>
                <a:spcPct val="83000"/>
              </a:lnSpc>
              <a:spcBef>
                <a:spcPct val="0"/>
              </a:spcBef>
              <a:buNone/>
              <a:defRPr kumimoji="1" sz="6600" b="1" kern="1200" spc="-60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83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3200" b="1" i="0" u="none" strike="noStrike" kern="1200" cap="none" spc="-6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j-cs"/>
              </a:rPr>
              <a:t>皆様のお気持ちは？</a:t>
            </a:r>
            <a:endParaRPr kumimoji="1" lang="en-US" sz="3200" b="1" i="0" u="none" strike="noStrike" kern="1200" cap="none" spc="-6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6974074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0929841C-57BA-89BA-7F4F-DB543459026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6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4DE1810-19F1-5CF2-085F-A1970AE7A0FD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概要・イメージ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CA8B4306-536C-C523-53C2-61A4A67558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65245" y="1315978"/>
            <a:ext cx="6096528" cy="3429297"/>
          </a:xfrm>
          <a:prstGeom prst="rect">
            <a:avLst/>
          </a:prstGeom>
        </p:spPr>
      </p:pic>
      <p:sp>
        <p:nvSpPr>
          <p:cNvPr id="2" name="矢印: 下 1">
            <a:extLst>
              <a:ext uri="{FF2B5EF4-FFF2-40B4-BE49-F238E27FC236}">
                <a16:creationId xmlns:a16="http://schemas.microsoft.com/office/drawing/2014/main" id="{7ABE689D-35AB-8B1F-D092-F57A12EB7D20}"/>
              </a:ext>
            </a:extLst>
          </p:cNvPr>
          <p:cNvSpPr/>
          <p:nvPr/>
        </p:nvSpPr>
        <p:spPr>
          <a:xfrm>
            <a:off x="11357902" y="1694297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" name="矢印: 下 2">
            <a:extLst>
              <a:ext uri="{FF2B5EF4-FFF2-40B4-BE49-F238E27FC236}">
                <a16:creationId xmlns:a16="http://schemas.microsoft.com/office/drawing/2014/main" id="{E1596E16-1B7D-618E-F9B9-DFC22D1F4D13}"/>
              </a:ext>
            </a:extLst>
          </p:cNvPr>
          <p:cNvSpPr/>
          <p:nvPr/>
        </p:nvSpPr>
        <p:spPr>
          <a:xfrm>
            <a:off x="11376171" y="3101293"/>
            <a:ext cx="287079" cy="1392865"/>
          </a:xfrm>
          <a:prstGeom prst="downArrow">
            <a:avLst/>
          </a:prstGeom>
          <a:solidFill>
            <a:srgbClr val="A7D7BF"/>
          </a:solidFill>
          <a:ln w="38100">
            <a:solidFill>
              <a:schemeClr val="accent5">
                <a:lumMod val="20000"/>
                <a:lumOff val="80000"/>
              </a:schemeClr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180000" marR="0" lvl="0" indent="-18000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800" b="0" i="0" u="none" strike="noStrike" kern="1200" cap="none" spc="0" normalizeH="0" baseline="0" noProof="0" err="1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84D548AD-7AD8-DE61-6175-DA788B61CD6A}"/>
              </a:ext>
            </a:extLst>
          </p:cNvPr>
          <p:cNvSpPr/>
          <p:nvPr/>
        </p:nvSpPr>
        <p:spPr>
          <a:xfrm>
            <a:off x="5996940" y="1699747"/>
            <a:ext cx="428847" cy="1392865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早期完成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28C403BE-4263-6D6B-C79B-7C952D2E932E}"/>
              </a:ext>
            </a:extLst>
          </p:cNvPr>
          <p:cNvSpPr/>
          <p:nvPr/>
        </p:nvSpPr>
        <p:spPr>
          <a:xfrm>
            <a:off x="6002655" y="3161989"/>
            <a:ext cx="428847" cy="1392864"/>
          </a:xfrm>
          <a:prstGeom prst="roundRect">
            <a:avLst/>
          </a:prstGeom>
          <a:solidFill>
            <a:srgbClr val="A7D7BF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順次完成</a:t>
            </a:r>
            <a:endParaRPr kumimoji="0" lang="en-US" altLang="ja-JP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AA64EBC1-A89F-5909-3BF3-F045DF12FD06}"/>
              </a:ext>
            </a:extLst>
          </p:cNvPr>
          <p:cNvSpPr/>
          <p:nvPr/>
        </p:nvSpPr>
        <p:spPr>
          <a:xfrm>
            <a:off x="1771650" y="5269526"/>
            <a:ext cx="8812530" cy="88888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0000">
                <a:srgbClr val="0D8B5F"/>
              </a:gs>
              <a:gs pos="100000">
                <a:srgbClr val="6BC79B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不安を払拭し、その日からアクションできる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15E71789-B1D2-E7FF-6039-12113C3E912F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r="5875"/>
          <a:stretch>
            <a:fillRect/>
          </a:stretch>
        </p:blipFill>
        <p:spPr>
          <a:xfrm>
            <a:off x="125203" y="1315978"/>
            <a:ext cx="5738388" cy="3429297"/>
          </a:xfrm>
          <a:prstGeom prst="rect">
            <a:avLst/>
          </a:prstGeom>
        </p:spPr>
      </p:pic>
      <p:sp>
        <p:nvSpPr>
          <p:cNvPr id="10" name="タイトル 1">
            <a:extLst>
              <a:ext uri="{FF2B5EF4-FFF2-40B4-BE49-F238E27FC236}">
                <a16:creationId xmlns:a16="http://schemas.microsoft.com/office/drawing/2014/main" id="{AF93FE1E-7B8D-24BF-8C8D-E1359ED254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14366105-51EE-2A58-66B0-3AD72D6C0221}"/>
              </a:ext>
            </a:extLst>
          </p:cNvPr>
          <p:cNvSpPr/>
          <p:nvPr/>
        </p:nvSpPr>
        <p:spPr>
          <a:xfrm>
            <a:off x="6464601" y="4093537"/>
            <a:ext cx="5178055" cy="606055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08000" tIns="108000" rIns="108000" bIns="108000" rtlCol="0" anchor="t"/>
          <a:lstStyle/>
          <a:p>
            <a:pPr marL="180000" indent="-180000" algn="l">
              <a:spcBef>
                <a:spcPts val="800"/>
              </a:spcBef>
              <a:buFont typeface="Arial" panose="020B0604020202020204" pitchFamily="34" charset="0"/>
              <a:buChar char="•"/>
            </a:pPr>
            <a:endParaRPr kumimoji="1" lang="ja-JP" altLang="en-US" dirty="0" err="1"/>
          </a:p>
        </p:txBody>
      </p:sp>
    </p:spTree>
    <p:extLst>
      <p:ext uri="{BB962C8B-B14F-4D97-AF65-F5344CB8AC3E}">
        <p14:creationId xmlns:p14="http://schemas.microsoft.com/office/powerpoint/2010/main" val="26562053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E89B34-1110-A4B3-6213-181DD852D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E547B61F-8C0E-1529-D029-CB03A1EECE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40" y="0"/>
            <a:ext cx="12127320" cy="685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687C0AEB-F3DA-ED72-B649-4B73767F7C39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ゴール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D11EB31-F6B4-EF3A-3542-19CC6507CA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1590" y="1200150"/>
            <a:ext cx="9635489" cy="497848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352E46A4-BE7B-2C87-BD61-B36C125E2B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478206" y="518014"/>
            <a:ext cx="8622354" cy="357662"/>
          </a:xfrm>
        </p:spPr>
        <p:txBody>
          <a:bodyPr wrap="square"/>
          <a:lstStyle/>
          <a:p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Renal 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大学</a:t>
            </a:r>
            <a:r>
              <a:rPr lang="en-US" altLang="ja-JP" sz="2800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/</a:t>
            </a:r>
            <a:r>
              <a:rPr lang="en-US" altLang="ja-JP" sz="2800" err="1">
                <a:solidFill>
                  <a:schemeClr val="bg1"/>
                </a:solidFill>
                <a:latin typeface="Meiryo UI"/>
                <a:ea typeface="Meiryo UI"/>
                <a:cs typeface="Arial"/>
              </a:rPr>
              <a:t>基幹病院担当者スキルアッププロジェクト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027706F-0669-7DBA-8ED9-B7E78EA60F06}"/>
              </a:ext>
            </a:extLst>
          </p:cNvPr>
          <p:cNvSpPr txBox="1"/>
          <p:nvPr/>
        </p:nvSpPr>
        <p:spPr>
          <a:xfrm>
            <a:off x="1522093" y="4302132"/>
            <a:ext cx="7817849" cy="584330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16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BD2C5-0EB7-C594-BDA2-251203D6D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emerald wash 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E322A">
              <a:alpha val="88000"/>
            </a:srgbClr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A5C4EFE-E5B9-8467-5497-61815DDE313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9111" b="91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5748EB0D-A802-1E0E-6EC1-B0AC3A6345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graphicFrame>
        <p:nvGraphicFramePr>
          <p:cNvPr id="3" name="図表 2">
            <a:extLst>
              <a:ext uri="{FF2B5EF4-FFF2-40B4-BE49-F238E27FC236}">
                <a16:creationId xmlns:a16="http://schemas.microsoft.com/office/drawing/2014/main" id="{B90D169A-CAAD-A716-A031-7239C2838D06}"/>
              </a:ext>
            </a:extLst>
          </p:cNvPr>
          <p:cNvGraphicFramePr/>
          <p:nvPr/>
        </p:nvGraphicFramePr>
        <p:xfrm>
          <a:off x="217170" y="365760"/>
          <a:ext cx="11692890" cy="543021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  <p:sp>
        <p:nvSpPr>
          <p:cNvPr id="8" name="四角形: 角を丸くする 7">
            <a:extLst>
              <a:ext uri="{FF2B5EF4-FFF2-40B4-BE49-F238E27FC236}">
                <a16:creationId xmlns:a16="http://schemas.microsoft.com/office/drawing/2014/main" id="{7F84BD35-B2A0-CEF0-2BA5-680A95BEDDD8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プロジェクトメンバー</a:t>
            </a: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E97FF1-906A-DBE1-D182-0FD5C8A5F8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85850" y="5297401"/>
            <a:ext cx="10266734" cy="817403"/>
          </a:xfrm>
        </p:spPr>
        <p:txBody>
          <a:bodyPr wrap="square"/>
          <a:lstStyle/>
          <a:p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Renal 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大学</a:t>
            </a:r>
            <a:r>
              <a:rPr lang="en-US" altLang="ja-JP" sz="3200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/</a:t>
            </a:r>
            <a:r>
              <a:rPr lang="en-US" altLang="ja-JP" sz="3200" err="1">
                <a:solidFill>
                  <a:schemeClr val="bg1"/>
                </a:solidFill>
                <a:latin typeface="HG創英ﾌﾟﾚｾﾞﾝｽEB" panose="02020809000000000000" pitchFamily="17" charset="-128"/>
                <a:ea typeface="HG創英ﾌﾟﾚｾﾞﾝｽEB" panose="02020809000000000000" pitchFamily="17" charset="-128"/>
                <a:cs typeface="Arial"/>
              </a:rPr>
              <a:t>基幹病院担当者スキルアッププロジェクト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E559E61-A38A-77ED-C1DC-2B7D93032893}"/>
              </a:ext>
            </a:extLst>
          </p:cNvPr>
          <p:cNvSpPr txBox="1"/>
          <p:nvPr/>
        </p:nvSpPr>
        <p:spPr>
          <a:xfrm>
            <a:off x="1832064" y="2028741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484D68D-8EED-203E-6047-C01DBFD925C1}"/>
              </a:ext>
            </a:extLst>
          </p:cNvPr>
          <p:cNvSpPr txBox="1"/>
          <p:nvPr/>
        </p:nvSpPr>
        <p:spPr>
          <a:xfrm>
            <a:off x="6903972" y="1994044"/>
            <a:ext cx="1695325" cy="2173643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078881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CED012-DDA1-D41D-65DA-57E0BA1FBE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F7488F29-00B5-FA7E-D7C1-E9FDF07352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97498"/>
          </a:xfrm>
          <a:prstGeom prst="rect">
            <a:avLst/>
          </a:prstGeom>
        </p:spPr>
      </p:pic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D09851C-9131-A14A-9A7A-CF6D2A4F251E}"/>
              </a:ext>
            </a:extLst>
          </p:cNvPr>
          <p:cNvSpPr/>
          <p:nvPr/>
        </p:nvSpPr>
        <p:spPr>
          <a:xfrm>
            <a:off x="605790" y="365760"/>
            <a:ext cx="2583180" cy="548640"/>
          </a:xfrm>
          <a:prstGeom prst="roundRect">
            <a:avLst/>
          </a:prstGeom>
          <a:solidFill>
            <a:srgbClr val="0D8B5F"/>
          </a:solidFill>
          <a:ln>
            <a:noFill/>
          </a:ln>
        </p:spPr>
        <p:style>
          <a:lnRef idx="0">
            <a:schemeClr val="accent1"/>
          </a:lnRef>
          <a:fillRef idx="3">
            <a:schemeClr val="accent1"/>
          </a:fillRef>
          <a:effectRef idx="3">
            <a:schemeClr val="accent1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今後の流れ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F64936-655E-A5FE-2C24-7CD708F7AAFD}"/>
              </a:ext>
            </a:extLst>
          </p:cNvPr>
          <p:cNvSpPr txBox="1"/>
          <p:nvPr/>
        </p:nvSpPr>
        <p:spPr>
          <a:xfrm>
            <a:off x="3503045" y="456129"/>
            <a:ext cx="7222761" cy="369332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</a:t>
            </a:r>
            <a:r>
              <a:rPr kumimoji="0" lang="en-US" altLang="ja-JP" sz="1800" b="0" i="0" u="none" strike="noStrike" kern="120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全員が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主体的に参加・</a:t>
            </a:r>
            <a:r>
              <a:rPr kumimoji="0" lang="en-US" altLang="ja-JP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</a:t>
            </a:r>
            <a:r>
              <a:rPr kumimoji="0" lang="ja-JP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分程度レクチャー・ワーク・共有のイメージ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363B5-F17F-B5BE-25ED-B80B09710E83}"/>
              </a:ext>
            </a:extLst>
          </p:cNvPr>
          <p:cNvSpPr/>
          <p:nvPr/>
        </p:nvSpPr>
        <p:spPr>
          <a:xfrm>
            <a:off x="205740" y="3542124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大学・基幹病院のイロハ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1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大学病院ってなぜあるの？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この先生、どれだけ偉い？</a:t>
            </a: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「採用」活動の心得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…etc</a:t>
            </a: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285750" marR="0" lvl="0" indent="-28575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1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病院に訪問する怖さがちょっとだけ減っているかも🤏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72A49435-E163-4B58-59D7-E082C531BB8C}"/>
              </a:ext>
            </a:extLst>
          </p:cNvPr>
          <p:cNvSpPr/>
          <p:nvPr/>
        </p:nvSpPr>
        <p:spPr>
          <a:xfrm>
            <a:off x="325374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ja-JP" altLang="en-US" sz="18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48F0575-2B38-80BF-40CC-32B88F6554CD}"/>
              </a:ext>
            </a:extLst>
          </p:cNvPr>
          <p:cNvSpPr/>
          <p:nvPr/>
        </p:nvSpPr>
        <p:spPr>
          <a:xfrm>
            <a:off x="6244590" y="3542125"/>
            <a:ext cx="2788920" cy="3217272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やっぱり</a:t>
            </a:r>
            <a:r>
              <a:rPr kumimoji="1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は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情報</a:t>
            </a:r>
            <a:r>
              <a:rPr kumimoji="1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が命</a:t>
            </a:r>
            <a:endParaRPr kumimoji="1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１：「何を、どこでつかむか」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1-1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：デスクトップリサーチ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→社内外のツールを使いこなす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1-2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Wet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な情報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をつかむ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7FBF8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→何を、どこでつかむか</a:t>
            </a:r>
            <a:b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：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得た情報をどう活かすか</a:t>
            </a:r>
            <a:endParaRPr kumimoji="1" lang="en-US" altLang="ja-JP" sz="1400" b="0" i="0" u="none" strike="noStrike" kern="1200" cap="none" spc="0" normalizeH="0" baseline="0" noProof="0">
              <a:ln>
                <a:noFill/>
              </a:ln>
              <a:solidFill>
                <a:srgbClr val="FFC000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この会に参加すると→</a:t>
            </a:r>
            <a:br>
              <a:rPr kumimoji="1" lang="en-US" altLang="ja-JP" sz="1400" b="1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</a:b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「分かって</a:t>
            </a:r>
            <a:r>
              <a:rPr kumimoji="1" lang="en-US" altLang="ja-JP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MR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」</a:t>
            </a: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7FBF8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として信頼がえられるかも🤏</a:t>
            </a:r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EB612F91-5DA9-E5C5-6010-BE98F96CB455}"/>
              </a:ext>
            </a:extLst>
          </p:cNvPr>
          <p:cNvSpPr txBox="1"/>
          <p:nvPr/>
        </p:nvSpPr>
        <p:spPr>
          <a:xfrm>
            <a:off x="745490" y="3029458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第一回</a:t>
            </a: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4BB7DBC-DE48-B39E-822A-20B93FB1EC28}"/>
              </a:ext>
            </a:extLst>
          </p:cNvPr>
          <p:cNvSpPr txBox="1"/>
          <p:nvPr/>
        </p:nvSpPr>
        <p:spPr>
          <a:xfrm>
            <a:off x="9767570" y="3029457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第四回</a:t>
            </a:r>
          </a:p>
        </p:txBody>
      </p:sp>
      <p:sp>
        <p:nvSpPr>
          <p:cNvPr id="13" name="テキスト ボックス 12">
            <a:extLst>
              <a:ext uri="{FF2B5EF4-FFF2-40B4-BE49-F238E27FC236}">
                <a16:creationId xmlns:a16="http://schemas.microsoft.com/office/drawing/2014/main" id="{8313F23A-BB66-8173-3A30-5545CF8F7E7D}"/>
              </a:ext>
            </a:extLst>
          </p:cNvPr>
          <p:cNvSpPr txBox="1"/>
          <p:nvPr/>
        </p:nvSpPr>
        <p:spPr>
          <a:xfrm>
            <a:off x="679577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第三回</a:t>
            </a: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C46C49A9-2C2F-C94C-475D-BCB26B7B576A}"/>
              </a:ext>
            </a:extLst>
          </p:cNvPr>
          <p:cNvSpPr txBox="1"/>
          <p:nvPr/>
        </p:nvSpPr>
        <p:spPr>
          <a:xfrm>
            <a:off x="3888740" y="3051366"/>
            <a:ext cx="1657350" cy="369332"/>
          </a:xfrm>
          <a:prstGeom prst="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lIns="0" tIns="0" rIns="0" bIns="0" rtlCol="0" anchor="t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2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第二回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3D2C33E4-045B-0B64-7331-8AC18EA4B7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27645" y="1035293"/>
            <a:ext cx="3178623" cy="1840087"/>
          </a:xfrm>
          <a:prstGeom prst="rect">
            <a:avLst/>
          </a:prstGeom>
          <a:ln w="12700">
            <a:solidFill>
              <a:srgbClr val="DDEAE1"/>
            </a:solidFill>
          </a:ln>
        </p:spPr>
      </p:pic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6ECCEFBF-7944-BB5B-CDDA-DBD497F486C0}"/>
              </a:ext>
            </a:extLst>
          </p:cNvPr>
          <p:cNvSpPr txBox="1"/>
          <p:nvPr/>
        </p:nvSpPr>
        <p:spPr>
          <a:xfrm>
            <a:off x="282892" y="1060132"/>
            <a:ext cx="6716078" cy="1754326"/>
          </a:xfrm>
          <a:prstGeom prst="rect">
            <a:avLst/>
          </a:prstGeom>
          <a:ln w="12700">
            <a:solidFill>
              <a:srgbClr val="A7D7BF"/>
            </a:solidFill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lIns="91440" tIns="45720" rIns="91440" bIns="45720" anchor="t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【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開催日程等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】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出欠管理は“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Outlook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uLnTx/>
                <a:uFillTx/>
                <a:latin typeface="Meiryo UI"/>
                <a:ea typeface="Meiryo UI"/>
                <a:cs typeface="+mn-cs"/>
              </a:rPr>
              <a:t>”にてチェック✅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■計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4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回シリーズ　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　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②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23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③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7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29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日（水）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14:00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　④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8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月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6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日（木）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9:00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 panose="020B0604030504040204" pitchFamily="50" charset="-128"/>
                <a:ea typeface="Meiryo UI" panose="020B0604030504040204" pitchFamily="50" charset="-128"/>
                <a:cs typeface="+mn-cs"/>
              </a:rPr>
              <a:t>～</a:t>
            </a:r>
            <a:endParaRPr kumimoji="0" lang="en-US" altLang="ja-JP" sz="18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0E322A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※リジュベネーション考慮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■時間　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10:00~11:00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　（内容によって前後＋</a:t>
            </a:r>
            <a:r>
              <a:rPr kumimoji="0" lang="en-US" altLang="ja-JP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30</a:t>
            </a: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173A32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分延長）</a:t>
            </a:r>
          </a:p>
        </p:txBody>
      </p:sp>
      <p:sp>
        <p:nvSpPr>
          <p:cNvPr id="5" name="四角形: 角を丸くする 1">
            <a:extLst>
              <a:ext uri="{FF2B5EF4-FFF2-40B4-BE49-F238E27FC236}">
                <a16:creationId xmlns:a16="http://schemas.microsoft.com/office/drawing/2014/main" id="{EE641EDE-2F7D-C520-4FF0-F263BA0FBB9C}"/>
              </a:ext>
            </a:extLst>
          </p:cNvPr>
          <p:cNvSpPr/>
          <p:nvPr/>
        </p:nvSpPr>
        <p:spPr>
          <a:xfrm>
            <a:off x="3253739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「会えない」を「会える」に変える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医師の導線の見つけ方は？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「会う」ための情報収集は？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継続的に会うための工夫は？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「いつでもどこでも会えるMR」への手がかりが掴めるかも🤏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20" name="四角形: 角を丸くする 1">
            <a:extLst>
              <a:ext uri="{FF2B5EF4-FFF2-40B4-BE49-F238E27FC236}">
                <a16:creationId xmlns:a16="http://schemas.microsoft.com/office/drawing/2014/main" id="{E22EB87F-465B-E288-A038-BCF80447D941}"/>
              </a:ext>
            </a:extLst>
          </p:cNvPr>
          <p:cNvSpPr/>
          <p:nvPr/>
        </p:nvSpPr>
        <p:spPr>
          <a:xfrm>
            <a:off x="9235440" y="3571152"/>
            <a:ext cx="2788920" cy="3159955"/>
          </a:xfrm>
          <a:prstGeom prst="roundRect">
            <a:avLst/>
          </a:prstGeom>
          <a:gradFill flip="none" rotWithShape="1">
            <a:gsLst>
              <a:gs pos="0">
                <a:srgbClr val="14543F"/>
              </a:gs>
              <a:gs pos="52000">
                <a:srgbClr val="0D8B5F"/>
              </a:gs>
              <a:gs pos="100000">
                <a:srgbClr val="72C99F"/>
              </a:gs>
            </a:gsLst>
            <a:lin ang="16200000" scaled="1"/>
            <a:tileRect/>
          </a:gra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wrap="square" lIns="108000" tIns="108000" rIns="108000" bIns="108000" rtlCol="0" anchor="t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ja-JP" altLang="en-US" sz="1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「ちょっと分かるだけで　世界が変わる」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得た情報を整理する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知ることで何ができる？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エリア戦略まで繋げる</a:t>
            </a:r>
          </a:p>
          <a:p>
            <a:pPr marL="285750" marR="0" lvl="0" indent="-285750" algn="l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 panose="020B0604030504040204" pitchFamily="50" charset="-128"/>
              <a:ea typeface="Meiryo UI" panose="020B0604030504040204" pitchFamily="50" charset="-128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この会に参加すると→</a:t>
            </a:r>
            <a:endParaRPr kumimoji="0" lang="ja-JP" altLang="en-US" sz="1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担当者としての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1" lang="ja-JP" altLang="en-US" sz="14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Meiryo UI"/>
                <a:ea typeface="Meiryo UI"/>
                <a:cs typeface="+mn-cs"/>
              </a:rPr>
              <a:t>自覚がもてるかも🤏</a:t>
            </a:r>
            <a:endParaRPr kumimoji="0" lang="ja-JP" altLang="en-US" sz="1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Meiryo UI"/>
              <a:ea typeface="Meiryo UI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30890E8-5B6F-F809-41C2-76277E1E2EEF}"/>
              </a:ext>
            </a:extLst>
          </p:cNvPr>
          <p:cNvSpPr txBox="1"/>
          <p:nvPr/>
        </p:nvSpPr>
        <p:spPr>
          <a:xfrm>
            <a:off x="9111342" y="2875380"/>
            <a:ext cx="3039355" cy="3951641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E322A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1085143"/>
      </p:ext>
    </p:extLst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本日の進め方 — 60分、大きく4つのブロックです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オープニング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783080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71231" y="1783080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3回で何が変わったか／戦略的思考とは何か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843784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テーマ①「視座を変える」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2843784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571231" y="2843784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大学の中から見る → 自分の任された範囲から見る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04487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テーマ②「順序を変える」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3904487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25分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71231" y="3904487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情報から考える → 成功像から逆算して考える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965192"/>
            <a:ext cx="5760720" cy="93268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/>
            <a:r>
              <a:rPr sz="1600" b="1" i="0">
                <a:solidFill>
                  <a:srgbClr val="FFFFFF"/>
                </a:solidFill>
                <a:latin typeface="Meiryo UI"/>
                <a:ea typeface="Meiryo UI"/>
              </a:rPr>
              <a:t>■ エリア戦略・まとめ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0" y="4965192"/>
            <a:ext cx="1051560" cy="932688"/>
          </a:xfrm>
          <a:prstGeom prst="roundRect">
            <a:avLst>
              <a:gd name="adj" fmla="val 15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128A54"/>
                </a:solidFill>
                <a:latin typeface="Meiryo UI"/>
                <a:ea typeface="Meiryo UI"/>
              </a:rPr>
              <a:t>5分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71231" y="4965192"/>
            <a:ext cx="4087368" cy="9326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Beyond：影響を広げる／自分の範囲に責任を持つ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70448"/>
            <a:ext cx="11109960" cy="502920"/>
          </a:xfrm>
          <a:prstGeom prst="roundRect">
            <a:avLst>
              <a:gd name="adj" fmla="val 12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テーマ①②はどちらも「レクチャー10分 → ワーク10分 → 共有5分」。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　手を動かす時間を長く取っています。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12848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TODAY'S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第4回のテーマは「戦略的思考」です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採用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01568" y="169164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面会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情報収集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07424" y="1691640"/>
            <a:ext cx="2697480" cy="77724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◆ 戦略的思考</a:t>
            </a:r>
          </a:p>
          <a:p>
            <a:pPr algn="ctr"/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DAY 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60604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DAY4の到達目標：</a:t>
            </a:r>
            <a:r>
              <a:rPr sz="1500" b="1" i="0">
                <a:solidFill>
                  <a:srgbClr val="262626"/>
                </a:solidFill>
                <a:latin typeface="Meiryo UI"/>
                <a:ea typeface="Meiryo UI"/>
              </a:rPr>
              <a:t>担当施設と周辺エリアに対する</a:t>
            </a:r>
            <a:r>
              <a:rPr sz="1500" b="1" i="0">
                <a:solidFill>
                  <a:srgbClr val="C00000"/>
                </a:solidFill>
                <a:latin typeface="Meiryo UI"/>
                <a:ea typeface="Meiryo UI"/>
              </a:rPr>
              <a:t>成功像・現状・課題・解決法を言語化できる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520440"/>
            <a:ext cx="11109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戦略的思考といっても、難しい理論は使いません。今日変えるのは、この2つだけです。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9319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① 視座　</a:t>
            </a: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どこを見るか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53542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大学の中から見る　→　自分の任された範囲から見る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48840" y="5477256"/>
            <a:ext cx="22860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1F3864"/>
                </a:solidFill>
                <a:latin typeface="Meiryo UI"/>
                <a:ea typeface="Meiryo UI"/>
              </a:rPr>
              <a:t>テーマ①（25分）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39319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700" b="1" i="0">
                <a:solidFill>
                  <a:srgbClr val="FFFFFF"/>
                </a:solidFill>
                <a:latin typeface="Meiryo UI"/>
                <a:ea typeface="Meiryo UI"/>
              </a:rPr>
              <a:t>② 順序　</a:t>
            </a:r>
            <a:r>
              <a:rPr sz="1250" b="0" i="0">
                <a:solidFill>
                  <a:srgbClr val="FFFFFF"/>
                </a:solidFill>
                <a:latin typeface="Meiryo UI"/>
                <a:ea typeface="Meiryo UI"/>
              </a:rPr>
              <a:t>どう考えるか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535424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lnSpc>
                <a:spcPct val="125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情報から考える　→　成功像から逆算して考える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72400" y="5477256"/>
            <a:ext cx="2286000" cy="384048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B86A00"/>
                </a:solidFill>
                <a:latin typeface="Meiryo UI"/>
                <a:ea typeface="Meiryo UI"/>
              </a:rPr>
              <a:t>テーマ②（25分）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94360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戦略的思考 ＝ 「どこを見るか」×「どう考えるか」。この2つが変わると、同じ活動でも意味が変わります。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LOOK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3回で、あなたはこれだけの力を手に入れました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 1　</a:t>
            </a: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14016"/>
            <a:ext cx="356616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・大学の使命（教育・研究・臨床）と、医師派遣による地域への影響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・影響力はテリトリーとニーズで決まる（GP／HP／HS）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・教授の裁量権と「医局の集合体」という構造／薬審・採用の流れ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370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→ 先生の“影響力の大きさ”が読める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1691640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 2　</a:t>
            </a: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414016"/>
            <a:ext cx="356616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の設計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Place：ルーチンワークの把握とカレンダー管理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・「会う理由」を設計し、次回の約束を残す／My teacherをつくる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88536" y="4370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1F3864"/>
                </a:solidFill>
                <a:latin typeface="Meiryo UI"/>
                <a:ea typeface="Meiryo UI"/>
              </a:rPr>
              <a:t>→ 会いたい先生に“会える”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691640"/>
            <a:ext cx="3566160" cy="658368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DAY 3　</a:t>
            </a: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28431" y="2414016"/>
            <a:ext cx="3566160" cy="1874519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・ドライ情報 × ウェット情報で顧客理解の解像度を上げる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として面会に持ち込む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・面会後は「なぜ」を分解し、仮説を立てて次の面会へ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4370832"/>
            <a:ext cx="3566160" cy="457200"/>
          </a:xfrm>
          <a:prstGeom prst="roundRect">
            <a:avLst>
              <a:gd name="adj" fmla="val 12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B86A00"/>
                </a:solidFill>
                <a:latin typeface="Meiryo UI"/>
                <a:ea typeface="Meiryo UI"/>
              </a:rPr>
              <a:t>→ 必要な情報が“取れる”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2200" b="1" i="0">
                <a:solidFill>
                  <a:srgbClr val="FFFFFF"/>
                </a:solidFill>
                <a:latin typeface="Meiryo UI"/>
                <a:ea typeface="Meiryo UI"/>
              </a:rPr>
              <a:t>では、その力を —— どこに、何のために使いますか？</a:t>
            </a:r>
          </a:p>
          <a:p>
            <a:pPr algn="ctr"/>
            <a:r>
              <a:rPr sz="1300" b="0" i="0">
                <a:solidFill>
                  <a:srgbClr val="BFE8D2"/>
                </a:solidFill>
                <a:latin typeface="Meiryo UI"/>
                <a:ea typeface="Meiryo UI"/>
              </a:rPr>
              <a:t>大学に行ける。会える。情報も取れる。DAY4は、そこで終わらせずに「使い道を自分で決める」回です。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10896"/>
            <a:ext cx="219456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CHECK 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822960"/>
            <a:ext cx="111556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000" b="1" i="0">
                <a:solidFill>
                  <a:srgbClr val="0B4F37"/>
                </a:solidFill>
                <a:latin typeface="Meiryo UI"/>
                <a:ea typeface="Meiryo UI"/>
              </a:rPr>
              <a:t>この3回で、あなたは何が変わりましたか？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627632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「何を学んだか」ではなく、「自分がどう変わったか」を思い出してください。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28600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2103120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大学の「見方」は変わった？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以前と今で、大学という場所の見え方は？</a:t>
            </a:r>
          </a:p>
        </p:txBody>
      </p:sp>
      <p:sp>
        <p:nvSpPr>
          <p:cNvPr id="8" name="Oval 7"/>
          <p:cNvSpPr/>
          <p:nvPr/>
        </p:nvSpPr>
        <p:spPr>
          <a:xfrm>
            <a:off x="6172200" y="228600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995160" y="2103120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訪問への不安は減った？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医局に入るとき、以前より足取りは軽い？</a:t>
            </a:r>
          </a:p>
        </p:txBody>
      </p:sp>
      <p:sp>
        <p:nvSpPr>
          <p:cNvPr id="10" name="Oval 9"/>
          <p:cNvSpPr/>
          <p:nvPr/>
        </p:nvSpPr>
        <p:spPr>
          <a:xfrm>
            <a:off x="548640" y="347472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71600" y="3291839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担当者としての自信は？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「自分は大学担当だ」と言えるようになった？</a:t>
            </a:r>
          </a:p>
        </p:txBody>
      </p:sp>
      <p:sp>
        <p:nvSpPr>
          <p:cNvPr id="12" name="Oval 11"/>
          <p:cNvSpPr/>
          <p:nvPr/>
        </p:nvSpPr>
        <p:spPr>
          <a:xfrm>
            <a:off x="6172200" y="3474720"/>
            <a:ext cx="658368" cy="658368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04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995160" y="3291839"/>
            <a:ext cx="4800600" cy="10241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実際の行動は変わった？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会う相手・聞くこと・準備の仕方は変わった？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0" y="4709160"/>
            <a:ext cx="5806440" cy="621792"/>
          </a:xfrm>
          <a:prstGeom prst="roundRect">
            <a:avLst>
              <a:gd name="adj" fmla="val 15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一番変わったことを1つ、チャットに書いてください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変化が思い浮かばなくても大丈夫です。</a:t>
            </a:r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「まだここが不安」も立派な出発点 — それが今日のワークの材料になります。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今日は「大学に行けるようになった」その先を扱います。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テーマ①　｜　25分（レクチャー10分・ワーク10分・共有5分）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視座を変える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大学を攻略すれば、あなたの範囲の課題は解決しますか？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DAY1で考えた「先生のテリトリー」を、今日は「自分のテリトリー」に置き換える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大学という枠を一度外し、任された範囲全体の中に大学を置き直す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大学の「どの機能」を使うのかを、自分で決める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DAY1の復習 — 影響力は「テリトリー」と「ニーズ」で決まる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GP・HP・HSで、見ている世界の広さもニーズもまったく違う、という話をしました。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GP（開業医）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2450592"/>
            <a:ext cx="2834639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医院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907792"/>
            <a:ext cx="3200400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医師会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364992"/>
            <a:ext cx="3566160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3DA574"/>
                </a:solidFill>
                <a:latin typeface="Meiryo UI"/>
                <a:ea typeface="Meiryo UI"/>
              </a:rPr>
              <a:t>医療圏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913632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ニーズ：患者を診たい・病診連携したい・発信したい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8536" y="19202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HP（病院）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54296" y="2450592"/>
            <a:ext cx="2834639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1病院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71416" y="2907792"/>
            <a:ext cx="3200400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医師会・医療圏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8536" y="3364992"/>
            <a:ext cx="3566160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28A54"/>
                </a:solidFill>
                <a:latin typeface="Meiryo UI"/>
                <a:ea typeface="Meiryo UI"/>
              </a:rPr>
              <a:t>関連病院・出身医局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88536" y="3913632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ニーズ：紹介率を上げたい・関連病院と協働したい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28431" y="1920240"/>
            <a:ext cx="356616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HS（大学病院）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94192" y="2450592"/>
            <a:ext cx="2834639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県内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11311" y="2907792"/>
            <a:ext cx="3200400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県内＋他大学・専門領域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3364992"/>
            <a:ext cx="3566160" cy="384048"/>
          </a:xfrm>
          <a:prstGeom prst="roundRect">
            <a:avLst>
              <a:gd name="adj" fmla="val 20000"/>
            </a:avLst>
          </a:prstGeom>
          <a:solidFill>
            <a:srgbClr val="F4FAF6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1F3864"/>
                </a:solidFill>
                <a:latin typeface="Meiryo UI"/>
                <a:ea typeface="Meiryo UI"/>
              </a:rPr>
              <a:t>日本全体・学会・世界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3913632"/>
            <a:ext cx="35661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ニーズ：研修医が欲しい・論文を出したい・政治力が欲しい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09160"/>
            <a:ext cx="11109960" cy="13716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DAY1では「先生のテリトリーはどこまでか」を考えました。</a:t>
            </a:r>
          </a:p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BFE8D2"/>
                </a:solidFill>
                <a:latin typeface="Meiryo UI"/>
                <a:ea typeface="Meiryo UI"/>
              </a:rPr>
              <a:t>今日は、その問いを自分に向けます。</a:t>
            </a:r>
          </a:p>
          <a:p>
            <a:pPr algn="ctr"/>
            <a:r>
              <a:rPr sz="2100" b="1" i="0">
                <a:solidFill>
                  <a:srgbClr val="FFC000"/>
                </a:solidFill>
                <a:latin typeface="Meiryo UI"/>
                <a:ea typeface="Meiryo UI"/>
              </a:rPr>
              <a:t>あなたのテリトリーは、どこですか？　その中で、大学はどれくらいの大きさですか？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「大学の中から」ではなく「範囲の中に大学を置く」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30352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これまで：大学の中から、周りを見る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5303520" cy="23774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・視点の中心は「大学」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・成功像が、大学内の採用・処方・面会・講演会になりやすい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・大学から依頼されたことに応える活動になりやすい</a:t>
            </a:r>
          </a:p>
          <a:p>
            <a:pPr algn="l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・大学を攻略すれば解決する、という前提に立ちやすい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053328" y="3200400"/>
            <a:ext cx="594360" cy="548640"/>
          </a:xfrm>
          <a:prstGeom prst="rightArrow">
            <a:avLst/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858000" y="1691640"/>
            <a:ext cx="4800600" cy="566928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これから：範囲の中に、大学を置く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0" y="2331720"/>
            <a:ext cx="4800600" cy="23774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・視点の中心は「自分の任された範囲」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・成功像は、範囲全体がどうなっているか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・大学は、その成功像を実現するために使える資源の一つ</a:t>
            </a:r>
          </a:p>
          <a:p>
            <a:pPr algn="l">
              <a:lnSpc>
                <a:spcPct val="125000"/>
              </a:lnSpc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・大学が中心とは限らない。基幹病院が中心の範囲もある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937760"/>
            <a:ext cx="11109960" cy="12801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表面的には、同じ「教授面会」「講演会」でも —</a:t>
            </a:r>
          </a:p>
          <a:p>
            <a:pPr algn="ctr">
              <a:lnSpc>
                <a:spcPct val="125000"/>
              </a:lnSpc>
            </a:pP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大学だけを見て実施した活動と、範囲全体を見て大学を活用した活動では、</a:t>
            </a:r>
            <a:r>
              <a:rPr sz="1350" b="1" i="0">
                <a:solidFill>
                  <a:srgbClr val="C00000"/>
                </a:solidFill>
                <a:latin typeface="Meiryo UI"/>
                <a:ea typeface="Meiryo UI"/>
              </a:rPr>
              <a:t>意味も成果の質もまったく違います。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だから、答えは人によって違います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大学が強い地域もあれば、基幹病院のほうが症例数・影響力を持つ地域もあります。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① 一つの大学が中心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508760" y="2971800"/>
            <a:ext cx="1051560" cy="105156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0" name="Oval 9"/>
          <p:cNvSpPr/>
          <p:nvPr/>
        </p:nvSpPr>
        <p:spPr>
          <a:xfrm>
            <a:off x="2468880" y="3749039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840479"/>
            <a:ext cx="566928" cy="56692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大学の方針が範囲全体に波及する。医局人事と情報発信が効く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01568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② 複数の大学が並ぶ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01568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3858768" y="3017520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16" name="Oval 15"/>
          <p:cNvSpPr/>
          <p:nvPr/>
        </p:nvSpPr>
        <p:spPr>
          <a:xfrm>
            <a:off x="5001768" y="3566160"/>
            <a:ext cx="868680" cy="8686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B大</a:t>
            </a:r>
          </a:p>
        </p:txBody>
      </p:sp>
      <p:sp>
        <p:nvSpPr>
          <p:cNvPr id="17" name="Oval 16"/>
          <p:cNvSpPr/>
          <p:nvPr/>
        </p:nvSpPr>
        <p:spPr>
          <a:xfrm>
            <a:off x="4636008" y="2834639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1大学では範囲は動かない。両大学に共通する課題を探す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③ 基幹病院が中心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123176" y="3017520"/>
            <a:ext cx="1097280" cy="1097280"/>
          </a:xfrm>
          <a:prstGeom prst="ellipse">
            <a:avLst/>
          </a:prstGeom>
          <a:solidFill>
            <a:srgbClr val="EAF0F9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基幹</a:t>
            </a:r>
          </a:p>
        </p:txBody>
      </p:sp>
      <p:sp>
        <p:nvSpPr>
          <p:cNvPr id="22" name="Oval 21"/>
          <p:cNvSpPr/>
          <p:nvPr/>
        </p:nvSpPr>
        <p:spPr>
          <a:xfrm>
            <a:off x="6620256" y="3931920"/>
            <a:ext cx="640080" cy="64008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3" name="Oval 22"/>
          <p:cNvSpPr/>
          <p:nvPr/>
        </p:nvSpPr>
        <p:spPr>
          <a:xfrm>
            <a:off x="8220456" y="3886200"/>
            <a:ext cx="548640" cy="54864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CL群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54496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症例数・実務の影響力は基幹病院。大学は研究・教育で効かせる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07424" y="1920240"/>
            <a:ext cx="2697480" cy="457200"/>
          </a:xfrm>
          <a:prstGeom prst="roundRect">
            <a:avLst>
              <a:gd name="adj" fmla="val 12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④ 大学の影響が広域に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07424" y="2423160"/>
            <a:ext cx="2697480" cy="2240280"/>
          </a:xfrm>
          <a:prstGeom prst="roundRect">
            <a:avLst>
              <a:gd name="adj" fmla="val 4000"/>
            </a:avLst>
          </a:prstGeom>
          <a:solidFill>
            <a:srgbClr val="F4FAF6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564624" y="2971800"/>
            <a:ext cx="1005840" cy="1005840"/>
          </a:xfrm>
          <a:prstGeom prst="ellipse">
            <a:avLst/>
          </a:prstGeom>
          <a:solidFill>
            <a:srgbClr val="E9F5EE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000" b="1" i="0">
                <a:solidFill>
                  <a:srgbClr val="0B4F37"/>
                </a:solidFill>
                <a:latin typeface="Meiryo UI"/>
                <a:ea typeface="Meiryo UI"/>
              </a:rPr>
              <a:t>A大</a:t>
            </a:r>
          </a:p>
        </p:txBody>
      </p:sp>
      <p:sp>
        <p:nvSpPr>
          <p:cNvPr id="28" name="Oval 27"/>
          <p:cNvSpPr/>
          <p:nvPr/>
        </p:nvSpPr>
        <p:spPr>
          <a:xfrm>
            <a:off x="10936224" y="2926079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29" name="Oval 28"/>
          <p:cNvSpPr/>
          <p:nvPr/>
        </p:nvSpPr>
        <p:spPr>
          <a:xfrm>
            <a:off x="11027663" y="3886200"/>
            <a:ext cx="594360" cy="5943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595959"/>
                </a:solidFill>
                <a:latin typeface="Meiryo UI"/>
                <a:ea typeface="Meiryo UI"/>
              </a:rPr>
              <a:t>県外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07424" y="4754880"/>
            <a:ext cx="2697480" cy="1005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先生の影響が担当範囲を超える。営業所・全国への展開を考える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5897880"/>
            <a:ext cx="11109960" cy="41148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正解の型はありません。大事なのは、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「自分は任された範囲をこう見ている」と言えること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です。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①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大学の「どの機能」を使いますか？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DAY1で学んだとおり、大学病院はトップダウン組織ではなく「医局の集合体」。使える機能は複数あります。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教育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若手が学び、数年後に範囲の病院へ散っていく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01568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研究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01568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エビデンスをつくり、学会・論文で外へ届く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臨床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症例が集まる。専門治療の実施と評価の場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07424" y="1965960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医局人事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07424" y="2450591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関連病院の部長・医長を決める。方針が波及する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264408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医師派遣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749039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誰がどの施設に行くか。範囲の布陣が決まる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401568" y="3264408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情報発信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01568" y="3749039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治療方針が、時間差で範囲の標準になる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54496" y="3264408"/>
            <a:ext cx="2697480" cy="438912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講演会・研究会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54496" y="3749039"/>
            <a:ext cx="269748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地域の医師が集まる場。共通認識をつくれる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07424" y="3264408"/>
            <a:ext cx="2551176" cy="1216152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この7つのうち、</a:t>
            </a:r>
          </a:p>
          <a:p>
            <a:pPr algn="ctr">
              <a:lnSpc>
                <a:spcPct val="125000"/>
              </a:lnSpc>
            </a:pPr>
            <a:r>
              <a:rPr sz="1300" b="1" i="0">
                <a:solidFill>
                  <a:srgbClr val="FFC000"/>
                </a:solidFill>
                <a:latin typeface="Meiryo UI"/>
                <a:ea typeface="Meiryo UI"/>
              </a:rPr>
              <a:t>あなたの課題を解くのに
必要なのはどれ？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4754880"/>
            <a:ext cx="11109960" cy="6858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400"/>
              </a:spcAft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DAY1の「教授の裁量権」を思い出してください：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①臨床機会の配分　②医局人事・異動　③教授会・教授選　④研究・教育の方向性</a:t>
            </a:r>
          </a:p>
          <a:p>
            <a:pPr algn="ctr"/>
            <a:r>
              <a:rPr sz="1200" b="0" i="0">
                <a:solidFill>
                  <a:srgbClr val="595959"/>
                </a:solidFill>
                <a:latin typeface="Meiryo UI"/>
                <a:ea typeface="Meiryo UI"/>
              </a:rPr>
              <a:t>＝ 教授は「処方者」ではなく、機能を動かせる人。誰を通じて、どの機能を動かすかを設計します。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「大学を攻略する」ではなく、「この課題を解くために、大学のこの機能を使う」と言えるか。</a:t>
            </a:r>
          </a:p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例：範囲の紹介が遅い → 使うのは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情報発信と講演会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　／　例：基幹病院の治療方針を変えたい → 使うのは</a:t>
            </a:r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医局人事と医師派遣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①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自分のテリトリーを、1枚の絵にする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手元の紙に、あなたの任された範囲を描いてください。描き方は自由。上手さは関係ありません。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1460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施設を丸で置く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大学・基幹病院・その他。丸の大きさ＝あなたが考える重要度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9184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つながりを線で結ぶ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患者の流れ／医師の人事・派遣／情報・診療方針の流れ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06908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大学の丸に機能を書く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教育・研究・臨床・医局人事・医師派遣・情報発信・講演会から選ぶ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7360920" cy="13258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262626"/>
                </a:solidFill>
                <a:latin typeface="Meiryo UI"/>
                <a:ea typeface="Meiryo UI"/>
              </a:rPr>
              <a:t>描き終えたら、自分に問いかけてください。</a:t>
            </a:r>
          </a:p>
          <a:p>
            <a:pPr algn="ctr">
              <a:spcAft>
                <a:spcPts val="600"/>
              </a:spcAft>
            </a:pPr>
            <a:r>
              <a:rPr sz="1800" b="1" i="0">
                <a:solidFill>
                  <a:srgbClr val="C00000"/>
                </a:solidFill>
                <a:latin typeface="Meiryo UI"/>
                <a:ea typeface="Meiryo UI"/>
              </a:rPr>
              <a:t>あなたの絵で、大学は何番目に大きいですか？</a:t>
            </a:r>
          </a:p>
          <a:p>
            <a:pPr algn="l"/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一番大きくなくても、まったく問題ありません。それがあなたの範囲の実態です。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2044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2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迷ったときは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・施設が多すぎる → 重要そうな5〜6施設だけでOK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・重要度が決められない →「この施設が変われば、範囲全体が変わるか？」で判断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・線が分からない → 分からない線は点線＋「？」で。それが次に取りに行く情報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・大学が複数ある → 全部描く。関係が分からなければ、それも「？」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①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共有：あなたの範囲を、他の人に説明する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3〜4人1組。1人1分で、自分の絵を見せながら説明します。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78608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話す人（1分）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145536"/>
            <a:ext cx="5486400" cy="2057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この型で話してみてください：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「私の範囲は◯◯が中心です。大学は△△の機能で効いています。いま一番動かしたいのは□□です」</a:t>
            </a:r>
          </a:p>
          <a:p>
            <a:pPr algn="l">
              <a:lnSpc>
                <a:spcPct val="125000"/>
              </a:lnSpc>
            </a:pPr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→ 大学が一番大きくない人は、その理由も添えてください。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578608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聞く人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145536"/>
            <a:ext cx="5486400" cy="2057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質問はこの1つだけ：</a:t>
            </a:r>
          </a:p>
          <a:p>
            <a:pPr algn="l">
              <a:lnSpc>
                <a:spcPct val="125000"/>
              </a:lnSpc>
              <a:spcAft>
                <a:spcPts val="800"/>
              </a:spcAft>
            </a:pPr>
            <a:r>
              <a:rPr sz="1400" b="1" i="0">
                <a:solidFill>
                  <a:srgbClr val="1F3864"/>
                </a:solidFill>
                <a:latin typeface="Meiryo UI"/>
                <a:ea typeface="Meiryo UI"/>
              </a:rPr>
              <a:t>「なぜ、その施設が一番大きいのですか？」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595959"/>
                </a:solidFill>
                <a:latin typeface="Meiryo UI"/>
                <a:ea typeface="Meiryo UI"/>
              </a:rPr>
              <a:t>答えに詰まったら、重要度の根拠がまだ言語化されていないということ。批判ではなく、深めるための質問です。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413248"/>
            <a:ext cx="11109960" cy="82296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0B4F37"/>
                </a:solidFill>
                <a:latin typeface="Meiryo UI"/>
                <a:ea typeface="Meiryo UI"/>
              </a:rPr>
              <a:t>他の人の絵は、最高の教材です。</a:t>
            </a:r>
          </a:p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「大学が中心じゃない範囲もあるのか」「その施設の見方があったか」— 自分の絵の空白が見えてきます。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02920"/>
          </a:xfrm>
          <a:prstGeom prst="rect">
            <a:avLst/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34440"/>
            <a:ext cx="21945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0" b="1" i="0">
                <a:solidFill>
                  <a:srgbClr val="1D7451"/>
                </a:solidFill>
                <a:latin typeface="Meiryo UI"/>
                <a:ea typeface="Meiryo UI"/>
              </a:rPr>
              <a:t>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26080" y="1143000"/>
            <a:ext cx="8595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BFE8D2"/>
                </a:solidFill>
                <a:latin typeface="Meiryo UI"/>
                <a:ea typeface="Meiryo UI"/>
              </a:rPr>
              <a:t>テーマ②　｜　25分（レクチャー10分・ワーク10分・共有5分）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926080" y="1554480"/>
            <a:ext cx="859536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Meiryo UI"/>
                <a:ea typeface="Meiryo UI"/>
              </a:rPr>
              <a:t>順序を変える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880360"/>
            <a:ext cx="10698480" cy="86868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/>
            <a:r>
              <a:rPr sz="1900" b="1" i="0">
                <a:solidFill>
                  <a:srgbClr val="0B4F37"/>
                </a:solidFill>
                <a:latin typeface="Meiryo UI"/>
                <a:ea typeface="Meiryo UI"/>
              </a:rPr>
              <a:t>その情報は、何のために取りましたか？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4114800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187952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情報を集めてから考えるのではなく、成功像から逆算して取りに行く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828032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4901184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「要望に応える活動」から「範囲の課題から動かす活動」へ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541264"/>
            <a:ext cx="402336" cy="402336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0B4F37"/>
                </a:solidFill>
                <a:latin typeface="Meiryo UI"/>
                <a:ea typeface="Meiryo U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5614416"/>
            <a:ext cx="99669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成功像・現状・課題・解決法を、自分の言葉で言語化する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情報は、集めるほど良いわけではありません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教授の専門、医局員の横のつながり、派遣先、人事、研究内容 — 知ること自体は目的ではありません。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11109960" cy="566928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よくある順番：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情報を集める</a:t>
            </a: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　→　</a:t>
            </a: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何に使えるか考える</a:t>
            </a:r>
            <a:r>
              <a:rPr sz="1300" b="0" i="0">
                <a:solidFill>
                  <a:srgbClr val="FFFFFF"/>
                </a:solidFill>
                <a:latin typeface="Meiryo UI"/>
                <a:ea typeface="Meiryo UI"/>
              </a:rPr>
              <a:t>　→　集めたけれど活かせない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成功像を考える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任された範囲を、どうしたいのか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660904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07208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役割を仮説化する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07208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大学・基幹病院に、どんな役割が必要か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19472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065776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必要な情報を決める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65776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その仮説を確かめるには、何を知る必要があるか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7178040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324344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情報を取りに行く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24344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DAY3で学んだドライ／ウェットの方法で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9436608" y="3035808"/>
            <a:ext cx="128016" cy="237744"/>
          </a:xfrm>
          <a:prstGeom prst="right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582912" y="2880360"/>
            <a:ext cx="2084831" cy="54864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仮説と活動を直す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582912" y="3502152"/>
            <a:ext cx="2084831" cy="1097280"/>
          </a:xfrm>
          <a:prstGeom prst="roundRect">
            <a:avLst>
              <a:gd name="adj" fmla="val 10000"/>
            </a:avLst>
          </a:prstGeom>
          <a:solidFill>
            <a:srgbClr val="F4FA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3210" bIns="83210" lIns="118872" rIns="118872"/>
          <a:lstStyle/>
          <a:p>
            <a:pPr algn="l">
              <a:lnSpc>
                <a:spcPct val="12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違っていたら、成功像や打ち手を修正する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11548872" y="3931920"/>
            <a:ext cx="0" cy="932688"/>
          </a:xfrm>
          <a:prstGeom prst="line">
            <a:avLst/>
          </a:prstGeom>
          <a:ln w="20320">
            <a:solidFill>
              <a:srgbClr val="3DA57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914400" y="4864608"/>
            <a:ext cx="10634472" cy="0"/>
          </a:xfrm>
          <a:prstGeom prst="line">
            <a:avLst/>
          </a:prstGeom>
          <a:ln w="20320">
            <a:solidFill>
              <a:srgbClr val="3DA574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Up Arrow 23"/>
          <p:cNvSpPr/>
          <p:nvPr/>
        </p:nvSpPr>
        <p:spPr>
          <a:xfrm>
            <a:off x="804672" y="3977639"/>
            <a:ext cx="219456" cy="914400"/>
          </a:xfrm>
          <a:prstGeom prst="up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23360" y="4919472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128A54"/>
                </a:solidFill>
                <a:latin typeface="Meiryo UI"/>
                <a:ea typeface="Meiryo UI"/>
              </a:rPr>
              <a:t>← 回しながら精度を上げる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321808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DAY3では「情報の取り方」を学びました。今日足すのは、「取りに行く理由」です。</a:t>
            </a:r>
          </a:p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範囲をどうしたいかというビジョンと、大学・基幹病院にどんな役割が要るかという仮説があるから、確かめるために情報を取りに行く。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同じ「講演会」でも、価値がまったく違います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530352"/>
          </a:xfrm>
          <a:prstGeom prst="roundRect">
            <a:avLst>
              <a:gd name="adj" fmla="val 1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A：要望に応える活動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大学から講演会を依頼された</a:t>
            </a:r>
          </a:p>
        </p:txBody>
      </p:sp>
      <p:sp>
        <p:nvSpPr>
          <p:cNvPr id="8" name="Down Arrow 7"/>
          <p:cNvSpPr/>
          <p:nvPr/>
        </p:nvSpPr>
        <p:spPr>
          <a:xfrm>
            <a:off x="3127248" y="2907791"/>
            <a:ext cx="329184" cy="219456"/>
          </a:xfrm>
          <a:prstGeom prst="down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3127248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依頼どおりに企画・実施した</a:t>
            </a:r>
          </a:p>
        </p:txBody>
      </p:sp>
      <p:sp>
        <p:nvSpPr>
          <p:cNvPr id="10" name="Down Arrow 9"/>
          <p:cNvSpPr/>
          <p:nvPr/>
        </p:nvSpPr>
        <p:spPr>
          <a:xfrm>
            <a:off x="3127248" y="3703320"/>
            <a:ext cx="329184" cy="219456"/>
          </a:xfrm>
          <a:prstGeom prst="downArrow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48640" y="3922776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大学の要望に応えられた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75488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5959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595959"/>
                </a:solidFill>
                <a:latin typeface="Meiryo UI"/>
                <a:ea typeface="Meiryo UI"/>
              </a:rPr>
              <a:t>担当者の介入価値が見えにくい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691640"/>
            <a:ext cx="5486400" cy="53035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B：範囲の課題から動かす活動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331720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任された範囲に、この課題がある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8750808" y="2907791"/>
            <a:ext cx="329184" cy="182880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172200" y="3090672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大学・基幹病院にも共通する課題だと分かった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8750808" y="3666744"/>
            <a:ext cx="329184" cy="182880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3849624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解決には、あの先生からこのメッセージが要る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8750808" y="4425696"/>
            <a:ext cx="329184" cy="182880"/>
          </a:xfrm>
          <a:prstGeom prst="downArrow">
            <a:avLst/>
          </a:prstGeom>
          <a:solidFill>
            <a:srgbClr val="3DA5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72200" y="4608576"/>
            <a:ext cx="5486400" cy="54864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200" b="1" i="0">
                <a:solidFill>
                  <a:srgbClr val="262626"/>
                </a:solidFill>
                <a:latin typeface="Meiryo UI"/>
                <a:ea typeface="Meiryo UI"/>
              </a:rPr>
              <a:t>そのために講演会を企画する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72200" y="4754880"/>
            <a:ext cx="5486400" cy="658368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128A54"/>
                </a:solidFill>
                <a:latin typeface="Meiryo UI"/>
                <a:ea typeface="Meiryo UI"/>
              </a:rPr>
              <a:t>担当者が課題を捉え、大学を動かした活動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553212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実例：複数の大学がある地域で、一つの大学の要望に応えるのではなく、範囲全体の課題を起点に、各大学の考え方と関係性を踏まえて共通の方向へ乗せた講演会。</a:t>
            </a:r>
          </a:p>
          <a:p>
            <a:pPr algn="l"/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表面上はどちらも「講演会」。違いは、その手前で何を考えたかだけです。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言語化する — 4つの問い ＋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プロジェクトの到達目標「成功像・現状・課題・解決法を言語化できる」を、問いの形にしました。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42316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任された範囲が、どうなっていたら最高ですか？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92024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42316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いま、その理想とどこがどう違いますか？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38328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88620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なぜ、そのギャップが生まれていますか？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383280"/>
            <a:ext cx="5486400" cy="45720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④ 解決法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886200"/>
            <a:ext cx="5486400" cy="86868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lnSpc>
                <a:spcPct val="125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そのギャップを埋めるために、何を起こしますか？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736592"/>
            <a:ext cx="5486400" cy="420624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＋ 大学・基幹病院の役割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202936"/>
            <a:ext cx="5486400" cy="512064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どの施設の、どの機能を使いますか？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736592"/>
            <a:ext cx="5486400" cy="420624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＋ 自分の介入点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5202936"/>
            <a:ext cx="5486400" cy="512064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ctr"/>
            <a:r>
              <a:rPr sz="1200" b="0" i="0">
                <a:solidFill>
                  <a:srgbClr val="262626"/>
                </a:solidFill>
                <a:latin typeface="Meiryo UI"/>
                <a:ea typeface="Meiryo UI"/>
              </a:rPr>
              <a:t>自分にしかできないことは、何ですか？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815584"/>
            <a:ext cx="11109960" cy="530352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300"/>
              </a:spcAft>
            </a:pPr>
            <a:r>
              <a:rPr sz="1300" b="1" i="0">
                <a:solidFill>
                  <a:srgbClr val="C00000"/>
                </a:solidFill>
                <a:latin typeface="Meiryo UI"/>
                <a:ea typeface="Meiryo UI"/>
              </a:rPr>
              <a:t>形式は自由です。</a:t>
            </a: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箇条書きでも、絵に書き込む形でも構いません。整理の道具の一例として「4Sシート」を付録Bに用意しました。</a:t>
            </a:r>
          </a:p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整ったシートをつくることより、「なぜ、それが重要なのか」を説明できることが大切です。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496312" cy="384048"/>
          </a:xfrm>
          <a:prstGeom prst="roundRect">
            <a:avLst>
              <a:gd name="adj" fmla="val 5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THEME ②　｜　25分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言語化の例：複数の大学がある地域（架空の例）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① 成功像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6712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範囲全体で、専門治療が必要な患者さんが、どの地域にいても適切なタイミングで専門医にたどり着いている。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9164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② 現状・課題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67128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EAF0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紹介が遅い。地域差が大きい。A大学とB大学で治療方針の温度差があり、地域の医師がどちらに合わせるべきか迷っている。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③ 原因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75887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なぜ遅い？→紹介の目安が共有されていない →なぜ？→範囲共通の基準がない →なぜ？→両大学が同じ場で話す機会がない。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200400"/>
            <a:ext cx="5486400" cy="438912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④ 解決法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675887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B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89611" bIns="89611" lIns="128016" rIns="128016"/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両大学の先生が同席する会を企画し、範囲共通の紹介の目安を、両大学の連名で発信してもらう。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663440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大学・基幹病院の役割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566160" y="4663440"/>
            <a:ext cx="8092440" cy="457200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A大学＝情報発信（メッセージの発信源）／B大学＝地域連携の実務／基幹病院C＝受け皿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193792"/>
            <a:ext cx="2880360" cy="4572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＋ 自分の介入点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566160" y="5193792"/>
            <a:ext cx="8092440" cy="457200"/>
          </a:xfrm>
          <a:prstGeom prst="roundRect">
            <a:avLst>
              <a:gd name="adj" fmla="val 10000"/>
            </a:avLst>
          </a:prstGeom>
          <a:solidFill>
            <a:srgbClr val="BFE8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6809" bIns="76809" lIns="109728" rIns="109728"/>
          <a:lstStyle/>
          <a:p>
            <a:pPr algn="l"/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両大学の関係性を踏まえた会の設計と、両医局長への事前相談は、範囲を見ている自分にしかできない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806440"/>
            <a:ext cx="11109960" cy="502920"/>
          </a:xfrm>
          <a:prstGeom prst="roundRect">
            <a:avLst>
              <a:gd name="adj" fmla="val 15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C00000"/>
                </a:solidFill>
                <a:latin typeface="Meiryo UI"/>
                <a:ea typeface="Meiryo UI"/>
              </a:rPr>
              <a:t>注目：この会は「大学から頼まれた会」ではありません。</a:t>
            </a: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範囲の課題から逆算して、担当者が設計した会です。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WORK ②　｜　10分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自分の範囲を、4つの問いで言語化する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45920"/>
            <a:ext cx="7360920" cy="713232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lnSpc>
                <a:spcPct val="120000"/>
              </a:lnSpc>
            </a:pPr>
            <a:r>
              <a:rPr sz="1400" b="1" i="0">
                <a:solidFill>
                  <a:srgbClr val="262626"/>
                </a:solidFill>
                <a:latin typeface="Meiryo UI"/>
                <a:ea typeface="Meiryo UI"/>
              </a:rPr>
              <a:t>さきほど描いた絵を横に置いて、範囲の戦略を言葉にします。完璧でなくて構いません。</a:t>
            </a:r>
          </a:p>
        </p:txBody>
      </p:sp>
      <p:sp>
        <p:nvSpPr>
          <p:cNvPr id="7" name="Oval 6"/>
          <p:cNvSpPr/>
          <p:nvPr/>
        </p:nvSpPr>
        <p:spPr>
          <a:xfrm>
            <a:off x="548640" y="251460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371600" y="251460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① 成功像 ② 現状・課題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絵を見ながら「範囲がどうなっていたら最高か」から書く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29184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3分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371600" y="329184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③ 原因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「なぜ？」を3回。人・関係性・場・情報の4方向で探す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4069080"/>
            <a:ext cx="640080" cy="640080"/>
          </a:xfrm>
          <a:prstGeom prst="ellipse">
            <a:avLst/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4分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371600" y="4069080"/>
            <a:ext cx="6537960" cy="6400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④ 解決法 ＋ 役割・介入点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どの施設のどの機能を使うか。自分にしかできないことは何か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892040"/>
            <a:ext cx="7360920" cy="13258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合言葉：整った戦略より、語れる戦略。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空欄があってもかまいません。偏っていてもかまいません。1つでも「これが重要だ」と言い切れるものがあれば、今日は成功です。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645920"/>
            <a:ext cx="3520440" cy="4572000"/>
          </a:xfrm>
          <a:prstGeom prst="roundRect">
            <a:avLst>
              <a:gd name="adj" fmla="val 6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8015" bIns="128015" lIns="182880" rIns="182880"/>
          <a:lstStyle/>
          <a:p>
            <a:pPr algn="ctr">
              <a:spcAft>
                <a:spcPts val="1200"/>
              </a:spcAft>
            </a:pPr>
            <a:r>
              <a:rPr sz="1450" b="1" i="0">
                <a:solidFill>
                  <a:srgbClr val="FFFFFF"/>
                </a:solidFill>
                <a:latin typeface="Meiryo UI"/>
                <a:ea typeface="Meiryo UI"/>
              </a:rPr>
              <a:t>手が止まったら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・成功像が出ない →「1年後、上司に自慢したい範囲の姿」を想像する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・課題が出ない → 絵の中で詰まっている線を探す（紹介・人事・情報）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・原因が浅い →「それでもうまくいっている地域があるのはなぜ？」と自問する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FFFFFF"/>
                </a:solidFill>
                <a:latin typeface="Meiryo UI"/>
                <a:ea typeface="Meiryo UI"/>
              </a:rPr>
              <a:t>・役割が決まらない → 大学の7つの機能に戻り、必要なものを1つだけ選ぶ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37744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SHARE ②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共有：「なぜ、それが重要なのか」を語る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621792"/>
          </a:xfrm>
          <a:prstGeom prst="roundRect">
            <a:avLst>
              <a:gd name="adj" fmla="val 10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0B4F37"/>
                </a:solidFill>
                <a:latin typeface="Meiryo UI"/>
                <a:ea typeface="Meiryo UI"/>
              </a:rPr>
              <a:t>3〜4人1組。1人1分半。シートを読み上げるのではなく、自分の言葉で語ってください。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42032"/>
            <a:ext cx="11109960" cy="11887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7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語り方の型</a:t>
            </a:r>
          </a:p>
          <a:p>
            <a:pPr algn="ctr">
              <a:lnSpc>
                <a:spcPct val="130000"/>
              </a:lnSpc>
            </a:pP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「私の範囲は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◯◯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が課題です。原因は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△△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。だから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□□先生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に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◇◇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してもらいます。そのために私は </a:t>
            </a: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☆☆</a:t>
            </a:r>
            <a:r>
              <a:rPr sz="1500" b="0" i="0">
                <a:solidFill>
                  <a:srgbClr val="FFFFFF"/>
                </a:solidFill>
                <a:latin typeface="Meiryo UI"/>
                <a:ea typeface="Meiryo UI"/>
              </a:rPr>
              <a:t> をします」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93192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聞き手が聞く質問（1つだけ）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498848"/>
            <a:ext cx="548640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1F3864"/>
                </a:solidFill>
                <a:latin typeface="Meiryo UI"/>
                <a:ea typeface="Meiryo UI"/>
              </a:rPr>
              <a:t>「なぜ、それが重要なのですか？」</a:t>
            </a:r>
          </a:p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答えられれば、その戦略はもう自分のものです。詰まったら、そこが次に考えるところ。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3931920"/>
            <a:ext cx="5486400" cy="5029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この共有のねらい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4498848"/>
            <a:ext cx="5486400" cy="14173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15214" bIns="115214" lIns="164592" rIns="164592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・他の人の範囲の見方を知る（アンケート期待1位）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・自分の戦略を、声に出して確かめる</a:t>
            </a:r>
          </a:p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・「大学の使い方」の引き出しを、全員で増やす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6035040"/>
            <a:ext cx="11109960" cy="36576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595959"/>
                </a:solidFill>
                <a:latin typeface="Meiryo UI"/>
                <a:ea typeface="Meiryo UI"/>
              </a:rPr>
              <a:t>上手に語れなくて当然です。今日はじめて考えたことなので、詰まった箇所が持ち帰りの宿題になります。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2258568" cy="384048"/>
          </a:xfrm>
          <a:prstGeom prst="roundRect">
            <a:avLst>
              <a:gd name="adj" fmla="val 5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BEYOND　｜　5分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影響の輪 — 得た情報とメッセージを、どこまで届けるか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ここからは発展的な視点です。全員が今日到達する必要はありません。持ち帰ってみてください。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26</a:t>
            </a:r>
          </a:p>
        </p:txBody>
      </p:sp>
      <p:sp>
        <p:nvSpPr>
          <p:cNvPr id="7" name="Oval 6"/>
          <p:cNvSpPr/>
          <p:nvPr/>
        </p:nvSpPr>
        <p:spPr>
          <a:xfrm>
            <a:off x="1143000" y="1920239"/>
            <a:ext cx="4114800" cy="4114800"/>
          </a:xfrm>
          <a:prstGeom prst="ellipse">
            <a:avLst/>
          </a:prstGeom>
          <a:noFill/>
          <a:ln w="20320">
            <a:solidFill>
              <a:srgbClr val="3DA5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577340" y="2354579"/>
            <a:ext cx="3246120" cy="3246120"/>
          </a:xfrm>
          <a:prstGeom prst="ellipse">
            <a:avLst/>
          </a:prstGeom>
          <a:noFill/>
          <a:ln w="2032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011680" y="2788920"/>
            <a:ext cx="2377440" cy="2377440"/>
          </a:xfrm>
          <a:prstGeom prst="ellipse">
            <a:avLst/>
          </a:prstGeom>
          <a:noFill/>
          <a:ln w="20320">
            <a:solidFill>
              <a:srgbClr val="3B5C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446020" y="3223259"/>
            <a:ext cx="1508760" cy="1508760"/>
          </a:xfrm>
          <a:prstGeom prst="ellipse">
            <a:avLst/>
          </a:prstGeom>
          <a:noFill/>
          <a:ln w="2032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86000" y="1975103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DA574"/>
                </a:solidFill>
                <a:latin typeface="Meiryo UI"/>
                <a:ea typeface="Meiryo UI"/>
              </a:rPr>
              <a:t>施設の中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86000" y="240944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関連病院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843784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3B5C99"/>
                </a:solidFill>
                <a:latin typeface="Meiryo UI"/>
                <a:ea typeface="Meiryo UI"/>
              </a:rPr>
              <a:t>担当範囲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78123"/>
            <a:ext cx="1828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1" i="0">
                <a:solidFill>
                  <a:srgbClr val="1F3864"/>
                </a:solidFill>
                <a:latin typeface="Meiryo UI"/>
                <a:ea typeface="Meiryo UI"/>
              </a:rPr>
              <a:t>営業所・営業部</a:t>
            </a:r>
          </a:p>
        </p:txBody>
      </p:sp>
      <p:sp>
        <p:nvSpPr>
          <p:cNvPr id="15" name="Oval 14"/>
          <p:cNvSpPr/>
          <p:nvPr/>
        </p:nvSpPr>
        <p:spPr>
          <a:xfrm>
            <a:off x="2852928" y="3630168"/>
            <a:ext cx="694944" cy="694944"/>
          </a:xfrm>
          <a:prstGeom prst="ellipse">
            <a:avLst/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0" bIns="0" lIns="0" rIns="0"/>
          <a:lstStyle/>
          <a:p>
            <a:pPr algn="ctr">
              <a:lnSpc>
                <a:spcPct val="105000"/>
              </a:lnSpc>
            </a:pPr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先生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5806440"/>
            <a:ext cx="5074920" cy="50292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lnSpc>
                <a:spcPct val="115000"/>
              </a:lnSpc>
            </a:pPr>
            <a:r>
              <a:rPr sz="1050" b="1" i="0">
                <a:solidFill>
                  <a:srgbClr val="595959"/>
                </a:solidFill>
                <a:latin typeface="Meiryo UI"/>
                <a:ea typeface="Meiryo UI"/>
              </a:rPr>
              <a:t>※ 大学の先生が、担当範囲を超えて広域・全国に影響を持つこともある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09360" y="1874519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他の大学・基幹病院へ広げる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同じ課題を持つ施設は、範囲の中に必ずある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2944368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他の担当MRの活動に活かす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自分が得た情報は、チームの武器になる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309360" y="4014215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講演会・研究会で発信する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1対1の面会では届かない範囲に、一度に届く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09360" y="5084064"/>
            <a:ext cx="534924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B86A00"/>
                </a:solidFill>
                <a:latin typeface="Meiryo UI"/>
                <a:ea typeface="Meiryo UI"/>
              </a:rPr>
              <a:t>疾患啓発へつなげる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担当範囲を超えて、患者さんの流れそのものを変える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5806440"/>
            <a:ext cx="5349240" cy="502920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一施設で終わらせない。それが大学担当の価値。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48640" y="365760"/>
            <a:ext cx="2011680" cy="384048"/>
          </a:xfrm>
          <a:prstGeom prst="roundRect">
            <a:avLst>
              <a:gd name="adj" fmla="val 5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0B4F37"/>
                </a:solidFill>
                <a:latin typeface="Meiryo UI"/>
                <a:ea typeface="Meiryo UI"/>
              </a:rPr>
              <a:t>BEYOND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960120"/>
            <a:ext cx="11155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BFE8D2"/>
                </a:solidFill>
                <a:latin typeface="Meiryo UI"/>
                <a:ea typeface="Meiryo UI"/>
              </a:rPr>
              <a:t>大学担当者として、目指す状態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11109960" cy="1234440"/>
          </a:xfrm>
          <a:prstGeom prst="roundRect">
            <a:avLst>
              <a:gd name="adj" fmla="val 10000"/>
            </a:avLst>
          </a:prstGeom>
          <a:solidFill>
            <a:srgbClr val="FF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>
              <a:spcAft>
                <a:spcPts val="400"/>
              </a:spcAft>
            </a:pPr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「この範囲は、自分に任せてください。</a:t>
            </a:r>
          </a:p>
          <a:p>
            <a:pPr algn="ctr"/>
            <a:r>
              <a:rPr sz="2600" b="1" i="0">
                <a:solidFill>
                  <a:srgbClr val="0B4F37"/>
                </a:solidFill>
                <a:latin typeface="Meiryo UI"/>
                <a:ea typeface="Meiryo UI"/>
              </a:rPr>
              <a:t>そのために、大学をこう使います」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971800"/>
            <a:ext cx="11155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0">
                <a:solidFill>
                  <a:srgbClr val="FFFFFF"/>
                </a:solidFill>
                <a:latin typeface="Meiryo UI"/>
                <a:ea typeface="Meiryo UI"/>
              </a:rPr>
              <a:t>と、自分の言葉で説明できる状態。そのために、次の5つを自分なりに考えます。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01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どの施設を優先するか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07208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02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大学と基幹病院を、どう組み合わせるか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65776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03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誰の影響力を使うか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24344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04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どの情報を、取りに行くか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582912" y="3520440"/>
            <a:ext cx="2084831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C000"/>
                </a:solidFill>
                <a:latin typeface="Meiryo UI"/>
                <a:ea typeface="Meiryo UI"/>
              </a:rPr>
              <a:t>05</a:t>
            </a:r>
          </a:p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FFFFFF"/>
                </a:solidFill>
                <a:latin typeface="Meiryo UI"/>
                <a:ea typeface="Meiryo UI"/>
              </a:rPr>
              <a:t>どんな施策を打つか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800600"/>
            <a:ext cx="11109960" cy="77724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一施設の担当者という視点ではなく、営業所・営業部に近い視座で考えてみる。</a:t>
            </a:r>
          </a:p>
          <a:p>
            <a:pPr algn="ctr"/>
            <a:r>
              <a:rPr sz="1350" b="1" i="0">
                <a:solidFill>
                  <a:srgbClr val="FFC000"/>
                </a:solidFill>
                <a:latin typeface="Meiryo UI"/>
                <a:ea typeface="Meiryo UI"/>
              </a:rPr>
              <a:t>指示された活動をこなす人ではなく、任された範囲に責任を持ち、活動を設計・提案できる人へ。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715000"/>
            <a:ext cx="11109960" cy="658368"/>
          </a:xfrm>
          <a:prstGeom prst="roundRect">
            <a:avLst>
              <a:gd name="adj" fmla="val 10000"/>
            </a:avLst>
          </a:prstGeom>
          <a:solidFill>
            <a:srgbClr val="1163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ctr">
              <a:lnSpc>
                <a:spcPct val="125000"/>
              </a:lnSpc>
            </a:pPr>
            <a:r>
              <a:rPr sz="1200" b="0" i="0">
                <a:solidFill>
                  <a:srgbClr val="BFE8D2"/>
                </a:solidFill>
                <a:latin typeface="Meiryo UI"/>
                <a:ea typeface="Meiryo UI"/>
              </a:rPr>
              <a:t>現実には、会社の方針や予算で、最適でない施策を行うこともあります。それでも、自分の範囲を理解していれば</a:t>
            </a:r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「予算があるなら、こちらの施策のほうが成果につながります」と提案できる。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WRAP 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本日のまとめ — 戦略的思考は、この2つから始まる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783080"/>
            <a:ext cx="1463040" cy="960120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視座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48840" y="1783080"/>
            <a:ext cx="9509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F3864"/>
                </a:solidFill>
                <a:latin typeface="Meiryo UI"/>
                <a:ea typeface="Meiryo UI"/>
              </a:rPr>
              <a:t>大学の攻略が目的ではない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任された範囲を攻略するために、大学を使う。大学が一番大きいとは限らない。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880360"/>
            <a:ext cx="1463040" cy="960120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順序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148840" y="2880360"/>
            <a:ext cx="9509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B86A00"/>
                </a:solidFill>
                <a:latin typeface="Meiryo UI"/>
                <a:ea typeface="Meiryo UI"/>
              </a:rPr>
              <a:t>情報からではなく、成功像から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成功像 → 大学・基幹病院に求める役割の仮説 → 必要な情報 → 取りに行く → 修正。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977639"/>
            <a:ext cx="1463040" cy="960120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そして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148840" y="3977639"/>
            <a:ext cx="9509760" cy="9601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28015" bIns="128015" lIns="182880" rIns="182880"/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28A54"/>
                </a:solidFill>
                <a:latin typeface="Meiryo UI"/>
                <a:ea typeface="Meiryo UI"/>
              </a:rPr>
              <a:t>整った戦略より、語れる戦略</a:t>
            </a:r>
          </a:p>
          <a:p>
            <a:pPr algn="l">
              <a:lnSpc>
                <a:spcPct val="120000"/>
              </a:lnSpc>
            </a:pPr>
            <a:r>
              <a:rPr sz="1250" b="0" i="0">
                <a:solidFill>
                  <a:srgbClr val="262626"/>
                </a:solidFill>
                <a:latin typeface="Meiryo UI"/>
                <a:ea typeface="Meiryo UI"/>
              </a:rPr>
              <a:t>「なぜ、それが重要なのか」を自分の言葉で説明できることが、担当者としての力。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120640"/>
            <a:ext cx="11109960" cy="114300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Meiryo UI"/>
                <a:ea typeface="Meiryo UI"/>
              </a:rPr>
              <a:t>今日の持ち帰りは、これだけで十分です。</a:t>
            </a:r>
          </a:p>
          <a:p>
            <a:pPr algn="ctr"/>
            <a:r>
              <a:rPr sz="2200" b="1" i="0">
                <a:solidFill>
                  <a:srgbClr val="FFC000"/>
                </a:solidFill>
                <a:latin typeface="Meiryo UI"/>
                <a:ea typeface="Meiryo UI"/>
              </a:rPr>
              <a:t>一度、大学という枠を外して、自分の範囲を眺めてみる。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行動宣言 — 明日からの一手を、1人1行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11109960" cy="960120"/>
          </a:xfrm>
          <a:prstGeom prst="roundRect">
            <a:avLst>
              <a:gd name="adj" fmla="val 8000"/>
            </a:avLst>
          </a:prstGeom>
          <a:solidFill>
            <a:srgbClr val="E9F5EE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15214" bIns="115214" lIns="164592" rIns="164592"/>
          <a:lstStyle/>
          <a:p>
            <a:pPr algn="ctr">
              <a:spcAft>
                <a:spcPts val="600"/>
              </a:spcAft>
            </a:pP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今日つくった絵と言葉から</a:t>
            </a:r>
            <a:r>
              <a:rPr sz="1700" b="1" i="0">
                <a:solidFill>
                  <a:srgbClr val="C00000"/>
                </a:solidFill>
                <a:latin typeface="Meiryo UI"/>
                <a:ea typeface="Meiryo UI"/>
              </a:rPr>
              <a:t>「明日やること」を1つだけ</a:t>
            </a:r>
            <a:r>
              <a:rPr sz="1700" b="1" i="0">
                <a:solidFill>
                  <a:srgbClr val="262626"/>
                </a:solidFill>
                <a:latin typeface="Meiryo UI"/>
                <a:ea typeface="Meiryo UI"/>
              </a:rPr>
              <a:t>選び、チャットに投稿してください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宣言した瞬間、研修は「聞いた話」から「自分の計画」に変わります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926080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例①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011680" y="2926080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「自分の範囲の絵で『？』にした線を、来週の面会で1つ確認する」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703320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011680" y="3703320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「A大学の医局長に、B大学との関係について聞いてみる」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480559"/>
            <a:ext cx="1371600" cy="658368"/>
          </a:xfrm>
          <a:prstGeom prst="roundRect">
            <a:avLst>
              <a:gd name="adj" fmla="val 12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例③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011680" y="4480559"/>
            <a:ext cx="9646920" cy="65836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300" b="0" i="0">
                <a:solidFill>
                  <a:srgbClr val="262626"/>
                </a:solidFill>
                <a:latin typeface="Meiryo UI"/>
                <a:ea typeface="Meiryo UI"/>
              </a:rPr>
              <a:t>「描いた絵を上司に見せて、施設の優先順位が合っているか相談する」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349240"/>
            <a:ext cx="11109960" cy="914400"/>
          </a:xfrm>
          <a:prstGeom prst="roundRect">
            <a:avLst>
              <a:gd name="adj" fmla="val 10000"/>
            </a:avLst>
          </a:prstGeom>
          <a:solidFill>
            <a:srgbClr val="FFF6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102412" bIns="102412" lIns="146304" rIns="146304"/>
          <a:lstStyle/>
          <a:p>
            <a:pPr algn="ctr">
              <a:spcAft>
                <a:spcPts val="500"/>
              </a:spcAft>
            </a:pPr>
            <a:r>
              <a:rPr sz="1450" b="1" i="0">
                <a:solidFill>
                  <a:srgbClr val="C00000"/>
                </a:solidFill>
                <a:latin typeface="Meiryo UI"/>
                <a:ea typeface="Meiryo UI"/>
              </a:rPr>
              <a:t>コツは「電話1本サイズ」に割ること。</a:t>
            </a:r>
            <a:r>
              <a:rPr sz="1350" b="0" i="0">
                <a:solidFill>
                  <a:srgbClr val="262626"/>
                </a:solidFill>
                <a:latin typeface="Meiryo UI"/>
                <a:ea typeface="Meiryo UI"/>
              </a:rPr>
              <a:t>　最初の一歩が小さいほど、実行されます。</a:t>
            </a:r>
          </a:p>
          <a:p>
            <a:pPr algn="ctr"/>
            <a:r>
              <a:rPr sz="1250" b="0" i="0">
                <a:solidFill>
                  <a:srgbClr val="595959"/>
                </a:solidFill>
                <a:latin typeface="Meiryo UI"/>
                <a:ea typeface="Meiryo UI"/>
              </a:rPr>
              <a:t>投稿された宣言と気づきは、事務局が集約し、録画・資料とあわせて全員（欠席者含む）へ共有します。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600200"/>
            <a:ext cx="1033272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FFFFFF"/>
                </a:solidFill>
                <a:latin typeface="Meiryo UI"/>
                <a:ea typeface="Meiryo UI"/>
              </a:rPr>
              <a:t>ありがとうございました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60120" y="283464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FE8D2"/>
                </a:solidFill>
                <a:latin typeface="Meiryo UI"/>
                <a:ea typeface="Meiryo UI"/>
              </a:rPr>
              <a:t>4回シリーズ、おつかれさまでした。ここからが本番です。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914400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今日中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行動宣言と気づきをチャットへ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34840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今週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気づきリスト・録画・テンプレートを事務局から共有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3794760"/>
            <a:ext cx="3246120" cy="1051560"/>
          </a:xfrm>
          <a:prstGeom prst="roundRect">
            <a:avLst>
              <a:gd name="adj" fmla="val 10000"/>
            </a:avLst>
          </a:prstGeom>
          <a:solidFill>
            <a:srgbClr val="07352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ctr">
              <a:spcAft>
                <a:spcPts val="500"/>
              </a:spcAft>
            </a:pPr>
            <a:r>
              <a:rPr sz="1400" b="1" i="0">
                <a:solidFill>
                  <a:srgbClr val="FFC000"/>
                </a:solidFill>
                <a:latin typeface="Meiryo UI"/>
                <a:ea typeface="Meiryo UI"/>
              </a:rPr>
              <a:t>これから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FFFFFF"/>
                </a:solidFill>
                <a:latin typeface="Meiryo UI"/>
                <a:ea typeface="Meiryo UI"/>
              </a:rPr>
              <a:t>困ったら、全国の仲間に相談を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440680"/>
            <a:ext cx="10332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FE8D2"/>
                </a:solidFill>
                <a:latin typeface="Meiryo UI"/>
                <a:ea typeface="Meiryo UI"/>
              </a:rPr>
              <a:t>「この範囲は、自分に任せてください。そのために、大学をこう使います」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BFE8D2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BFE8D2"/>
                </a:solidFill>
                <a:latin typeface="Meiryo UI"/>
                <a:ea typeface="Meiryo UI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ワークシート① 自分のテリトリーを描く（印刷・配布用）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31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554480"/>
            <a:ext cx="8138160" cy="4160520"/>
          </a:xfrm>
          <a:prstGeom prst="roundRect">
            <a:avLst>
              <a:gd name="adj" fmla="val 2000"/>
            </a:avLst>
          </a:prstGeom>
          <a:solidFill>
            <a:srgbClr val="F4FAF6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645920"/>
            <a:ext cx="5943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128A54"/>
                </a:solidFill>
                <a:latin typeface="Meiryo UI"/>
                <a:ea typeface="Meiryo UI"/>
              </a:rPr>
              <a:t>私の任された範囲（　　　　　　　　　　　　　　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011680"/>
            <a:ext cx="7680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595959"/>
                </a:solidFill>
                <a:latin typeface="Meiryo UI"/>
                <a:ea typeface="Meiryo UI"/>
              </a:rPr>
              <a:t>この枠の中に、施設を丸で置いてください。丸の大きさ＝あなたが考える重要度です。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55448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描く要素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大学／基幹病院／その他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重要な医師（誰が動かす？）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患者の流れ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医師の人事・派遣</a:t>
            </a:r>
          </a:p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FFFFFF"/>
                </a:solidFill>
                <a:latin typeface="Meiryo UI"/>
                <a:ea typeface="Meiryo UI"/>
              </a:rPr>
              <a:t>□ 情報・診療方針の流れ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15400" y="3703320"/>
            <a:ext cx="2743200" cy="2011680"/>
          </a:xfrm>
          <a:prstGeom prst="roundRect">
            <a:avLst>
              <a:gd name="adj" fmla="val 8000"/>
            </a:avLst>
          </a:prstGeom>
          <a:solidFill>
            <a:srgbClr val="FFF6DC"/>
          </a:solidFill>
          <a:ln w="12700">
            <a:solidFill>
              <a:srgbClr val="FF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ctr">
              <a:spcAft>
                <a:spcPts val="800"/>
              </a:spcAft>
            </a:pPr>
            <a:r>
              <a:rPr sz="1250" b="1" i="0">
                <a:solidFill>
                  <a:srgbClr val="262626"/>
                </a:solidFill>
                <a:latin typeface="Meiryo UI"/>
                <a:ea typeface="Meiryo UI"/>
              </a:rPr>
              <a:t>使う「機能」を書き込む</a:t>
            </a: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教育／研究／臨床／医局人事／医師派遣／情報発信／講演会・研究会</a:t>
            </a:r>
          </a:p>
          <a:p>
            <a:pPr algn="l">
              <a:lnSpc>
                <a:spcPct val="125000"/>
              </a:lnSpc>
            </a:pPr>
            <a:r>
              <a:rPr sz="1100" b="1" i="0">
                <a:solidFill>
                  <a:srgbClr val="B86A00"/>
                </a:solidFill>
                <a:latin typeface="Meiryo UI"/>
                <a:ea typeface="Meiryo UI"/>
              </a:rPr>
              <a:t>→ この課題を解くのに必要な機能を、丸の中に書く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585216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200" b="1" i="0">
                <a:solidFill>
                  <a:srgbClr val="0B4F37"/>
                </a:solidFill>
                <a:latin typeface="Meiryo UI"/>
                <a:ea typeface="Meiryo UI"/>
              </a:rPr>
              <a:t>問い：あなたの絵で、大学は何番目に大きいですか？　その理由を説明できますか？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ワークシート② 4つの問いで言語化する（＝4Sシート）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463040"/>
            <a:ext cx="11109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範囲名（　　　　　　　　　　）　作成日（　　／　　）　作成者（　　　　　　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成功像　—　範囲がどうなっていたら最高か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28A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178308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現状・課題　—　理想とどこがどう違うか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224028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1F38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20040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原因　—　なぜそのギャップが生まれているか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6576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B86A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3200400"/>
            <a:ext cx="5486400" cy="411480"/>
          </a:xfrm>
          <a:prstGeom prst="roundRect">
            <a:avLst>
              <a:gd name="adj" fmla="val 10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3210" bIns="83210" lIns="118872" rIns="118872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解決法　—　何を起こすか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657600"/>
            <a:ext cx="5486400" cy="9144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＋ 大学・基幹病院の役割（どの機能を使うか）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07492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88536" y="461772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＋ 自分の介入点（自分にしかできないこと）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88536" y="507492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28431" y="4617720"/>
            <a:ext cx="3566160" cy="41148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7" bIns="64007"/>
          <a:lstStyle/>
          <a:p>
            <a:pPr algn="ctr"/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＋ 次の行動（明日、まず何をするか）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28431" y="5074920"/>
            <a:ext cx="3566160" cy="7772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0B4F3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l"/>
            <a:r>
              <a:rPr sz="1000" b="0" i="0">
                <a:solidFill>
                  <a:srgbClr val="262626"/>
                </a:solidFill>
                <a:latin typeface="Meiryo UI"/>
                <a:ea typeface="Meiryo UI"/>
              </a:rPr>
              <a:t/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870448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50" b="1" i="0">
                <a:solidFill>
                  <a:srgbClr val="0B4F37"/>
                </a:solidFill>
                <a:latin typeface="Meiryo UI"/>
                <a:ea typeface="Meiryo UI"/>
              </a:rPr>
              <a:t>セルフチェック：　□ 主語は「範囲」になっているか　　□ 使う機能を選べているか　　□ 「なぜ重要か」を語れるか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DAY1〜3の学び 総まとめ（1枚で振り返る）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3566160" cy="621792"/>
          </a:xfrm>
          <a:prstGeom prst="roundRect">
            <a:avLst>
              <a:gd name="adj" fmla="val 10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1　</a:t>
            </a: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大学・基幹病院のイロハ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356616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・大学の3使命：教育・研究・臨床。医師派遣で地域医療を支える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・影響力はテリトリーとニーズで決まる（GP／HP／HS）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・教授の裁量権：臨床機会の配分・医局人事・教授選・研究教育の方向性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・大学は「医局の集合体」。病院教授／特任教授は財源・任期・実権で見分ける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・薬審・採用は施設ごとに流れが違う。宣伝許可・申請時期・採用形態を確認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8536" y="1600200"/>
            <a:ext cx="3566160" cy="621792"/>
          </a:xfrm>
          <a:prstGeom prst="roundRect">
            <a:avLst>
              <a:gd name="adj" fmla="val 10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2　</a:t>
            </a: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「会えない」を「会える」に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286000"/>
            <a:ext cx="356616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・未訪問 → 初回接点 → 仮説面会 → 定期面会 と段階で設計する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・アクセス方法：訪問ルール確認・秘書経由・メール・手紙・直接訪問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・Best Time / Best Place：外来・外勤・医局会・総回診・カンファを把握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・カレンダーで情報管理し、行動ログで1週間後に検証する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・「会う理由」を設計し次回の約束を残す。まず1人、My teacherをつくる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28431" y="1600200"/>
            <a:ext cx="3566160" cy="621792"/>
          </a:xfrm>
          <a:prstGeom prst="roundRect">
            <a:avLst>
              <a:gd name="adj" fmla="val 10000"/>
            </a:avLst>
          </a:prstGeom>
          <a:solidFill>
            <a:srgbClr val="B86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FFFFFF"/>
                </a:solidFill>
                <a:latin typeface="Meiryo UI"/>
                <a:ea typeface="Meiryo UI"/>
              </a:rPr>
              <a:t>DAY 3　</a:t>
            </a:r>
            <a:r>
              <a:rPr sz="1100" b="1" i="0">
                <a:solidFill>
                  <a:srgbClr val="FFFFFF"/>
                </a:solidFill>
                <a:latin typeface="Meiryo UI"/>
                <a:ea typeface="Meiryo UI"/>
              </a:rPr>
              <a:t>やっぱりMRは情報が命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28431" y="2286000"/>
            <a:ext cx="3566160" cy="32918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2412" bIns="102412" lIns="146304" rIns="146304"/>
          <a:lstStyle/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・ドライ情報：HP・機関紙・掲示物・Veeva Link・講演内容 など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・ウェット情報：面会・他Dr・社内他領域・MS・HCP・講演会での雑談 など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・分からないことは small b として面会に持ち込み、解像度を上げていく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・顧客理解＝現状把握。何を・なぜ使い、患者をどうしたいのかを知る</a:t>
            </a:r>
          </a:p>
          <a:p>
            <a:pPr algn="l">
              <a:lnSpc>
                <a:spcPct val="125000"/>
              </a:lnSpc>
              <a:spcAft>
                <a:spcPts val="900"/>
              </a:spcAft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・面会後は「なぜ」を分解し、仮説を立てて次の面会へつなげる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715000"/>
            <a:ext cx="11109960" cy="594360"/>
          </a:xfrm>
          <a:prstGeom prst="roundRect">
            <a:avLst>
              <a:gd name="adj" fmla="val 12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400" b="1" i="0">
                <a:solidFill>
                  <a:srgbClr val="0B4F37"/>
                </a:solidFill>
                <a:latin typeface="Meiryo UI"/>
                <a:ea typeface="Meiryo UI"/>
              </a:rPr>
              <a:t>DAY4：この3つを「何のために使うか」を決めるのが、戦略的思考です。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大学の「肩書き」早見表 — DAY1の補足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肩書きではなく「財源・任期・実権・医局への接続」で判断する、というDAY1の考え方の一覧版です。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86400" cy="438912"/>
          </a:xfrm>
          <a:prstGeom prst="roundRect">
            <a:avLst>
              <a:gd name="adj" fmla="val 12000"/>
            </a:avLst>
          </a:prstGeom>
          <a:solidFill>
            <a:srgbClr val="128A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院内の本流ライン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874519"/>
            <a:ext cx="5486400" cy="438912"/>
          </a:xfrm>
          <a:prstGeom prst="roundRect">
            <a:avLst>
              <a:gd name="adj" fmla="val 12000"/>
            </a:avLst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00" b="1" i="0">
                <a:solidFill>
                  <a:srgbClr val="FFFFFF"/>
                </a:solidFill>
                <a:latin typeface="Meiryo UI"/>
                <a:ea typeface="Meiryo UI"/>
              </a:rPr>
              <a:t>読み違えやすい肩書き（要・個別確認）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377440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教授（診療科長）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方針・人事の最終決定者。ただし多忙で、現場の細部は下のポジションが握っていることが多い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236976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准教授・講師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実務の要であり、次期教授候補。3年後のキーパーソンとして関係構築は先行投資になる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096512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医局長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医局の雑務・人事、医局行事の窓口。教授からの信頼が高く、影響力が大きい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5604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28A54"/>
                </a:solidFill>
                <a:latin typeface="Meiryo UI"/>
                <a:ea typeface="Meiryo UI"/>
              </a:rPr>
              <a:t>助教・医員・専攻医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実処方と臨床研究の担い手。数年後、関連病院の幹部として範囲の中に散っていく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377440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病院教授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臨床・病院運営に強い教授級ポスト。採用・薬審・院内導線には強いが、医局人事権とは別のことがある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3236976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特任教授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寄附講座・共同研究など外部資金による任用。研究・講演には強いが、医局人事は限定的なことも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72200" y="4096512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客員・非常勤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本務は他施設。院内の決定権は限定的だが、施設間ネットワークのハブになっていることがある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4956048"/>
            <a:ext cx="5486400" cy="78638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89611" bIns="89611" lIns="128016" rIns="128016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F3864"/>
                </a:solidFill>
                <a:latin typeface="Meiryo UI"/>
                <a:ea typeface="Meiryo UI"/>
              </a:rPr>
              <a:t>名誉教授</a:t>
            </a:r>
          </a:p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62626"/>
                </a:solidFill>
                <a:latin typeface="Meiryo UI"/>
                <a:ea typeface="Meiryo UI"/>
              </a:rPr>
              <a:t>退官後の称号で現役の決定権はない。ただし人脈・影響力は健在。研究会や講演会の重鎮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897880"/>
            <a:ext cx="11109960" cy="384048"/>
          </a:xfrm>
          <a:prstGeom prst="roundRect">
            <a:avLst>
              <a:gd name="adj" fmla="val 15000"/>
            </a:avLst>
          </a:prstGeom>
          <a:solidFill>
            <a:srgbClr val="E9F5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100" b="1" i="0">
                <a:solidFill>
                  <a:srgbClr val="0B4F37"/>
                </a:solidFill>
                <a:latin typeface="Meiryo UI"/>
                <a:ea typeface="Meiryo UI"/>
              </a:rPr>
              <a:t>MR確認チェック：① 財源　② 任期　③ 実権（薬審・採用・医局人事のどこに効くか）　④ 本務教授・医局長・薬剤部との距離　⑤ COIの扱い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大学活動 コンプライアンスの5原則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26464"/>
            <a:ext cx="111556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262626"/>
                </a:solidFill>
                <a:latin typeface="Meiryo UI"/>
                <a:ea typeface="Meiryo UI"/>
              </a:rPr>
              <a:t>アンケートの不安「寄附金・広告協賛・宣伝許可・施設ルール」に応えて。攻める活動ほど、守りが土台になります。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① 施設ルールが最優先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80560" y="196596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訪問・面会・資材配布のルールは施設ごとに違う。着任時と変更時に必ず確認し、迷ったら守りに倒す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78892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② 寄附金・広告協賛は「その場で約束しない」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278892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依頼を受けたら即答せず、必ず社内の申請・審査手続きに乗せる。誠実な「持ち帰ります」は信頼を損なわない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611879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③ 宣伝許可・採用ルールは現行の文書で確認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80560" y="3611879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「前任者がやっていた」は根拠にならない。DAY1で学んだ薬審・採用の流れを、施設ごとに毎回確認する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43484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④ 迷ったら自己判断しない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443484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判断基準はプロモーションコードと社内SOP。少しでも迷ったら上司・コンプライアンス部門に相談してから動く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257800"/>
            <a:ext cx="3794760" cy="731520"/>
          </a:xfrm>
          <a:prstGeom prst="roundRect">
            <a:avLst>
              <a:gd name="adj" fmla="val 10000"/>
            </a:avLst>
          </a:prstGeom>
          <a:solidFill>
            <a:srgbClr val="0B4F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/>
            <a:r>
              <a:rPr sz="1200" b="1" i="0">
                <a:solidFill>
                  <a:srgbClr val="FFFFFF"/>
                </a:solidFill>
                <a:latin typeface="Meiryo UI"/>
                <a:ea typeface="Meiryo UI"/>
              </a:rPr>
              <a:t>⑤ 記録を残す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257800"/>
            <a:ext cx="7178040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6012" bIns="96012" lIns="137160" rIns="137160"/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62626"/>
                </a:solidFill>
                <a:latin typeface="Meiryo UI"/>
                <a:ea typeface="Meiryo UI"/>
              </a:rPr>
              <a:t>依頼・回答・手続きの経緯を記録に残す。誠実さの証明であり、先生と自分の両方を守る武器になる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560320" y="614476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595959"/>
                </a:solidFill>
                <a:latin typeface="Meiryo UI"/>
                <a:ea typeface="Meiryo UI"/>
              </a:rPr>
              <a:t>※ 本スライドは一般的な注意喚起です。個別の案件は、必ず最新の社内規程と担当部門の指示に従ってください。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10896"/>
            <a:ext cx="1828800" cy="384048"/>
          </a:xfrm>
          <a:prstGeom prst="roundRect">
            <a:avLst>
              <a:gd name="adj" fmla="val 50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tIns="36576" bIns="36576"/>
          <a:lstStyle/>
          <a:p>
            <a:pPr algn="ctr"/>
            <a:r>
              <a:rPr sz="1250" b="1" i="0">
                <a:solidFill>
                  <a:srgbClr val="FFFFFF"/>
                </a:solidFill>
                <a:latin typeface="Meiryo UI"/>
                <a:ea typeface="Meiryo UI"/>
              </a:rPr>
              <a:t>APPENDIX 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500" b="1" i="0">
                <a:solidFill>
                  <a:srgbClr val="0B4F37"/>
                </a:solidFill>
                <a:latin typeface="Meiryo UI"/>
                <a:ea typeface="Meiryo UI"/>
              </a:rPr>
              <a:t>ファシリテーター用メモ（進行のコツ）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6528816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95959"/>
                </a:solidFill>
                <a:latin typeface="Meiryo UI"/>
                <a:ea typeface="Meiryo UI"/>
              </a:rPr>
              <a:t>Renal MR スキルアッププロジェクト DAY4｜戦略的思考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528816"/>
            <a:ext cx="502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1000" b="1" i="0">
                <a:solidFill>
                  <a:srgbClr val="128A54"/>
                </a:solidFill>
                <a:latin typeface="Meiryo UI"/>
                <a:ea typeface="Meiryo UI"/>
              </a:rPr>
              <a:t>36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事前準備・時間管理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3055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・事前案内：A4白紙1枚とペンを持参、担当範囲の施設を思い出してくる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・録画を回し、気づきリストとセットで欠席者へ共有（アンケートで要望多数）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・オープニングは5分厳守。テーマ①②の各25分（講義10・ワーク10・共有5）を死守する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60020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場づくり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13055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・チェックインは進行役が最初に投稿し、投稿のハードルを下げる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・「大学が一番大きくない絵」が出たら、その場で全体に紹介する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・ワーク中は沈黙OKと伝える。ブレイクアウトは各室を1周して1声かけ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つまずき対応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7083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・絵が描けない人には「重要そうな5施設だけ」と伝える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・「正解がない」ことに戸惑う人には、4パターンのスライドに戻る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・言葉が埋まらない人には「1つでも言い切れれば成功」と伝える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840480"/>
            <a:ext cx="5486400" cy="475488"/>
          </a:xfrm>
          <a:prstGeom prst="roundRect">
            <a:avLst>
              <a:gd name="adj" fmla="val 12000"/>
            </a:avLst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36576" bIns="36576"/>
          <a:lstStyle/>
          <a:p>
            <a:pPr algn="ctr"/>
            <a:r>
              <a:rPr sz="1350" b="1" i="0">
                <a:solidFill>
                  <a:srgbClr val="FFFFFF"/>
                </a:solidFill>
                <a:latin typeface="Meiryo UI"/>
                <a:ea typeface="Meiryo UI"/>
              </a:rPr>
              <a:t>Beyondの扱い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4370832"/>
            <a:ext cx="5486400" cy="15361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6012" bIns="96012" lIns="137160" rIns="137160"/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・Beyondは全員必達にしない。「考え方の紹介」として軽く置く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・難しくしすぎて手が止まるより、「大学の枠を外す」体験の持ち帰りを優先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100" b="0" i="0">
                <a:solidFill>
                  <a:srgbClr val="262626"/>
                </a:solidFill>
                <a:latin typeface="Meiryo UI"/>
                <a:ea typeface="Meiryo UI"/>
              </a:rPr>
              <a:t>・最終回なので、シリーズ全体の感想を1言ずつ集めてから終える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60320" y="6144768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95959"/>
                </a:solidFill>
                <a:latin typeface="Meiryo UI"/>
                <a:ea typeface="Meiryo UI"/>
              </a:rPr>
              <a:t>本資料の事例・人名はすべて架空です。実施設の情報を扱う際は、社内の情報取り扱いルールに従ってください。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Emerald Chic">
  <a:themeElements>
    <a:clrScheme name="Novartis 2025">
      <a:dk1>
        <a:srgbClr val="0E322A"/>
      </a:dk1>
      <a:lt1>
        <a:srgbClr val="F7FBF8"/>
      </a:lt1>
      <a:dk2>
        <a:srgbClr val="173A32"/>
      </a:dk2>
      <a:lt2>
        <a:srgbClr val="DDEAE1"/>
      </a:lt2>
      <a:accent1>
        <a:srgbClr val="0D8B5F"/>
      </a:accent1>
      <a:accent2>
        <a:srgbClr val="14543F"/>
      </a:accent2>
      <a:accent3>
        <a:srgbClr val="4C6F62"/>
      </a:accent3>
      <a:accent4>
        <a:srgbClr val="A7D7BF"/>
      </a:accent4>
      <a:accent5>
        <a:srgbClr val="B7CDC2"/>
      </a:accent5>
      <a:accent6>
        <a:srgbClr val="E8F2EC"/>
      </a:accent6>
      <a:hlink>
        <a:srgbClr val="14543F"/>
      </a:hlink>
      <a:folHlink>
        <a:srgbClr val="4C6F62"/>
      </a:folHlink>
    </a:clrScheme>
    <a:fontScheme name="Novartis 2025 (ARIAL)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>
          <a:noFill/>
        </a:ln>
      </a:spPr>
      <a:bodyPr lIns="108000" tIns="108000" rIns="108000" bIns="108000" rtlCol="0" anchor="t"/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 marL="180000" indent="-180000" algn="l">
          <a:spcBef>
            <a:spcPts val="800"/>
          </a:spcBef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>
      <a:srgbClr val="0D8B5F"/>
    </a:custClr>
    <a:custClr>
      <a:srgbClr val="C9D9F9"/>
    </a:custClr>
  </a:custClrLst>
  <a:extLst>
    <a:ext uri="{05A4C25C-085E-4340-85A3-A5531E510DB2}">
      <thm15:themeFamily xmlns:thm15="http://schemas.microsoft.com/office/thememl/2012/main" name="Novartis PowerPoint" id="{46FD7BFE-C972-1446-9555-CBDA807834FC}" vid="{71B7A1DA-CA9E-CE4E-99A9-0C1B386393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4993</Words>
  <Application>Microsoft Macintosh PowerPoint</Application>
  <PresentationFormat>ワイド画面</PresentationFormat>
  <Paragraphs>834</Paragraphs>
  <Slides>47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47</vt:i4>
      </vt:variant>
    </vt:vector>
  </HeadingPairs>
  <TitlesOfParts>
    <vt:vector size="53" baseType="lpstr">
      <vt:lpstr>HG創英ﾌﾟﾚｾﾞﾝｽEB</vt:lpstr>
      <vt:lpstr>Meiryo UI</vt:lpstr>
      <vt:lpstr>Arial</vt:lpstr>
      <vt:lpstr>Calibri</vt:lpstr>
      <vt:lpstr>Office Theme</vt:lpstr>
      <vt:lpstr>Emerald Chic</vt:lpstr>
      <vt:lpstr>Renal　MR　スキルアッププロジェクトDAY４　</vt:lpstr>
      <vt:lpstr>■オープニング　5分 ■レクチャー&amp;ワーク①「構造マップ」 ■レクチャー&amp;ワーク②「4Sシート」 ■エリア戦略・まとめ　5分</vt:lpstr>
      <vt:lpstr>集めた情報、次の一手は？、、、</vt:lpstr>
      <vt:lpstr>Renal 大学/基幹病院担当者スキルアッププロジェクト</vt:lpstr>
      <vt:lpstr>Renal 大学/基幹病院担当者スキルアッププロジェクト</vt:lpstr>
      <vt:lpstr>Renal 大学/基幹病院担当者スキルアッププロジェクト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拓也 井上</cp:lastModifiedBy>
  <cp:revision>1</cp:revision>
  <dcterms:created xsi:type="dcterms:W3CDTF">2013-01-27T09:14:16Z</dcterms:created>
  <dcterms:modified xsi:type="dcterms:W3CDTF">2026-07-27T11:49:09Z</dcterms:modified>
  <cp:category/>
</cp:coreProperties>
</file>