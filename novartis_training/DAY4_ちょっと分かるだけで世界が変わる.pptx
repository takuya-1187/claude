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402" r:id="rId3"/>
    <p:sldId id="499" r:id="rId4"/>
    <p:sldId id="400" r:id="rId5"/>
    <p:sldId id="393" r:id="rId6"/>
    <p:sldId id="394" r:id="rId7"/>
    <p:sldId id="399" r:id="rId8"/>
    <p:sldId id="396" r:id="rId9"/>
    <p:sldId id="500" r:id="rId16"/>
    <p:sldId id="501" r:id="rId17"/>
    <p:sldId id="502" r:id="rId18"/>
    <p:sldId id="503" r:id="rId19"/>
    <p:sldId id="504" r:id="rId20"/>
    <p:sldId id="505" r:id="rId21"/>
    <p:sldId id="506" r:id="rId22"/>
    <p:sldId id="507" r:id="rId23"/>
    <p:sldId id="508" r:id="rId24"/>
    <p:sldId id="509" r:id="rId25"/>
    <p:sldId id="51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520" r:id="rId36"/>
    <p:sldId id="521" r:id="rId37"/>
    <p:sldId id="522" r:id="rId38"/>
    <p:sldId id="523" r:id="rId39"/>
    <p:sldId id="524" r:id="rId40"/>
    <p:sldId id="525" r:id="rId41"/>
    <p:sldId id="526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D533AA-C579-1C45-BEA3-440ECA50460C}" v="3" dt="2026-07-27T11:46:49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microsoft.com/office/2016/11/relationships/changesInfo" Target="changesInfos/changesInfo1.xml"/><Relationship Id="rId5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拓也 井上" userId="36cefa26ecca6a8b" providerId="LiveId" clId="{654E1465-D65A-515B-9566-95ABAE39F78F}"/>
    <pc:docChg chg="undo custSel addSld delSld modSld">
      <pc:chgData name="拓也 井上" userId="36cefa26ecca6a8b" providerId="LiveId" clId="{654E1465-D65A-515B-9566-95ABAE39F78F}" dt="2026-07-27T11:49:06.077" v="36" actId="1038"/>
      <pc:docMkLst>
        <pc:docMk/>
      </pc:docMkLst>
      <pc:sldChg chg="addSp delSp modSp add del mod">
        <pc:chgData name="拓也 井上" userId="36cefa26ecca6a8b" providerId="LiveId" clId="{654E1465-D65A-515B-9566-95ABAE39F78F}" dt="2026-07-27T11:49:06.077" v="36" actId="1038"/>
        <pc:sldMkLst>
          <pc:docMk/>
          <pc:sldMk cId="2656205384" sldId="393"/>
        </pc:sldMkLst>
        <pc:spChg chg="del">
          <ac:chgData name="拓也 井上" userId="36cefa26ecca6a8b" providerId="LiveId" clId="{654E1465-D65A-515B-9566-95ABAE39F78F}" dt="2026-07-27T11:48:17.748" v="13" actId="478"/>
          <ac:spMkLst>
            <pc:docMk/>
            <pc:sldMk cId="2656205384" sldId="393"/>
            <ac:spMk id="7" creationId="{68A3AD31-DDFC-BA89-25E8-B71709CCAB51}"/>
          </ac:spMkLst>
        </pc:spChg>
        <pc:spChg chg="add mod">
          <ac:chgData name="拓也 井上" userId="36cefa26ecca6a8b" providerId="LiveId" clId="{654E1465-D65A-515B-9566-95ABAE39F78F}" dt="2026-07-27T11:49:06.077" v="36" actId="1038"/>
          <ac:spMkLst>
            <pc:docMk/>
            <pc:sldMk cId="2656205384" sldId="393"/>
            <ac:spMk id="12" creationId="{14366105-51EE-2A58-66B0-3AD72D6C0221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78351639" sldId="394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641085143" sldId="396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007888129" sldId="399"/>
        </pc:sldMkLst>
      </pc:sldChg>
      <pc:sldChg chg="modSp add del mod">
        <pc:chgData name="拓也 井上" userId="36cefa26ecca6a8b" providerId="LiveId" clId="{654E1465-D65A-515B-9566-95ABAE39F78F}" dt="2026-07-27T11:46:49.443" v="4"/>
        <pc:sldMkLst>
          <pc:docMk/>
          <pc:sldMk cId="2697407459" sldId="400"/>
        </pc:sldMkLst>
        <pc:spChg chg="mod">
          <ac:chgData name="拓也 井上" userId="36cefa26ecca6a8b" providerId="LiveId" clId="{654E1465-D65A-515B-9566-95ABAE39F78F}" dt="2026-07-27T11:46:49.402" v="3"/>
          <ac:spMkLst>
            <pc:docMk/>
            <pc:sldMk cId="2697407459" sldId="400"/>
            <ac:spMk id="17" creationId="{C23B6A35-B6F0-D784-4F8B-1364DB108CD7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248841499" sldId="402"/>
        </pc:sldMkLst>
      </pc:sldChg>
      <pc:sldChg chg="modSp add del mod">
        <pc:chgData name="拓也 井上" userId="36cefa26ecca6a8b" providerId="LiveId" clId="{654E1465-D65A-515B-9566-95ABAE39F78F}" dt="2026-07-27T11:47:08.564" v="12" actId="20577"/>
        <pc:sldMkLst>
          <pc:docMk/>
          <pc:sldMk cId="2501997366" sldId="499"/>
        </pc:sldMkLst>
        <pc:spChg chg="mod">
          <ac:chgData name="拓也 井上" userId="36cefa26ecca6a8b" providerId="LiveId" clId="{654E1465-D65A-515B-9566-95ABAE39F78F}" dt="2026-07-27T11:47:08.564" v="12" actId="20577"/>
          <ac:spMkLst>
            <pc:docMk/>
            <pc:sldMk cId="2501997366" sldId="499"/>
            <ac:spMk id="17" creationId="{FADAD954-F788-17B4-4954-5A19C0C37BD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B85529-F70A-4750-9FED-7F46D522D6CB}" type="doc">
      <dgm:prSet loTypeId="urn:microsoft.com/office/officeart/2024/layout/NumberedTitleCardList#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BB8186F1-4D8D-4F1C-8A3F-E9750182C3BC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F6A3CC97-B1D0-4568-B79D-73B7C3DB2F4E}" type="parTrans" cxnId="{0FC7696E-A495-41B7-8A91-10453AA05F10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6642FE9-9D8B-4BF9-9AE6-A4B052F3EA2B}" type="sibTrans" cxnId="{0FC7696E-A495-41B7-8A91-10453AA05F10}">
      <dgm:prSet phldrT="01" phldr="0"/>
      <dgm:spPr/>
      <dgm:t>
        <a:bodyPr/>
        <a:lstStyle/>
        <a:p>
          <a:r>
            <a: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gm:t>
    </dgm:pt>
    <dgm:pt modelId="{9D4579C2-549C-4E36-ADCD-807A30AC87BF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03E57B4E-B8DB-4AD7-8B18-C53DDE978EFE}" type="parTrans" cxnId="{A5DC40A2-DD3E-4991-96C9-326DF2FCB6D5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27929EAD-6052-41FF-8B67-AF7D936E0390}" type="sibTrans" cxnId="{A5DC40A2-DD3E-4991-96C9-326DF2FCB6D5}">
      <dgm:prSet phldrT="02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gm:t>
    </dgm:pt>
    <dgm:pt modelId="{32783916-157E-4466-ADD3-4068200EA9E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gm:t>
    </dgm:pt>
    <dgm:pt modelId="{4F7CFC40-7992-40F5-B54F-DA5CD7B59DA4}" type="parTrans" cxnId="{138E49BB-DDA7-475D-A4DA-F829546D1563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81992B0-7757-4550-BF07-EC8C3E6B5591}" type="sibTrans" cxnId="{138E49BB-DDA7-475D-A4DA-F829546D1563}">
      <dgm:prSet phldrT="03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gm:t>
    </dgm:pt>
    <dgm:pt modelId="{2958E64B-E2FC-4C7C-B297-C0822142C871}">
      <dgm:prSet phldrT="[テキスト]"/>
      <dgm:spPr/>
      <dgm:t>
        <a:bodyPr/>
        <a:lstStyle/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206639D-6D46-480A-8AFF-4CEC78AF0F4C}" type="parTrans" cxnId="{E55A6F15-C820-428A-9A9D-CF867ED99AB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FE0B7CE-5D13-4E42-813E-15AF889D9106}" type="sibTrans" cxnId="{E55A6F15-C820-428A-9A9D-CF867ED99ABD}">
      <dgm:prSet phldrT="04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gm:t>
    </dgm:pt>
    <dgm:pt modelId="{7B6B7B79-4675-40F5-887D-ECCA77238154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gm:t>
    </dgm:pt>
    <dgm:pt modelId="{797B3C42-55B6-416C-B23F-C20DD9AEC73F}" type="parTrans" cxnId="{4A205C94-32E3-4FB5-904B-45B85854154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DEEDE36-5E15-4EB3-9060-FB728839363A}" type="sibTrans" cxnId="{4A205C94-32E3-4FB5-904B-45B85854154D}">
      <dgm:prSet phldrT="05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gm:t>
    </dgm:pt>
    <dgm:pt modelId="{48F22D86-A0F2-47FB-A49B-EA81CC2DED9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83A5E9FE-F64E-4640-AFEF-B94FEEE5333B}" type="parTrans" cxnId="{8CA5681B-E089-4EF1-A39F-A2C04042A906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92B2BAFB-2ECA-4E40-9F20-0A1C56B0A416}" type="sibTrans" cxnId="{8CA5681B-E089-4EF1-A39F-A2C04042A906}">
      <dgm:prSet phldrT="06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gm:t>
    </dgm:pt>
    <dgm:pt modelId="{3CAD313A-0762-434E-855A-3186959C14E0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gm:t>
    </dgm:pt>
    <dgm:pt modelId="{CD6B353A-A339-41E3-8D60-670A3EE8CF9F}" type="parTrans" cxnId="{FB14B0D2-36DA-4ECC-90EC-8A6B1896F341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1C86B84-C6B4-4FAA-A4E0-62E8EE799ED5}" type="sibTrans" cxnId="{FB14B0D2-36DA-4ECC-90EC-8A6B1896F341}">
      <dgm:prSet phldrT="07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gm:t>
    </dgm:pt>
    <dgm:pt modelId="{AADE4A29-391E-4656-A93A-5061E8E0368F}" type="pres">
      <dgm:prSet presAssocID="{03B85529-F70A-4750-9FED-7F46D522D6CB}" presName="Name0" presStyleCnt="0">
        <dgm:presLayoutVars>
          <dgm:dir/>
          <dgm:animLvl val="lvl"/>
          <dgm:resizeHandles val="exact"/>
        </dgm:presLayoutVars>
      </dgm:prSet>
      <dgm:spPr/>
    </dgm:pt>
    <dgm:pt modelId="{B38823E7-9137-4844-AA39-54F585FDB7E4}" type="pres">
      <dgm:prSet presAssocID="{BB8186F1-4D8D-4F1C-8A3F-E9750182C3BC}" presName="compositeNode" presStyleCnt="0">
        <dgm:presLayoutVars>
          <dgm:bulletEnabled val="1"/>
        </dgm:presLayoutVars>
      </dgm:prSet>
      <dgm:spPr/>
    </dgm:pt>
    <dgm:pt modelId="{A080688E-08E3-435C-85E6-43689A127273}" type="pres">
      <dgm:prSet presAssocID="{BB8186F1-4D8D-4F1C-8A3F-E9750182C3BC}" presName="bgRect" presStyleLbl="fgAcc1" presStyleIdx="0" presStyleCnt="7"/>
      <dgm:spPr/>
    </dgm:pt>
    <dgm:pt modelId="{0E8EE4A5-58D7-41AC-B6B1-D0B65540F95D}" type="pres">
      <dgm:prSet presAssocID="{B6642FE9-9D8B-4BF9-9AE6-A4B052F3EA2B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87C6D550-2CD4-498A-A034-951E2B3FDB38}" type="pres">
      <dgm:prSet presAssocID="{BB8186F1-4D8D-4F1C-8A3F-E9750182C3BC}" presName="nodeRect" presStyleLbl="parChTrans1D1" presStyleIdx="0" presStyleCnt="0">
        <dgm:presLayoutVars>
          <dgm:bulletEnabled val="1"/>
        </dgm:presLayoutVars>
      </dgm:prSet>
      <dgm:spPr/>
    </dgm:pt>
    <dgm:pt modelId="{BCDA101A-9E87-4180-AC8A-9FAE60C973E4}" type="pres">
      <dgm:prSet presAssocID="{B6642FE9-9D8B-4BF9-9AE6-A4B052F3EA2B}" presName="sibTrans" presStyleCnt="0"/>
      <dgm:spPr/>
    </dgm:pt>
    <dgm:pt modelId="{2B4FB054-DD74-446B-ABAE-BE513872EDB7}" type="pres">
      <dgm:prSet presAssocID="{9D4579C2-549C-4E36-ADCD-807A30AC87BF}" presName="compositeNode" presStyleCnt="0">
        <dgm:presLayoutVars>
          <dgm:bulletEnabled val="1"/>
        </dgm:presLayoutVars>
      </dgm:prSet>
      <dgm:spPr/>
    </dgm:pt>
    <dgm:pt modelId="{4C6D55FC-7AFE-450D-A3F6-B289CC98E468}" type="pres">
      <dgm:prSet presAssocID="{9D4579C2-549C-4E36-ADCD-807A30AC87BF}" presName="bgRect" presStyleLbl="fgAcc1" presStyleIdx="1" presStyleCnt="7"/>
      <dgm:spPr/>
    </dgm:pt>
    <dgm:pt modelId="{7FF21B61-C7E6-4652-A878-8116A44B181B}" type="pres">
      <dgm:prSet presAssocID="{27929EAD-6052-41FF-8B67-AF7D936E0390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0790A5DC-F788-4527-BBA6-914092D8CA6D}" type="pres">
      <dgm:prSet presAssocID="{9D4579C2-549C-4E36-ADCD-807A30AC87BF}" presName="nodeRect" presStyleLbl="parChTrans1D1" presStyleIdx="0" presStyleCnt="0">
        <dgm:presLayoutVars>
          <dgm:bulletEnabled val="1"/>
        </dgm:presLayoutVars>
      </dgm:prSet>
      <dgm:spPr/>
    </dgm:pt>
    <dgm:pt modelId="{021298B4-4532-40C2-AC2D-FFA843FEFEDE}" type="pres">
      <dgm:prSet presAssocID="{27929EAD-6052-41FF-8B67-AF7D936E0390}" presName="sibTrans" presStyleCnt="0"/>
      <dgm:spPr/>
    </dgm:pt>
    <dgm:pt modelId="{C48E5267-E899-4805-8855-EBF8129FB628}" type="pres">
      <dgm:prSet presAssocID="{32783916-157E-4466-ADD3-4068200EA9E7}" presName="compositeNode" presStyleCnt="0">
        <dgm:presLayoutVars>
          <dgm:bulletEnabled val="1"/>
        </dgm:presLayoutVars>
      </dgm:prSet>
      <dgm:spPr/>
    </dgm:pt>
    <dgm:pt modelId="{B2551D55-18D2-464C-89E7-029111DAA796}" type="pres">
      <dgm:prSet presAssocID="{32783916-157E-4466-ADD3-4068200EA9E7}" presName="bgRect" presStyleLbl="fgAcc1" presStyleIdx="2" presStyleCnt="7"/>
      <dgm:spPr/>
    </dgm:pt>
    <dgm:pt modelId="{31D3F57C-87CF-476C-938B-28015F23DEB9}" type="pres">
      <dgm:prSet presAssocID="{681992B0-7757-4550-BF07-EC8C3E6B5591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300EDA17-CD19-4B1B-AC1C-4FB3552FD21D}" type="pres">
      <dgm:prSet presAssocID="{32783916-157E-4466-ADD3-4068200EA9E7}" presName="nodeRect" presStyleLbl="parChTrans1D1" presStyleIdx="0" presStyleCnt="0">
        <dgm:presLayoutVars>
          <dgm:bulletEnabled val="1"/>
        </dgm:presLayoutVars>
      </dgm:prSet>
      <dgm:spPr/>
    </dgm:pt>
    <dgm:pt modelId="{0E31BCB4-A0D0-4BD9-B929-10F05905872C}" type="pres">
      <dgm:prSet presAssocID="{681992B0-7757-4550-BF07-EC8C3E6B5591}" presName="sibTrans" presStyleCnt="0"/>
      <dgm:spPr/>
    </dgm:pt>
    <dgm:pt modelId="{63C68671-1A05-4F50-A485-48293A6929C4}" type="pres">
      <dgm:prSet presAssocID="{2958E64B-E2FC-4C7C-B297-C0822142C871}" presName="compositeNode" presStyleCnt="0">
        <dgm:presLayoutVars>
          <dgm:bulletEnabled val="1"/>
        </dgm:presLayoutVars>
      </dgm:prSet>
      <dgm:spPr/>
    </dgm:pt>
    <dgm:pt modelId="{B64A6869-3771-41CE-BD3A-30479DBC0A06}" type="pres">
      <dgm:prSet presAssocID="{2958E64B-E2FC-4C7C-B297-C0822142C871}" presName="bgRect" presStyleLbl="fgAcc1" presStyleIdx="3" presStyleCnt="7"/>
      <dgm:spPr/>
    </dgm:pt>
    <dgm:pt modelId="{8D4D5760-C982-4AC0-AD41-50FEA18DA049}" type="pres">
      <dgm:prSet presAssocID="{AFE0B7CE-5D13-4E42-813E-15AF889D910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043F631-B4D5-481E-BCE4-7A82C4D084BF}" type="pres">
      <dgm:prSet presAssocID="{2958E64B-E2FC-4C7C-B297-C0822142C871}" presName="nodeRect" presStyleLbl="parChTrans1D1" presStyleIdx="0" presStyleCnt="0">
        <dgm:presLayoutVars>
          <dgm:bulletEnabled val="1"/>
        </dgm:presLayoutVars>
      </dgm:prSet>
      <dgm:spPr/>
    </dgm:pt>
    <dgm:pt modelId="{48AF6C25-0289-4699-9CDE-2F1C0AFE0A4E}" type="pres">
      <dgm:prSet presAssocID="{AFE0B7CE-5D13-4E42-813E-15AF889D9106}" presName="sibTrans" presStyleCnt="0"/>
      <dgm:spPr/>
    </dgm:pt>
    <dgm:pt modelId="{4E3888B3-0FA1-4FA9-95A5-4DF05C7DA07C}" type="pres">
      <dgm:prSet presAssocID="{7B6B7B79-4675-40F5-887D-ECCA77238154}" presName="compositeNode" presStyleCnt="0">
        <dgm:presLayoutVars>
          <dgm:bulletEnabled val="1"/>
        </dgm:presLayoutVars>
      </dgm:prSet>
      <dgm:spPr/>
    </dgm:pt>
    <dgm:pt modelId="{8093F356-20E1-4280-BC99-9887605E6BCF}" type="pres">
      <dgm:prSet presAssocID="{7B6B7B79-4675-40F5-887D-ECCA77238154}" presName="bgRect" presStyleLbl="fgAcc1" presStyleIdx="4" presStyleCnt="7"/>
      <dgm:spPr/>
    </dgm:pt>
    <dgm:pt modelId="{9B4DE1DC-8E0E-4FF0-8126-A90761FF94F0}" type="pres">
      <dgm:prSet presAssocID="{ADEEDE36-5E15-4EB3-9060-FB728839363A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2DA0C161-3273-4843-B4CE-3364F74BA688}" type="pres">
      <dgm:prSet presAssocID="{7B6B7B79-4675-40F5-887D-ECCA77238154}" presName="nodeRect" presStyleLbl="parChTrans1D1" presStyleIdx="0" presStyleCnt="0">
        <dgm:presLayoutVars>
          <dgm:bulletEnabled val="1"/>
        </dgm:presLayoutVars>
      </dgm:prSet>
      <dgm:spPr/>
    </dgm:pt>
    <dgm:pt modelId="{7D385B09-08CE-49DE-B671-9895980686E6}" type="pres">
      <dgm:prSet presAssocID="{ADEEDE36-5E15-4EB3-9060-FB728839363A}" presName="sibTrans" presStyleCnt="0"/>
      <dgm:spPr/>
    </dgm:pt>
    <dgm:pt modelId="{D60B1E5F-DCB4-452E-B977-1E00122E3505}" type="pres">
      <dgm:prSet presAssocID="{48F22D86-A0F2-47FB-A49B-EA81CC2DED97}" presName="compositeNode" presStyleCnt="0">
        <dgm:presLayoutVars>
          <dgm:bulletEnabled val="1"/>
        </dgm:presLayoutVars>
      </dgm:prSet>
      <dgm:spPr/>
    </dgm:pt>
    <dgm:pt modelId="{5EA9B79B-7FD2-40C6-8CD8-187B6D8BFABA}" type="pres">
      <dgm:prSet presAssocID="{48F22D86-A0F2-47FB-A49B-EA81CC2DED97}" presName="bgRect" presStyleLbl="fgAcc1" presStyleIdx="5" presStyleCnt="7"/>
      <dgm:spPr/>
    </dgm:pt>
    <dgm:pt modelId="{18C7778A-3502-4516-A4B2-37F2693F96FB}" type="pres">
      <dgm:prSet presAssocID="{92B2BAFB-2ECA-4E40-9F20-0A1C56B0A41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CEA0F690-C043-4D0A-920D-D240FD4E560C}" type="pres">
      <dgm:prSet presAssocID="{48F22D86-A0F2-47FB-A49B-EA81CC2DED97}" presName="nodeRect" presStyleLbl="parChTrans1D1" presStyleIdx="0" presStyleCnt="0">
        <dgm:presLayoutVars>
          <dgm:bulletEnabled val="1"/>
        </dgm:presLayoutVars>
      </dgm:prSet>
      <dgm:spPr/>
    </dgm:pt>
    <dgm:pt modelId="{47334656-510F-4C4A-A861-0EB2C7CF394B}" type="pres">
      <dgm:prSet presAssocID="{92B2BAFB-2ECA-4E40-9F20-0A1C56B0A416}" presName="sibTrans" presStyleCnt="0"/>
      <dgm:spPr/>
    </dgm:pt>
    <dgm:pt modelId="{46BCA9A9-37C0-490E-8ECA-920B9802916A}" type="pres">
      <dgm:prSet presAssocID="{3CAD313A-0762-434E-855A-3186959C14E0}" presName="compositeNode" presStyleCnt="0">
        <dgm:presLayoutVars>
          <dgm:bulletEnabled val="1"/>
        </dgm:presLayoutVars>
      </dgm:prSet>
      <dgm:spPr/>
    </dgm:pt>
    <dgm:pt modelId="{CA888CED-7953-4585-B4D7-05B747E4FE8C}" type="pres">
      <dgm:prSet presAssocID="{3CAD313A-0762-434E-855A-3186959C14E0}" presName="bgRect" presStyleLbl="fgAcc1" presStyleIdx="6" presStyleCnt="7"/>
      <dgm:spPr/>
    </dgm:pt>
    <dgm:pt modelId="{C2F5A284-C492-4399-A874-2766E85D6E32}" type="pres">
      <dgm:prSet presAssocID="{B1C86B84-C6B4-4FAA-A4E0-62E8EE799ED5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29D5C8E-5096-4FDE-9C30-25E7639153F0}" type="pres">
      <dgm:prSet presAssocID="{3CAD313A-0762-434E-855A-3186959C14E0}" presName="nodeRect" presStyleLbl="parChTrans1D1" presStyleIdx="0" presStyleCnt="0">
        <dgm:presLayoutVars>
          <dgm:bulletEnabled val="1"/>
        </dgm:presLayoutVars>
      </dgm:prSet>
      <dgm:spPr/>
    </dgm:pt>
  </dgm:ptLst>
  <dgm:cxnLst>
    <dgm:cxn modelId="{B5F03114-6906-44CE-ABDD-C6FAFBA09AD4}" type="presOf" srcId="{32783916-157E-4466-ADD3-4068200EA9E7}" destId="{300EDA17-CD19-4B1B-AC1C-4FB3552FD21D}" srcOrd="1" destOrd="0" presId="urn:microsoft.com/office/officeart/2024/layout/NumberedTitleCardList#1"/>
    <dgm:cxn modelId="{E55A6F15-C820-428A-9A9D-CF867ED99ABD}" srcId="{03B85529-F70A-4750-9FED-7F46D522D6CB}" destId="{2958E64B-E2FC-4C7C-B297-C0822142C871}" srcOrd="3" destOrd="0" parTransId="{0206639D-6D46-480A-8AFF-4CEC78AF0F4C}" sibTransId="{AFE0B7CE-5D13-4E42-813E-15AF889D9106}"/>
    <dgm:cxn modelId="{8CA5681B-E089-4EF1-A39F-A2C04042A906}" srcId="{03B85529-F70A-4750-9FED-7F46D522D6CB}" destId="{48F22D86-A0F2-47FB-A49B-EA81CC2DED97}" srcOrd="5" destOrd="0" parTransId="{83A5E9FE-F64E-4640-AFEF-B94FEEE5333B}" sibTransId="{92B2BAFB-2ECA-4E40-9F20-0A1C56B0A416}"/>
    <dgm:cxn modelId="{3B1BD61C-D74A-4F8A-99FF-612AB3B5999F}" type="presOf" srcId="{2958E64B-E2FC-4C7C-B297-C0822142C871}" destId="{7043F631-B4D5-481E-BCE4-7A82C4D084BF}" srcOrd="1" destOrd="0" presId="urn:microsoft.com/office/officeart/2024/layout/NumberedTitleCardList#1"/>
    <dgm:cxn modelId="{ED1FDB2D-61D5-44A2-972F-5353DA8D0020}" type="presOf" srcId="{48F22D86-A0F2-47FB-A49B-EA81CC2DED97}" destId="{5EA9B79B-7FD2-40C6-8CD8-187B6D8BFABA}" srcOrd="0" destOrd="0" presId="urn:microsoft.com/office/officeart/2024/layout/NumberedTitleCardList#1"/>
    <dgm:cxn modelId="{2161CA39-8CAC-4EE4-BA72-ECE8D4184165}" type="presOf" srcId="{BB8186F1-4D8D-4F1C-8A3F-E9750182C3BC}" destId="{87C6D550-2CD4-498A-A034-951E2B3FDB38}" srcOrd="1" destOrd="0" presId="urn:microsoft.com/office/officeart/2024/layout/NumberedTitleCardList#1"/>
    <dgm:cxn modelId="{67F4FD39-4F68-467D-9B97-49DCF89B4E82}" type="presOf" srcId="{9D4579C2-549C-4E36-ADCD-807A30AC87BF}" destId="{0790A5DC-F788-4527-BBA6-914092D8CA6D}" srcOrd="1" destOrd="0" presId="urn:microsoft.com/office/officeart/2024/layout/NumberedTitleCardList#1"/>
    <dgm:cxn modelId="{C414144A-8394-465D-A1B9-F7257D10E5AE}" type="presOf" srcId="{32783916-157E-4466-ADD3-4068200EA9E7}" destId="{B2551D55-18D2-464C-89E7-029111DAA796}" srcOrd="0" destOrd="0" presId="urn:microsoft.com/office/officeart/2024/layout/NumberedTitleCardList#1"/>
    <dgm:cxn modelId="{6CCFB252-1A65-40C2-B25A-7DE6311C5E68}" type="presOf" srcId="{ADEEDE36-5E15-4EB3-9060-FB728839363A}" destId="{9B4DE1DC-8E0E-4FF0-8126-A90761FF94F0}" srcOrd="0" destOrd="0" presId="urn:microsoft.com/office/officeart/2024/layout/NumberedTitleCardList#1"/>
    <dgm:cxn modelId="{F46F2356-35EE-472A-A9A2-834443A7B303}" type="presOf" srcId="{AFE0B7CE-5D13-4E42-813E-15AF889D9106}" destId="{8D4D5760-C982-4AC0-AD41-50FEA18DA049}" srcOrd="0" destOrd="0" presId="urn:microsoft.com/office/officeart/2024/layout/NumberedTitleCardList#1"/>
    <dgm:cxn modelId="{D1ABE361-A9A1-49DF-A275-7927F77C29FE}" type="presOf" srcId="{2958E64B-E2FC-4C7C-B297-C0822142C871}" destId="{B64A6869-3771-41CE-BD3A-30479DBC0A06}" srcOrd="0" destOrd="0" presId="urn:microsoft.com/office/officeart/2024/layout/NumberedTitleCardList#1"/>
    <dgm:cxn modelId="{0FC7696E-A495-41B7-8A91-10453AA05F10}" srcId="{03B85529-F70A-4750-9FED-7F46D522D6CB}" destId="{BB8186F1-4D8D-4F1C-8A3F-E9750182C3BC}" srcOrd="0" destOrd="0" parTransId="{F6A3CC97-B1D0-4568-B79D-73B7C3DB2F4E}" sibTransId="{B6642FE9-9D8B-4BF9-9AE6-A4B052F3EA2B}"/>
    <dgm:cxn modelId="{15DE5C77-F847-4D1C-A337-DC38FE7E71C5}" type="presOf" srcId="{92B2BAFB-2ECA-4E40-9F20-0A1C56B0A416}" destId="{18C7778A-3502-4516-A4B2-37F2693F96FB}" srcOrd="0" destOrd="0" presId="urn:microsoft.com/office/officeart/2024/layout/NumberedTitleCardList#1"/>
    <dgm:cxn modelId="{0ED3F680-3595-4824-AEF4-95A663B0A7BD}" type="presOf" srcId="{3CAD313A-0762-434E-855A-3186959C14E0}" destId="{729D5C8E-5096-4FDE-9C30-25E7639153F0}" srcOrd="1" destOrd="0" presId="urn:microsoft.com/office/officeart/2024/layout/NumberedTitleCardList#1"/>
    <dgm:cxn modelId="{E7FA7682-FECD-48AA-833D-A2E257C42B71}" type="presOf" srcId="{7B6B7B79-4675-40F5-887D-ECCA77238154}" destId="{8093F356-20E1-4280-BC99-9887605E6BCF}" srcOrd="0" destOrd="0" presId="urn:microsoft.com/office/officeart/2024/layout/NumberedTitleCardList#1"/>
    <dgm:cxn modelId="{5FE23586-851F-4A48-93C0-F1E24C891715}" type="presOf" srcId="{681992B0-7757-4550-BF07-EC8C3E6B5591}" destId="{31D3F57C-87CF-476C-938B-28015F23DEB9}" srcOrd="0" destOrd="0" presId="urn:microsoft.com/office/officeart/2024/layout/NumberedTitleCardList#1"/>
    <dgm:cxn modelId="{4A205C94-32E3-4FB5-904B-45B85854154D}" srcId="{03B85529-F70A-4750-9FED-7F46D522D6CB}" destId="{7B6B7B79-4675-40F5-887D-ECCA77238154}" srcOrd="4" destOrd="0" parTransId="{797B3C42-55B6-416C-B23F-C20DD9AEC73F}" sibTransId="{ADEEDE36-5E15-4EB3-9060-FB728839363A}"/>
    <dgm:cxn modelId="{A5DC40A2-DD3E-4991-96C9-326DF2FCB6D5}" srcId="{03B85529-F70A-4750-9FED-7F46D522D6CB}" destId="{9D4579C2-549C-4E36-ADCD-807A30AC87BF}" srcOrd="1" destOrd="0" parTransId="{03E57B4E-B8DB-4AD7-8B18-C53DDE978EFE}" sibTransId="{27929EAD-6052-41FF-8B67-AF7D936E0390}"/>
    <dgm:cxn modelId="{138E49BB-DDA7-475D-A4DA-F829546D1563}" srcId="{03B85529-F70A-4750-9FED-7F46D522D6CB}" destId="{32783916-157E-4466-ADD3-4068200EA9E7}" srcOrd="2" destOrd="0" parTransId="{4F7CFC40-7992-40F5-B54F-DA5CD7B59DA4}" sibTransId="{681992B0-7757-4550-BF07-EC8C3E6B5591}"/>
    <dgm:cxn modelId="{692BFFC8-BF40-4048-852D-B61969B400D0}" type="presOf" srcId="{48F22D86-A0F2-47FB-A49B-EA81CC2DED97}" destId="{CEA0F690-C043-4D0A-920D-D240FD4E560C}" srcOrd="1" destOrd="0" presId="urn:microsoft.com/office/officeart/2024/layout/NumberedTitleCardList#1"/>
    <dgm:cxn modelId="{D027AECA-C5B9-4040-8D63-639188DF1FFA}" type="presOf" srcId="{03B85529-F70A-4750-9FED-7F46D522D6CB}" destId="{AADE4A29-391E-4656-A93A-5061E8E0368F}" srcOrd="0" destOrd="0" presId="urn:microsoft.com/office/officeart/2024/layout/NumberedTitleCardList#1"/>
    <dgm:cxn modelId="{FB14B0D2-36DA-4ECC-90EC-8A6B1896F341}" srcId="{03B85529-F70A-4750-9FED-7F46D522D6CB}" destId="{3CAD313A-0762-434E-855A-3186959C14E0}" srcOrd="6" destOrd="0" parTransId="{CD6B353A-A339-41E3-8D60-670A3EE8CF9F}" sibTransId="{B1C86B84-C6B4-4FAA-A4E0-62E8EE799ED5}"/>
    <dgm:cxn modelId="{238497D4-5BA8-462D-B151-D11D923CD1CF}" type="presOf" srcId="{3CAD313A-0762-434E-855A-3186959C14E0}" destId="{CA888CED-7953-4585-B4D7-05B747E4FE8C}" srcOrd="0" destOrd="0" presId="urn:microsoft.com/office/officeart/2024/layout/NumberedTitleCardList#1"/>
    <dgm:cxn modelId="{3B80A1D8-9071-4AFC-8C71-5D8A8B1E082F}" type="presOf" srcId="{27929EAD-6052-41FF-8B67-AF7D936E0390}" destId="{7FF21B61-C7E6-4652-A878-8116A44B181B}" srcOrd="0" destOrd="0" presId="urn:microsoft.com/office/officeart/2024/layout/NumberedTitleCardList#1"/>
    <dgm:cxn modelId="{7896DFDA-8EDE-4B0D-BD20-CA1E53F15D6D}" type="presOf" srcId="{B1C86B84-C6B4-4FAA-A4E0-62E8EE799ED5}" destId="{C2F5A284-C492-4399-A874-2766E85D6E32}" srcOrd="0" destOrd="0" presId="urn:microsoft.com/office/officeart/2024/layout/NumberedTitleCardList#1"/>
    <dgm:cxn modelId="{E10615DE-B173-4258-B52F-70DBE0B7AEDD}" type="presOf" srcId="{9D4579C2-549C-4E36-ADCD-807A30AC87BF}" destId="{4C6D55FC-7AFE-450D-A3F6-B289CC98E468}" srcOrd="0" destOrd="0" presId="urn:microsoft.com/office/officeart/2024/layout/NumberedTitleCardList#1"/>
    <dgm:cxn modelId="{FF575BE4-AF07-4E27-A325-E7E3CA3BF70A}" type="presOf" srcId="{7B6B7B79-4675-40F5-887D-ECCA77238154}" destId="{2DA0C161-3273-4843-B4CE-3364F74BA688}" srcOrd="1" destOrd="0" presId="urn:microsoft.com/office/officeart/2024/layout/NumberedTitleCardList#1"/>
    <dgm:cxn modelId="{78A1FEE5-C5F5-43AD-8D5B-1070EC698489}" type="presOf" srcId="{B6642FE9-9D8B-4BF9-9AE6-A4B052F3EA2B}" destId="{0E8EE4A5-58D7-41AC-B6B1-D0B65540F95D}" srcOrd="0" destOrd="0" presId="urn:microsoft.com/office/officeart/2024/layout/NumberedTitleCardList#1"/>
    <dgm:cxn modelId="{86AE48EC-E411-4C44-B62A-47653866E70A}" type="presOf" srcId="{BB8186F1-4D8D-4F1C-8A3F-E9750182C3BC}" destId="{A080688E-08E3-435C-85E6-43689A127273}" srcOrd="0" destOrd="0" presId="urn:microsoft.com/office/officeart/2024/layout/NumberedTitleCardList#1"/>
    <dgm:cxn modelId="{24D42230-A82C-45B3-9ED4-35FA0A7DE135}" type="presParOf" srcId="{AADE4A29-391E-4656-A93A-5061E8E0368F}" destId="{B38823E7-9137-4844-AA39-54F585FDB7E4}" srcOrd="0" destOrd="0" presId="urn:microsoft.com/office/officeart/2024/layout/NumberedTitleCardList#1"/>
    <dgm:cxn modelId="{DDAC9509-4BB9-4DC1-98E2-58C8DD926FCB}" type="presParOf" srcId="{B38823E7-9137-4844-AA39-54F585FDB7E4}" destId="{A080688E-08E3-435C-85E6-43689A127273}" srcOrd="0" destOrd="0" presId="urn:microsoft.com/office/officeart/2024/layout/NumberedTitleCardList#1"/>
    <dgm:cxn modelId="{8D8EA4FB-72E6-466D-8BF6-1342986E6045}" type="presParOf" srcId="{B38823E7-9137-4844-AA39-54F585FDB7E4}" destId="{0E8EE4A5-58D7-41AC-B6B1-D0B65540F95D}" srcOrd="1" destOrd="0" presId="urn:microsoft.com/office/officeart/2024/layout/NumberedTitleCardList#1"/>
    <dgm:cxn modelId="{C88A516D-337D-42FC-B813-2E0469434AE4}" type="presParOf" srcId="{B38823E7-9137-4844-AA39-54F585FDB7E4}" destId="{87C6D550-2CD4-498A-A034-951E2B3FDB38}" srcOrd="2" destOrd="0" presId="urn:microsoft.com/office/officeart/2024/layout/NumberedTitleCardList#1"/>
    <dgm:cxn modelId="{BACD3B3D-4E35-4D23-BBF7-AF0CD8CF5BD2}" type="presParOf" srcId="{AADE4A29-391E-4656-A93A-5061E8E0368F}" destId="{BCDA101A-9E87-4180-AC8A-9FAE60C973E4}" srcOrd="1" destOrd="0" presId="urn:microsoft.com/office/officeart/2024/layout/NumberedTitleCardList#1"/>
    <dgm:cxn modelId="{D6F449D0-329F-4761-8A1C-48C2FBC6BC9C}" type="presParOf" srcId="{AADE4A29-391E-4656-A93A-5061E8E0368F}" destId="{2B4FB054-DD74-446B-ABAE-BE513872EDB7}" srcOrd="2" destOrd="0" presId="urn:microsoft.com/office/officeart/2024/layout/NumberedTitleCardList#1"/>
    <dgm:cxn modelId="{F7CB3DCA-3BCA-4122-B290-7241458B7BFF}" type="presParOf" srcId="{2B4FB054-DD74-446B-ABAE-BE513872EDB7}" destId="{4C6D55FC-7AFE-450D-A3F6-B289CC98E468}" srcOrd="0" destOrd="0" presId="urn:microsoft.com/office/officeart/2024/layout/NumberedTitleCardList#1"/>
    <dgm:cxn modelId="{A36475E9-5983-4513-977E-8CFBD00C5D18}" type="presParOf" srcId="{2B4FB054-DD74-446B-ABAE-BE513872EDB7}" destId="{7FF21B61-C7E6-4652-A878-8116A44B181B}" srcOrd="1" destOrd="0" presId="urn:microsoft.com/office/officeart/2024/layout/NumberedTitleCardList#1"/>
    <dgm:cxn modelId="{82DA02AC-CE69-4FC1-8BDF-FE8EBB662E08}" type="presParOf" srcId="{2B4FB054-DD74-446B-ABAE-BE513872EDB7}" destId="{0790A5DC-F788-4527-BBA6-914092D8CA6D}" srcOrd="2" destOrd="0" presId="urn:microsoft.com/office/officeart/2024/layout/NumberedTitleCardList#1"/>
    <dgm:cxn modelId="{E7666053-9E47-434F-805C-2288F87650A8}" type="presParOf" srcId="{AADE4A29-391E-4656-A93A-5061E8E0368F}" destId="{021298B4-4532-40C2-AC2D-FFA843FEFEDE}" srcOrd="3" destOrd="0" presId="urn:microsoft.com/office/officeart/2024/layout/NumberedTitleCardList#1"/>
    <dgm:cxn modelId="{E3E06BFD-6D20-46FB-A381-33361E653239}" type="presParOf" srcId="{AADE4A29-391E-4656-A93A-5061E8E0368F}" destId="{C48E5267-E899-4805-8855-EBF8129FB628}" srcOrd="4" destOrd="0" presId="urn:microsoft.com/office/officeart/2024/layout/NumberedTitleCardList#1"/>
    <dgm:cxn modelId="{48935F18-8897-4D7C-B5FC-D2B15FF83F5A}" type="presParOf" srcId="{C48E5267-E899-4805-8855-EBF8129FB628}" destId="{B2551D55-18D2-464C-89E7-029111DAA796}" srcOrd="0" destOrd="0" presId="urn:microsoft.com/office/officeart/2024/layout/NumberedTitleCardList#1"/>
    <dgm:cxn modelId="{E1ACCF95-0756-499B-9D9C-78F19641B17B}" type="presParOf" srcId="{C48E5267-E899-4805-8855-EBF8129FB628}" destId="{31D3F57C-87CF-476C-938B-28015F23DEB9}" srcOrd="1" destOrd="0" presId="urn:microsoft.com/office/officeart/2024/layout/NumberedTitleCardList#1"/>
    <dgm:cxn modelId="{FEFEAE85-A1A7-4AE1-B592-B929479260E8}" type="presParOf" srcId="{C48E5267-E899-4805-8855-EBF8129FB628}" destId="{300EDA17-CD19-4B1B-AC1C-4FB3552FD21D}" srcOrd="2" destOrd="0" presId="urn:microsoft.com/office/officeart/2024/layout/NumberedTitleCardList#1"/>
    <dgm:cxn modelId="{4BF4C83A-8993-4829-9448-EE43CA7EDADB}" type="presParOf" srcId="{AADE4A29-391E-4656-A93A-5061E8E0368F}" destId="{0E31BCB4-A0D0-4BD9-B929-10F05905872C}" srcOrd="5" destOrd="0" presId="urn:microsoft.com/office/officeart/2024/layout/NumberedTitleCardList#1"/>
    <dgm:cxn modelId="{9598DC4F-A3B0-4B4F-B469-8B3625D94339}" type="presParOf" srcId="{AADE4A29-391E-4656-A93A-5061E8E0368F}" destId="{63C68671-1A05-4F50-A485-48293A6929C4}" srcOrd="6" destOrd="0" presId="urn:microsoft.com/office/officeart/2024/layout/NumberedTitleCardList#1"/>
    <dgm:cxn modelId="{43BD6248-BA10-4072-814D-DD631079279E}" type="presParOf" srcId="{63C68671-1A05-4F50-A485-48293A6929C4}" destId="{B64A6869-3771-41CE-BD3A-30479DBC0A06}" srcOrd="0" destOrd="0" presId="urn:microsoft.com/office/officeart/2024/layout/NumberedTitleCardList#1"/>
    <dgm:cxn modelId="{292CE510-F060-4E86-9F80-5B0C05D06598}" type="presParOf" srcId="{63C68671-1A05-4F50-A485-48293A6929C4}" destId="{8D4D5760-C982-4AC0-AD41-50FEA18DA049}" srcOrd="1" destOrd="0" presId="urn:microsoft.com/office/officeart/2024/layout/NumberedTitleCardList#1"/>
    <dgm:cxn modelId="{B8C0A15B-971C-4E19-8080-4CB738FC304A}" type="presParOf" srcId="{63C68671-1A05-4F50-A485-48293A6929C4}" destId="{7043F631-B4D5-481E-BCE4-7A82C4D084BF}" srcOrd="2" destOrd="0" presId="urn:microsoft.com/office/officeart/2024/layout/NumberedTitleCardList#1"/>
    <dgm:cxn modelId="{2B1E60E0-3F33-4F35-A374-2CC9AEADFDB2}" type="presParOf" srcId="{AADE4A29-391E-4656-A93A-5061E8E0368F}" destId="{48AF6C25-0289-4699-9CDE-2F1C0AFE0A4E}" srcOrd="7" destOrd="0" presId="urn:microsoft.com/office/officeart/2024/layout/NumberedTitleCardList#1"/>
    <dgm:cxn modelId="{339D8686-1E9A-466A-945C-9DD819371D56}" type="presParOf" srcId="{AADE4A29-391E-4656-A93A-5061E8E0368F}" destId="{4E3888B3-0FA1-4FA9-95A5-4DF05C7DA07C}" srcOrd="8" destOrd="0" presId="urn:microsoft.com/office/officeart/2024/layout/NumberedTitleCardList#1"/>
    <dgm:cxn modelId="{56032845-6C01-4F85-BDA4-9A696DC02BE1}" type="presParOf" srcId="{4E3888B3-0FA1-4FA9-95A5-4DF05C7DA07C}" destId="{8093F356-20E1-4280-BC99-9887605E6BCF}" srcOrd="0" destOrd="0" presId="urn:microsoft.com/office/officeart/2024/layout/NumberedTitleCardList#1"/>
    <dgm:cxn modelId="{80FD2F69-7C15-4090-94B9-EA64A462FF1F}" type="presParOf" srcId="{4E3888B3-0FA1-4FA9-95A5-4DF05C7DA07C}" destId="{9B4DE1DC-8E0E-4FF0-8126-A90761FF94F0}" srcOrd="1" destOrd="0" presId="urn:microsoft.com/office/officeart/2024/layout/NumberedTitleCardList#1"/>
    <dgm:cxn modelId="{9D2AF02F-110B-4DBD-B510-A05A5EEC5A73}" type="presParOf" srcId="{4E3888B3-0FA1-4FA9-95A5-4DF05C7DA07C}" destId="{2DA0C161-3273-4843-B4CE-3364F74BA688}" srcOrd="2" destOrd="0" presId="urn:microsoft.com/office/officeart/2024/layout/NumberedTitleCardList#1"/>
    <dgm:cxn modelId="{FA99D3C3-94D8-48DB-BF6B-0637E1B0AEE0}" type="presParOf" srcId="{AADE4A29-391E-4656-A93A-5061E8E0368F}" destId="{7D385B09-08CE-49DE-B671-9895980686E6}" srcOrd="9" destOrd="0" presId="urn:microsoft.com/office/officeart/2024/layout/NumberedTitleCardList#1"/>
    <dgm:cxn modelId="{5C5ACB08-CAF2-45A7-B4E8-66247441823D}" type="presParOf" srcId="{AADE4A29-391E-4656-A93A-5061E8E0368F}" destId="{D60B1E5F-DCB4-452E-B977-1E00122E3505}" srcOrd="10" destOrd="0" presId="urn:microsoft.com/office/officeart/2024/layout/NumberedTitleCardList#1"/>
    <dgm:cxn modelId="{D1567079-B6E2-45FC-BBEA-AD5371D9EE0A}" type="presParOf" srcId="{D60B1E5F-DCB4-452E-B977-1E00122E3505}" destId="{5EA9B79B-7FD2-40C6-8CD8-187B6D8BFABA}" srcOrd="0" destOrd="0" presId="urn:microsoft.com/office/officeart/2024/layout/NumberedTitleCardList#1"/>
    <dgm:cxn modelId="{34B98DCC-5DFD-4B07-A694-4605AE6F71EE}" type="presParOf" srcId="{D60B1E5F-DCB4-452E-B977-1E00122E3505}" destId="{18C7778A-3502-4516-A4B2-37F2693F96FB}" srcOrd="1" destOrd="0" presId="urn:microsoft.com/office/officeart/2024/layout/NumberedTitleCardList#1"/>
    <dgm:cxn modelId="{E12F7E1F-94F1-47EA-9606-9A98E717E2A6}" type="presParOf" srcId="{D60B1E5F-DCB4-452E-B977-1E00122E3505}" destId="{CEA0F690-C043-4D0A-920D-D240FD4E560C}" srcOrd="2" destOrd="0" presId="urn:microsoft.com/office/officeart/2024/layout/NumberedTitleCardList#1"/>
    <dgm:cxn modelId="{0395AB8E-DE44-4F83-A28D-00121C842E91}" type="presParOf" srcId="{AADE4A29-391E-4656-A93A-5061E8E0368F}" destId="{47334656-510F-4C4A-A861-0EB2C7CF394B}" srcOrd="11" destOrd="0" presId="urn:microsoft.com/office/officeart/2024/layout/NumberedTitleCardList#1"/>
    <dgm:cxn modelId="{D9E016CD-B6FE-4F5C-9AD7-C83DAE3CE633}" type="presParOf" srcId="{AADE4A29-391E-4656-A93A-5061E8E0368F}" destId="{46BCA9A9-37C0-490E-8ECA-920B9802916A}" srcOrd="12" destOrd="0" presId="urn:microsoft.com/office/officeart/2024/layout/NumberedTitleCardList#1"/>
    <dgm:cxn modelId="{4C88D6CA-95FA-4595-996F-849F8F6E1525}" type="presParOf" srcId="{46BCA9A9-37C0-490E-8ECA-920B9802916A}" destId="{CA888CED-7953-4585-B4D7-05B747E4FE8C}" srcOrd="0" destOrd="0" presId="urn:microsoft.com/office/officeart/2024/layout/NumberedTitleCardList#1"/>
    <dgm:cxn modelId="{110988EC-66F1-4BE5-8B49-1EE167084CC1}" type="presParOf" srcId="{46BCA9A9-37C0-490E-8ECA-920B9802916A}" destId="{C2F5A284-C492-4399-A874-2766E85D6E32}" srcOrd="1" destOrd="0" presId="urn:microsoft.com/office/officeart/2024/layout/NumberedTitleCardList#1"/>
    <dgm:cxn modelId="{29BA53A6-6E18-4640-A891-096DB4BC026B}" type="presParOf" srcId="{46BCA9A9-37C0-490E-8ECA-920B9802916A}" destId="{729D5C8E-5096-4FDE-9C30-25E7639153F0}" srcOrd="2" destOrd="0" presId="urn:microsoft.com/office/officeart/2024/layout/NumberedTitleCardList#1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0688E-08E3-435C-85E6-43689A127273}">
      <dsp:nvSpPr>
        <dsp:cNvPr id="0" name=""/>
        <dsp:cNvSpPr/>
      </dsp:nvSpPr>
      <dsp:spPr>
        <a:xfrm>
          <a:off x="6337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6337" y="2527723"/>
        <a:ext cx="1561526" cy="1124298"/>
      </dsp:txXfrm>
    </dsp:sp>
    <dsp:sp modelId="{0E8EE4A5-58D7-41AC-B6B1-D0B65540F95D}">
      <dsp:nvSpPr>
        <dsp:cNvPr id="0" name=""/>
        <dsp:cNvSpPr/>
      </dsp:nvSpPr>
      <dsp:spPr>
        <a:xfrm>
          <a:off x="6337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sp:txBody>
      <dsp:txXfrm>
        <a:off x="6337" y="1778190"/>
        <a:ext cx="1561526" cy="749532"/>
      </dsp:txXfrm>
    </dsp:sp>
    <dsp:sp modelId="{4C6D55FC-7AFE-450D-A3F6-B289CC98E468}">
      <dsp:nvSpPr>
        <dsp:cNvPr id="0" name=""/>
        <dsp:cNvSpPr/>
      </dsp:nvSpPr>
      <dsp:spPr>
        <a:xfrm>
          <a:off x="1692785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1692785" y="2527723"/>
        <a:ext cx="1561526" cy="1124298"/>
      </dsp:txXfrm>
    </dsp:sp>
    <dsp:sp modelId="{7FF21B61-C7E6-4652-A878-8116A44B181B}">
      <dsp:nvSpPr>
        <dsp:cNvPr id="0" name=""/>
        <dsp:cNvSpPr/>
      </dsp:nvSpPr>
      <dsp:spPr>
        <a:xfrm>
          <a:off x="1692785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sp:txBody>
      <dsp:txXfrm>
        <a:off x="1692785" y="1778190"/>
        <a:ext cx="1561526" cy="749532"/>
      </dsp:txXfrm>
    </dsp:sp>
    <dsp:sp modelId="{B2551D55-18D2-464C-89E7-029111DAA796}">
      <dsp:nvSpPr>
        <dsp:cNvPr id="0" name=""/>
        <dsp:cNvSpPr/>
      </dsp:nvSpPr>
      <dsp:spPr>
        <a:xfrm>
          <a:off x="3379233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sp:txBody>
      <dsp:txXfrm>
        <a:off x="3379233" y="2527723"/>
        <a:ext cx="1561526" cy="1124298"/>
      </dsp:txXfrm>
    </dsp:sp>
    <dsp:sp modelId="{31D3F57C-87CF-476C-938B-28015F23DEB9}">
      <dsp:nvSpPr>
        <dsp:cNvPr id="0" name=""/>
        <dsp:cNvSpPr/>
      </dsp:nvSpPr>
      <dsp:spPr>
        <a:xfrm>
          <a:off x="3379233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sp:txBody>
      <dsp:txXfrm>
        <a:off x="3379233" y="1778190"/>
        <a:ext cx="1561526" cy="749532"/>
      </dsp:txXfrm>
    </dsp:sp>
    <dsp:sp modelId="{B64A6869-3771-41CE-BD3A-30479DBC0A06}">
      <dsp:nvSpPr>
        <dsp:cNvPr id="0" name=""/>
        <dsp:cNvSpPr/>
      </dsp:nvSpPr>
      <dsp:spPr>
        <a:xfrm>
          <a:off x="5065681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5065681" y="2527723"/>
        <a:ext cx="1561526" cy="1124298"/>
      </dsp:txXfrm>
    </dsp:sp>
    <dsp:sp modelId="{8D4D5760-C982-4AC0-AD41-50FEA18DA049}">
      <dsp:nvSpPr>
        <dsp:cNvPr id="0" name=""/>
        <dsp:cNvSpPr/>
      </dsp:nvSpPr>
      <dsp:spPr>
        <a:xfrm>
          <a:off x="5065681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sp:txBody>
      <dsp:txXfrm>
        <a:off x="5065681" y="1778190"/>
        <a:ext cx="1561526" cy="749532"/>
      </dsp:txXfrm>
    </dsp:sp>
    <dsp:sp modelId="{8093F356-20E1-4280-BC99-9887605E6BCF}">
      <dsp:nvSpPr>
        <dsp:cNvPr id="0" name=""/>
        <dsp:cNvSpPr/>
      </dsp:nvSpPr>
      <dsp:spPr>
        <a:xfrm>
          <a:off x="6752130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sp:txBody>
      <dsp:txXfrm>
        <a:off x="6752130" y="2527723"/>
        <a:ext cx="1561526" cy="1124298"/>
      </dsp:txXfrm>
    </dsp:sp>
    <dsp:sp modelId="{9B4DE1DC-8E0E-4FF0-8126-A90761FF94F0}">
      <dsp:nvSpPr>
        <dsp:cNvPr id="0" name=""/>
        <dsp:cNvSpPr/>
      </dsp:nvSpPr>
      <dsp:spPr>
        <a:xfrm>
          <a:off x="6752130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sp:txBody>
      <dsp:txXfrm>
        <a:off x="6752130" y="1778190"/>
        <a:ext cx="1561526" cy="749532"/>
      </dsp:txXfrm>
    </dsp:sp>
    <dsp:sp modelId="{5EA9B79B-7FD2-40C6-8CD8-187B6D8BFABA}">
      <dsp:nvSpPr>
        <dsp:cNvPr id="0" name=""/>
        <dsp:cNvSpPr/>
      </dsp:nvSpPr>
      <dsp:spPr>
        <a:xfrm>
          <a:off x="8438578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8438578" y="2527723"/>
        <a:ext cx="1561526" cy="1124298"/>
      </dsp:txXfrm>
    </dsp:sp>
    <dsp:sp modelId="{18C7778A-3502-4516-A4B2-37F2693F96FB}">
      <dsp:nvSpPr>
        <dsp:cNvPr id="0" name=""/>
        <dsp:cNvSpPr/>
      </dsp:nvSpPr>
      <dsp:spPr>
        <a:xfrm>
          <a:off x="8438578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sp:txBody>
      <dsp:txXfrm>
        <a:off x="8438578" y="1778190"/>
        <a:ext cx="1561526" cy="749532"/>
      </dsp:txXfrm>
    </dsp:sp>
    <dsp:sp modelId="{CA888CED-7953-4585-B4D7-05B747E4FE8C}">
      <dsp:nvSpPr>
        <dsp:cNvPr id="0" name=""/>
        <dsp:cNvSpPr/>
      </dsp:nvSpPr>
      <dsp:spPr>
        <a:xfrm>
          <a:off x="10125026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sp:txBody>
      <dsp:txXfrm>
        <a:off x="10125026" y="2527723"/>
        <a:ext cx="1561526" cy="1124298"/>
      </dsp:txXfrm>
    </dsp:sp>
    <dsp:sp modelId="{C2F5A284-C492-4399-A874-2766E85D6E32}">
      <dsp:nvSpPr>
        <dsp:cNvPr id="0" name=""/>
        <dsp:cNvSpPr/>
      </dsp:nvSpPr>
      <dsp:spPr>
        <a:xfrm>
          <a:off x="10125026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sp:txBody>
      <dsp:txXfrm>
        <a:off x="10125026" y="1778190"/>
        <a:ext cx="1561526" cy="749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CardList#1">
  <dgm:title val=""/>
  <dgm:desc val=""/>
  <dgm:catLst>
    <dgm:cat type="list" pri="8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65E86F0A-D270-4099-B08B-A2DC00CCA9A8}">
          <dgm:prSet phldrT="01"/>
          <dgm:t>
            <a:bodyPr/>
            <a:lstStyle/>
            <a:p>
              <a:r>
                <a:t>01</a:t>
              </a:r>
            </a:p>
          </dgm:t>
        </dgm:pt>
        <dgm:pt modelId="201" type="sibTrans" cxnId="{996DB9E2-43E4-4C32-913C-1B4D21716AFE}">
          <dgm:prSet phldrT="02"/>
          <dgm:t>
            <a:bodyPr/>
            <a:lstStyle/>
            <a:p>
              <a:r>
                <a:t>02</a:t>
              </a:r>
            </a:p>
          </dgm:t>
        </dgm:pt>
        <dgm:pt modelId="301" type="sibTrans" cxnId="{C4ED3F72-69EB-4E67-8F0D-A1A861DC08ED}">
          <dgm:prSet phldrT="0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bgShp">
            <dgm:varLst>
              <dgm:chMax val="0"/>
              <dgm:bulletEnabled/>
            </dgm:varLst>
            <dgm:presOf axis="self" ptType="sibTrans"/>
            <dgm:choose name="numAlignDir">
              <dgm:if name="numAlignNorm" func="var" arg="dir" op="equ" val="norm">
                <dgm:alg type="tx">
                  <dgm:param type="parTxLTRAlign" val="l"/>
                  <dgm:param type="parTxRTLAlign" val="l"/>
                </dgm:alg>
              </dgm:if>
              <dgm:else name="numAlignRev">
                <dgm:alg type="tx">
                  <dgm:param type="parTxLTRAlign" val="r"/>
                  <dgm:param type="parTxRTLAlign" val="r"/>
                </dgm:alg>
              </dgm:else>
            </dgm:choose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1"/>
              <dgm:constr type="rMarg" refType="w" fact="0.05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parChTrans1D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1"/>
            <dgm:constr type="rMarg" refType="w" fact="0.0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Relationship Id="rId3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eg"/><Relationship Id="rId3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svg"/><Relationship Id="rId3" Type="http://schemas.openxmlformats.org/officeDocument/2006/relationships/image" Target="../media/image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1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Logo">
            <a:extLst>
              <a:ext uri="{FF2B5EF4-FFF2-40B4-BE49-F238E27FC236}">
                <a16:creationId xmlns:a16="http://schemas.microsoft.com/office/drawing/2014/main" id="{572B6447-BD74-E19F-F82F-B6AB6B813F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63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1"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dient background">
            <a:extLst>
              <a:ext uri="{FF2B5EF4-FFF2-40B4-BE49-F238E27FC236}">
                <a16:creationId xmlns:a16="http://schemas.microsoft.com/office/drawing/2014/main" id="{92928F57-07A1-1A1B-92F7-6684E21D98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6057900"/>
            <a:ext cx="12192000" cy="8001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E11E6EF-7DEE-709C-8F7C-C05A9D414CD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56DCA5C-54BE-B570-7771-24B6F32B86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CEC8C55-6D9F-A0BC-1D15-F83CA5ED26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5B90D9E-31F6-9A74-2145-A6288C92CE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EE872-17BA-5687-6409-5D696FD2CC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544A-606F-A954-EFCC-B2A52625FF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134022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52521A-CD45-F485-9C10-82CE67ACE2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8724D9F6-3E07-EAAB-9C0A-FB3B644A65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34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51C14DD-9794-E6F9-AF00-3571E64B89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DBE46BF-4100-2DC3-ABDE-7C925CA29C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B367B8-A7CD-7CB8-9517-8197F72C4C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5AA0FEE-BD89-5565-F585-CC60A499B7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</p:spTree>
    <p:extLst>
      <p:ext uri="{BB962C8B-B14F-4D97-AF65-F5344CB8AC3E}">
        <p14:creationId xmlns:p14="http://schemas.microsoft.com/office/powerpoint/2010/main" val="13538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-1" y="2420888"/>
            <a:ext cx="4281056" cy="4437112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811" t="-811" r="-811" b="-811"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29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>
            <a:off x="0" y="2420888"/>
            <a:ext cx="4281056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6" y="2420888"/>
            <a:ext cx="7766944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6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4A620D-E72D-0599-539C-16ECD62CD3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50520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615" y="2420888"/>
            <a:ext cx="4280440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DBD3AB-8D5C-9430-21B5-DB44408225B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7086219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27" name="Logo">
            <a:extLst>
              <a:ext uri="{FF2B5EF4-FFF2-40B4-BE49-F238E27FC236}">
                <a16:creationId xmlns:a16="http://schemas.microsoft.com/office/drawing/2014/main" id="{6CB62FDA-7C32-F694-6DE6-E1D01DA97A1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299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87E83465-E936-9562-7382-58B2C6BC3AC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 bwMode="gray">
          <a:xfrm>
            <a:off x="551384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EE294DF-F384-A74E-EE39-69C112F65F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51384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3654B84-E40B-FCB1-3724-1DABC8B173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80338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26F7F342-6CB9-4537-438D-BA9E5446D5C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359696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8586DED-D6C9-416B-DE95-E998EB52076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3359696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B2BFA5B-027E-0A7B-FD2A-AAC3CBC9749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61172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9" name="Picture Placeholder 7">
            <a:extLst>
              <a:ext uri="{FF2B5EF4-FFF2-40B4-BE49-F238E27FC236}">
                <a16:creationId xmlns:a16="http://schemas.microsoft.com/office/drawing/2014/main" id="{0F726FBF-CB4A-AF8D-5B1E-DCD4213344B7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 bwMode="gray">
          <a:xfrm>
            <a:off x="6168008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D0D834FA-1583-AE1B-9B41-FD20F66F22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6168008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D640CFF1-EE63-44B9-98DB-23D254A8FD2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6420036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EAC21E38-8163-B540-E913-991D48522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 bwMode="gray">
          <a:xfrm>
            <a:off x="8976320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1F29D8D5-6E5E-8B9E-0128-955D7E46C22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976320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31" name="Text Placeholder 16">
            <a:extLst>
              <a:ext uri="{FF2B5EF4-FFF2-40B4-BE49-F238E27FC236}">
                <a16:creationId xmlns:a16="http://schemas.microsoft.com/office/drawing/2014/main" id="{841AE9E9-C6DA-13DA-947A-F29639F258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9228348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33" name="Logo">
            <a:extLst>
              <a:ext uri="{FF2B5EF4-FFF2-40B4-BE49-F238E27FC236}">
                <a16:creationId xmlns:a16="http://schemas.microsoft.com/office/drawing/2014/main" id="{7D38B19B-8E1F-2476-5E13-10CCDB113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03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0A9B968-2C0B-3E87-C3F8-5A609C6918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95B531DC-EDFA-F406-F1A3-7CCD05D7950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00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319D055-168E-C9A6-4B8C-59B80F8FA4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5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Section Divi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4926549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Section name (max.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593291"/>
            <a:ext cx="507262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4CA65FF8-CA33-78E1-DB61-531BB02E1E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5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795">
          <p15:clr>
            <a:srgbClr val="FBAE40"/>
          </p15:clr>
        </p15:guide>
        <p15:guide id="3" pos="388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69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11088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(One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3179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3179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629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68008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3044E95F-CA3F-13A8-2786-33924D4D7A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72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hree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1804F57-3A4A-9DF7-253D-B1D02A1E5C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E285D2F7-CECB-F944-A2C5-B4FE6727F6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53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527">
          <p15:clr>
            <a:srgbClr val="9FCC3B"/>
          </p15:clr>
        </p15:guide>
        <p15:guide id="12" pos="1436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08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0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F778B60-B2B6-2C1B-6489-97359DB625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2DDFF32-ABCB-33C4-9D6C-A673B4B53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09FD615-2E6A-9A47-5949-05F77046E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67460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2BC9066-B5D9-AF6D-6531-C5B70B0F4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10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wo images,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371703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168008" y="3717032"/>
            <a:ext cx="5472000" cy="2340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F1CE46F8-E5F0-79EC-BCFD-07B38471E42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132686C-3404-59C2-A915-D1BF3E01084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C98B57A-3555-40BA-AB17-E55AA71BD4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628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  <p15:guide id="15" orient="horz" pos="234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261E2592-C1EF-3D9B-8998-9CBE468D2E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214862B1-1BEA-07E1-834B-64536F34BB6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gray">
          <a:xfrm>
            <a:off x="551384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FDE0631-BFE0-D7CB-B38E-9800DAD94A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51384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25D5CD-EB13-7B23-8CE8-72C1140C3D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79D56707-D9C5-867A-9B10-EEE16F55F40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4295800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18DCF02-18F0-F413-650A-1BBBB77FE2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295800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0B06B7A-FFCC-5BC2-0870-633DD5EE80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08F0C17C-68B4-7D82-079D-FE5525B2C86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 bwMode="gray">
          <a:xfrm>
            <a:off x="8040216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4C875757-40AA-FFE0-19F9-4B08BD4DB8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8040216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2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Full image  (name and posi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E8921B-3DA6-94DA-A776-DD044CCFAE4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551384" y="5264626"/>
            <a:ext cx="2398193" cy="792666"/>
          </a:xfrm>
          <a:solidFill>
            <a:schemeClr val="bg1"/>
          </a:solidFill>
        </p:spPr>
        <p:txBody>
          <a:bodyPr wrap="none" lIns="108000" tIns="133200" rIns="108000" bIns="169200"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noProof="0"/>
              <a:t>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37465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Media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1">
            <a:extLst>
              <a:ext uri="{FF2B5EF4-FFF2-40B4-BE49-F238E27FC236}">
                <a16:creationId xmlns:a16="http://schemas.microsoft.com/office/drawing/2014/main" id="{CBB6E684-2097-3EE4-C891-8AFA7D49DEA4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メディアを追加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2026702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Key message 1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dient background">
            <a:extLst>
              <a:ext uri="{FF2B5EF4-FFF2-40B4-BE49-F238E27FC236}">
                <a16:creationId xmlns:a16="http://schemas.microsoft.com/office/drawing/2014/main" id="{8D74D201-83D3-6FD9-8655-C4045985B1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8559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179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Key message 2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266D735-8620-C437-0FB3-0FE9AE77E0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364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1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803874-3F49-6B30-F1BA-029CAB9E94C7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21362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454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2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1CC37E-F977-0808-8FE2-EBFB981F74D1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2354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 (Background Grey)">
            <a:extLst>
              <a:ext uri="{FF2B5EF4-FFF2-40B4-BE49-F238E27FC236}">
                <a16:creationId xmlns:a16="http://schemas.microsoft.com/office/drawing/2014/main" id="{F56792E5-C6B9-EC9B-17EE-7D7E78258F0A}"/>
              </a:ext>
            </a:extLst>
          </p:cNvPr>
          <p:cNvSpPr/>
          <p:nvPr userDrawn="1"/>
        </p:nvSpPr>
        <p:spPr bwMode="gray">
          <a:xfrm>
            <a:off x="6168008" y="512676"/>
            <a:ext cx="5472000" cy="55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E0B544B-42EB-16A3-0EBF-8006B62CA0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528008" y="836712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chart title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A94ADB8-8BB9-7BA9-B6D8-7500FFA904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528008" y="1052736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unit of value</a:t>
            </a:r>
          </a:p>
        </p:txBody>
      </p:sp>
      <p:sp>
        <p:nvSpPr>
          <p:cNvPr id="12" name="Chart Placeholder 1">
            <a:extLst>
              <a:ext uri="{FF2B5EF4-FFF2-40B4-BE49-F238E27FC236}">
                <a16:creationId xmlns:a16="http://schemas.microsoft.com/office/drawing/2014/main" id="{6F45CE3C-CE03-F84F-458B-8EB30D44E2C2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 bwMode="gray">
          <a:xfrm>
            <a:off x="6527521" y="1340768"/>
            <a:ext cx="4752975" cy="4140000"/>
          </a:xfrm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グラフを追加</a:t>
            </a:r>
            <a:endParaRPr lang="en-US" noProof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1429D25-4756-CAC6-F902-90E7E3E788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528008" y="5589530"/>
            <a:ext cx="4752000" cy="107722"/>
          </a:xfrm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footnote/source</a:t>
            </a:r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8DAF8DC-04B4-6F33-FDF5-0EC9726FA8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C90698-5AC9-14B7-D67A-08FAA7A9C01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268BFFB-23FF-B2EF-20B1-9397D5C51E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950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9DD3A440-1CA9-B6A2-DB83-4AED31D0768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87116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21D8988-0F40-25F1-D7E7-AD2B2BD5BE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50863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BF10AE8-C121-8442-377B-88627C9560A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85C9B-BDFD-3544-8568-29E1331A42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415ECF1-9C67-32ED-D4D3-DDFE8EE0FA8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9C6BBFC-28AE-9E58-2344-AD9D8C100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6168008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E697D5E-1E96-8C69-B935-640772D9971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99907E-A59A-265E-C3BE-FF36FAD57D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8976320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01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40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9F1196-D343-C4C6-E6C1-0481148364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C7C11606-5708-5AF1-A745-7C48C94318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8" name="Gradient background">
            <a:extLst>
              <a:ext uri="{FF2B5EF4-FFF2-40B4-BE49-F238E27FC236}">
                <a16:creationId xmlns:a16="http://schemas.microsoft.com/office/drawing/2014/main" id="{C5FA1B03-9A8B-0B3A-DF97-DDA924BDB59D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7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B592B1CA-9888-E4D0-38AA-72644C82C1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761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EE5160-7157-FD00-72DD-B0C1659617E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ja-JP" altLang="en-US"/>
              <a:t>アイコンをクリックして図を追加</a:t>
            </a:r>
            <a:endParaRPr lang="en-US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7ABF2EA-E0E1-5E97-F9DF-0A25325C6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A238B284-6E1F-DB98-291C-B688B697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71B56941-9CB9-1B31-EE5C-90530DC680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765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53C5D2-2DA0-43FA-4736-78C3F7AAAC1F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915" y="745103"/>
            <a:ext cx="10440000" cy="1226170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Q&amp;A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94" y="2872882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B71C6042-1A08-DE22-F443-2471CE7EBC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53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293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2438" indent="-452438">
              <a:buSzPct val="100000"/>
              <a:buFont typeface="+mj-lt"/>
              <a:buAutoNum type="arabicPeriod"/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  <a:lvl2pPr marL="684213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2pPr>
            <a:lvl3pPr marL="914400" indent="-230188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3pPr>
            <a:lvl4pPr marL="1146175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4pPr>
            <a:lvl5pPr marL="1368425" indent="-222250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547005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5641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ackground (Soft White)">
            <a:extLst>
              <a:ext uri="{FF2B5EF4-FFF2-40B4-BE49-F238E27FC236}">
                <a16:creationId xmlns:a16="http://schemas.microsoft.com/office/drawing/2014/main" id="{AA716554-F91F-95C6-1065-438A52A6D658}"/>
              </a:ext>
            </a:extLst>
          </p:cNvPr>
          <p:cNvSpPr/>
          <p:nvPr userDrawn="1"/>
        </p:nvSpPr>
        <p:spPr bwMode="hidden">
          <a:xfrm>
            <a:off x="-60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CD9D9-86A4-E818-1FE4-D228D5CDB0B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51384" y="476672"/>
            <a:ext cx="11088000" cy="4154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35B76263-23BE-7BB5-2901-CB7111507685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551384" y="1844824"/>
            <a:ext cx="11088000" cy="421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6</a:t>
            </a:r>
          </a:p>
          <a:p>
            <a:pPr lvl="6"/>
            <a:r>
              <a:rPr lang="en-US" noProof="0"/>
              <a:t>7</a:t>
            </a:r>
          </a:p>
          <a:p>
            <a:pPr lvl="7"/>
            <a:r>
              <a:rPr lang="en-US" noProof="0"/>
              <a:t>8</a:t>
            </a:r>
          </a:p>
          <a:p>
            <a:pPr lvl="8"/>
            <a:r>
              <a:rPr lang="en-US" noProof="0"/>
              <a:t>9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D872605-B8A3-4560-D1E5-773A17639E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68008" y="6433635"/>
            <a:ext cx="4824000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algn="l"/>
            <a:endParaRPr lang="en-US" noProof="0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8CE6BD9B-B3F1-1D85-5718-E7D48314B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352584" y="6433635"/>
            <a:ext cx="288032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94445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24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5.pn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AC39-1CFD-3465-8C0F-C42600EE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merald Q&amp;A background" descr="emerald-minimalist-abstract-background-for-corpora_2026-06-30T03-11-31_image_DAS_0.jpg">
            <a:extLst>
              <a:ext uri="{FF2B5EF4-FFF2-40B4-BE49-F238E27FC236}">
                <a16:creationId xmlns:a16="http://schemas.microsoft.com/office/drawing/2014/main" id="{CF1B9F71-D57B-600E-BD78-3FF6B3BE2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B1BE8B-26B9-3D0E-D827-51CEEAFE73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87DB73-A292-27DE-217E-9280D21A13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wrap="square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95FF174-0484-BD41-1C9F-1DD56D411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0428"/>
            <a:ext cx="12192000" cy="445172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6757A0-119C-A88A-987C-38E2D06A0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144" y="515837"/>
            <a:ext cx="10673728" cy="1226233"/>
          </a:xfrm>
        </p:spPr>
        <p:txBody>
          <a:bodyPr wrap="square"/>
          <a:lstStyle/>
          <a:p>
            <a:pPr algn="ctr"/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MR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スキルアッププロジェクト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DAY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４　</a:t>
            </a:r>
            <a:endParaRPr lang="en-US" altLang="ja-JP" sz="4800" dirty="0">
              <a:solidFill>
                <a:schemeClr val="bg1"/>
              </a:solidFill>
              <a:latin typeface="Meiryo UI"/>
              <a:ea typeface="Meiryo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C8CCA-F3FD-B67F-15C9-26BBD4EA7D22}"/>
              </a:ext>
            </a:extLst>
          </p:cNvPr>
          <p:cNvSpPr txBox="1"/>
          <p:nvPr/>
        </p:nvSpPr>
        <p:spPr>
          <a:xfrm>
            <a:off x="5644134" y="1799639"/>
            <a:ext cx="6185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Arial"/>
              </a:rPr>
              <a:t>担当：藤・井上</a:t>
            </a:r>
            <a:endParaRPr kumimoji="0" lang="ja-JP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841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AC696-18A0-CC86-8111-72FDDD6B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AFD2267D-3C48-5FBA-5823-5297B044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>
            <a:extLst>
              <a:ext uri="{FF2B5EF4-FFF2-40B4-BE49-F238E27FC236}">
                <a16:creationId xmlns:a16="http://schemas.microsoft.com/office/drawing/2014/main" id="{B81A50B6-5E3C-6747-4532-C5F2702996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FADAD954-F788-17B4-4954-5A19C0C37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784531"/>
            <a:ext cx="9217455" cy="1727139"/>
          </a:xfrm>
        </p:spPr>
        <p:txBody>
          <a:bodyPr wrap="square" lIns="91440" tIns="45720" rIns="91440" bIns="45720" anchor="t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■オープニング　5分</a:t>
            </a: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■テーマ①「影響力を考える」　20分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■テーマ②「影響の輪を考える」　30分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■エリア戦略・まとめ　5分</a:t>
            </a: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5E049360-E5C5-D85E-E9E6-5AABC40C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C9FD2A0-37FB-8455-88BF-06BDBB0A4B4A}"/>
              </a:ext>
            </a:extLst>
          </p:cNvPr>
          <p:cNvSpPr txBox="1">
            <a:spLocks/>
          </p:cNvSpPr>
          <p:nvPr/>
        </p:nvSpPr>
        <p:spPr bwMode="gray">
          <a:xfrm>
            <a:off x="594927" y="687915"/>
            <a:ext cx="6590370" cy="61311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8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+mj-cs"/>
              </a:rPr>
              <a:t>Agenda</a:t>
            </a:r>
            <a:endParaRPr kumimoji="1" lang="ja-JP" altLang="en-US" sz="48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01997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7A5E2B9B-30B1-5640-9240-A723519D28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C23B6A35-B6F0-D784-4F8B-1364DB108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2539274"/>
            <a:ext cx="6590370" cy="408702"/>
          </a:xfrm>
        </p:spPr>
        <p:txBody>
          <a:bodyPr wrap="square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集めた情報、次の一手は？、、、</a:t>
            </a:r>
            <a:endParaRPr lang="en-US" sz="3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F8083B8D-3664-6E79-A2BB-CEF7CEE5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6589FF1D-C39C-D5BF-3830-442EA1F6E63F}"/>
              </a:ext>
            </a:extLst>
          </p:cNvPr>
          <p:cNvSpPr txBox="1">
            <a:spLocks/>
          </p:cNvSpPr>
          <p:nvPr/>
        </p:nvSpPr>
        <p:spPr bwMode="gray">
          <a:xfrm>
            <a:off x="551384" y="4126230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エリア戦略って、、、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B9E12BD-BFD0-66C0-89E3-C57B308AB563}"/>
              </a:ext>
            </a:extLst>
          </p:cNvPr>
          <p:cNvSpPr txBox="1">
            <a:spLocks/>
          </p:cNvSpPr>
          <p:nvPr/>
        </p:nvSpPr>
        <p:spPr bwMode="gray">
          <a:xfrm>
            <a:off x="555194" y="3332752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いよいよ最終回、、、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88ABD1-1BBB-28E5-8343-E78C68DD1C25}"/>
              </a:ext>
            </a:extLst>
          </p:cNvPr>
          <p:cNvSpPr txBox="1">
            <a:spLocks/>
          </p:cNvSpPr>
          <p:nvPr/>
        </p:nvSpPr>
        <p:spPr bwMode="gray">
          <a:xfrm>
            <a:off x="551384" y="1065286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皆様のお気持ちは？</a:t>
            </a:r>
            <a:endParaRPr kumimoji="1" lang="en-US" sz="3200" b="1" i="0" u="none" strike="noStrike" kern="1200" cap="none" spc="-6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974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929841C-57BA-89BA-7F4F-DB5434590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4DE1810-19F1-5CF2-085F-A1970AE7A0FD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概要・イメージ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A8B4306-536C-C523-53C2-61A4A6755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245" y="1315978"/>
            <a:ext cx="6096528" cy="3429297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7ABE689D-35AB-8B1F-D092-F57A12EB7D20}"/>
              </a:ext>
            </a:extLst>
          </p:cNvPr>
          <p:cNvSpPr/>
          <p:nvPr/>
        </p:nvSpPr>
        <p:spPr>
          <a:xfrm>
            <a:off x="11357902" y="1694297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矢印: 下 2">
            <a:extLst>
              <a:ext uri="{FF2B5EF4-FFF2-40B4-BE49-F238E27FC236}">
                <a16:creationId xmlns:a16="http://schemas.microsoft.com/office/drawing/2014/main" id="{E1596E16-1B7D-618E-F9B9-DFC22D1F4D13}"/>
              </a:ext>
            </a:extLst>
          </p:cNvPr>
          <p:cNvSpPr/>
          <p:nvPr/>
        </p:nvSpPr>
        <p:spPr>
          <a:xfrm>
            <a:off x="11376171" y="3101293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4D548AD-7AD8-DE61-6175-DA788B61CD6A}"/>
              </a:ext>
            </a:extLst>
          </p:cNvPr>
          <p:cNvSpPr/>
          <p:nvPr/>
        </p:nvSpPr>
        <p:spPr>
          <a:xfrm>
            <a:off x="5996940" y="1699747"/>
            <a:ext cx="428847" cy="1392865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早期完成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C403BE-4263-6D6B-C79B-7C952D2E932E}"/>
              </a:ext>
            </a:extLst>
          </p:cNvPr>
          <p:cNvSpPr/>
          <p:nvPr/>
        </p:nvSpPr>
        <p:spPr>
          <a:xfrm>
            <a:off x="6002655" y="3161989"/>
            <a:ext cx="428847" cy="1392864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順次完成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A64EBC1-A89F-5909-3BF3-F045DF12FD06}"/>
              </a:ext>
            </a:extLst>
          </p:cNvPr>
          <p:cNvSpPr/>
          <p:nvPr/>
        </p:nvSpPr>
        <p:spPr>
          <a:xfrm>
            <a:off x="1771650" y="5269526"/>
            <a:ext cx="8812530" cy="88888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0000">
                <a:srgbClr val="0D8B5F"/>
              </a:gs>
              <a:gs pos="100000">
                <a:srgbClr val="6BC79B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不安を払拭し、その日からアクションできる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5E71789-B1D2-E7FF-6039-12113C3E91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875"/>
          <a:stretch>
            <a:fillRect/>
          </a:stretch>
        </p:blipFill>
        <p:spPr>
          <a:xfrm>
            <a:off x="125203" y="1315978"/>
            <a:ext cx="5738388" cy="3429297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AF93FE1E-7B8D-24BF-8C8D-E1359ED25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366105-51EE-2A58-66B0-3AD72D6C0221}"/>
              </a:ext>
            </a:extLst>
          </p:cNvPr>
          <p:cNvSpPr/>
          <p:nvPr/>
        </p:nvSpPr>
        <p:spPr>
          <a:xfrm>
            <a:off x="6464601" y="4093537"/>
            <a:ext cx="5178055" cy="6060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kumimoji="1" lang="ja-JP" altLang="en-US" dirty="0" err="1"/>
          </a:p>
        </p:txBody>
      </p:sp>
    </p:spTree>
    <p:extLst>
      <p:ext uri="{BB962C8B-B14F-4D97-AF65-F5344CB8AC3E}">
        <p14:creationId xmlns:p14="http://schemas.microsoft.com/office/powerpoint/2010/main" val="265620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89B34-1110-A4B3-6213-181DD852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47B61F-8C0E-1529-D029-CB03A1EEC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0" y="0"/>
            <a:ext cx="12127320" cy="685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87C0AEB-F3DA-ED72-B649-4B73767F7C39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ゴール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D11EB31-F6B4-EF3A-3542-19CC6507C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590" y="1200150"/>
            <a:ext cx="9635489" cy="4978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52E46A4-BE7B-2C87-BD61-B36C125E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7706F-0669-7DBA-8ED9-B7E78EA60F06}"/>
              </a:ext>
            </a:extLst>
          </p:cNvPr>
          <p:cNvSpPr txBox="1"/>
          <p:nvPr/>
        </p:nvSpPr>
        <p:spPr>
          <a:xfrm>
            <a:off x="1522093" y="4302132"/>
            <a:ext cx="7817849" cy="5843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D2C5-0EB7-C594-BDA2-251203D6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A5C4EFE-E5B9-8467-5497-61815DDE31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748EB0D-A802-1E0E-6EC1-B0AC3A634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B90D169A-CAAD-A716-A031-7239C2838D06}"/>
              </a:ext>
            </a:extLst>
          </p:cNvPr>
          <p:cNvGraphicFramePr/>
          <p:nvPr/>
        </p:nvGraphicFramePr>
        <p:xfrm>
          <a:off x="217170" y="365760"/>
          <a:ext cx="11692890" cy="5430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F84BD35-B2A0-CEF0-2BA5-680A95BEDDD8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プロジェクトメンバー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E97FF1-906A-DBE1-D182-0FD5C8A5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297401"/>
            <a:ext cx="10266734" cy="817403"/>
          </a:xfrm>
        </p:spPr>
        <p:txBody>
          <a:bodyPr wrap="square"/>
          <a:lstStyle/>
          <a:p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Renal 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大学</a:t>
            </a:r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/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基幹病院担当者スキルアッププロジェクト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59E61-A38A-77ED-C1DC-2B7D93032893}"/>
              </a:ext>
            </a:extLst>
          </p:cNvPr>
          <p:cNvSpPr txBox="1"/>
          <p:nvPr/>
        </p:nvSpPr>
        <p:spPr>
          <a:xfrm>
            <a:off x="1832064" y="2028741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4D68D-8EED-203E-6047-C01DBFD925C1}"/>
              </a:ext>
            </a:extLst>
          </p:cNvPr>
          <p:cNvSpPr txBox="1"/>
          <p:nvPr/>
        </p:nvSpPr>
        <p:spPr>
          <a:xfrm>
            <a:off x="6903972" y="1994044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888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D012-DDA1-D41D-65DA-57E0BA1F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F7488F29-00B5-FA7E-D7C1-E9FDF073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D09851C-9131-A14A-9A7A-CF6D2A4F251E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今後の流れ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F64936-655E-A5FE-2C24-7CD708F7AAFD}"/>
              </a:ext>
            </a:extLst>
          </p:cNvPr>
          <p:cNvSpPr txBox="1"/>
          <p:nvPr/>
        </p:nvSpPr>
        <p:spPr>
          <a:xfrm>
            <a:off x="3503045" y="456129"/>
            <a:ext cx="7222761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</a:t>
            </a:r>
            <a:r>
              <a:rPr kumimoji="0" lang="en-US" altLang="ja-JP" sz="18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全員が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主体的に参加・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分程度レクチャー・ワーク・共有のイメージ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363B5-F17F-B5BE-25ED-B80B09710E83}"/>
              </a:ext>
            </a:extLst>
          </p:cNvPr>
          <p:cNvSpPr/>
          <p:nvPr/>
        </p:nvSpPr>
        <p:spPr>
          <a:xfrm>
            <a:off x="205740" y="3542124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大学・基幹病院のイロハ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大学病院ってなぜあるの？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この先生、どれだけ偉い？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「採用」活動の心得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…etc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病院に訪問する怖さがちょっとだけ減っているかも🤏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2A49435-E163-4B58-59D7-E082C531BB8C}"/>
              </a:ext>
            </a:extLst>
          </p:cNvPr>
          <p:cNvSpPr/>
          <p:nvPr/>
        </p:nvSpPr>
        <p:spPr>
          <a:xfrm>
            <a:off x="325374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48F0575-2B38-80BF-40CC-32B88F6554CD}"/>
              </a:ext>
            </a:extLst>
          </p:cNvPr>
          <p:cNvSpPr/>
          <p:nvPr/>
        </p:nvSpPr>
        <p:spPr>
          <a:xfrm>
            <a:off x="624459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やっぱり</a:t>
            </a:r>
            <a:r>
              <a:rPr kumimoji="1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は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情報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が命</a:t>
            </a:r>
            <a:endParaRPr kumimoji="1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１：「何を、どこでつかむか」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：デスクトップリサーチ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→社内外のツールを使いこなす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Wet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な情報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をつかむ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→何を、どこでつかむか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得た情報をどう活かすか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「分かって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」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として信頼がえられるかも🤏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612F91-5DA9-E5C5-6010-BE98F96CB455}"/>
              </a:ext>
            </a:extLst>
          </p:cNvPr>
          <p:cNvSpPr txBox="1"/>
          <p:nvPr/>
        </p:nvSpPr>
        <p:spPr>
          <a:xfrm>
            <a:off x="745490" y="3029458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第一回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4BB7DBC-DE48-B39E-822A-20B93FB1EC28}"/>
              </a:ext>
            </a:extLst>
          </p:cNvPr>
          <p:cNvSpPr txBox="1"/>
          <p:nvPr/>
        </p:nvSpPr>
        <p:spPr>
          <a:xfrm>
            <a:off x="9767570" y="3029457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第四回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313F23A-BB66-8173-3A30-5545CF8F7E7D}"/>
              </a:ext>
            </a:extLst>
          </p:cNvPr>
          <p:cNvSpPr txBox="1"/>
          <p:nvPr/>
        </p:nvSpPr>
        <p:spPr>
          <a:xfrm>
            <a:off x="679577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第三回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6C49A9-2C2F-C94C-475D-BCB26B7B576A}"/>
              </a:ext>
            </a:extLst>
          </p:cNvPr>
          <p:cNvSpPr txBox="1"/>
          <p:nvPr/>
        </p:nvSpPr>
        <p:spPr>
          <a:xfrm>
            <a:off x="388874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第二回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D2C33E4-045B-0B64-7331-8AC18EA4B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645" y="1035293"/>
            <a:ext cx="3178623" cy="1840087"/>
          </a:xfrm>
          <a:prstGeom prst="rect">
            <a:avLst/>
          </a:prstGeom>
          <a:ln w="12700">
            <a:solidFill>
              <a:srgbClr val="DDEAE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CCEFBF-7944-BB5B-CDDA-DBD497F486C0}"/>
              </a:ext>
            </a:extLst>
          </p:cNvPr>
          <p:cNvSpPr txBox="1"/>
          <p:nvPr/>
        </p:nvSpPr>
        <p:spPr>
          <a:xfrm>
            <a:off x="282892" y="1060132"/>
            <a:ext cx="6716078" cy="1754326"/>
          </a:xfrm>
          <a:prstGeom prst="rect">
            <a:avLst/>
          </a:prstGeom>
          <a:ln w="12700">
            <a:solidFill>
              <a:srgbClr val="A7D7B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【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開催日程等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】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出欠管理は“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Outlook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”にてチェック✅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■計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回シリーズ　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②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23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③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29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日（水）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14:00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　④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8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※リジュベネーション考慮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■時間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10:00~11:00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（内容によって前後＋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分延長）</a:t>
            </a:r>
          </a:p>
        </p:txBody>
      </p:sp>
      <p:sp>
        <p:nvSpPr>
          <p:cNvPr id="5" name="四角形: 角を丸くする 1">
            <a:extLst>
              <a:ext uri="{FF2B5EF4-FFF2-40B4-BE49-F238E27FC236}">
                <a16:creationId xmlns:a16="http://schemas.microsoft.com/office/drawing/2014/main" id="{EE641EDE-2F7D-C520-4FF0-F263BA0FBB9C}"/>
              </a:ext>
            </a:extLst>
          </p:cNvPr>
          <p:cNvSpPr/>
          <p:nvPr/>
        </p:nvSpPr>
        <p:spPr>
          <a:xfrm>
            <a:off x="3253739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「会えない」を「会える」に変える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医師の導線の見つけ方は？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「会う」ための情報収集は？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継続的に会うための工夫は？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「いつでもどこでも会えるMR」への手がかりが掴めるかも🤏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四角形: 角を丸くする 1">
            <a:extLst>
              <a:ext uri="{FF2B5EF4-FFF2-40B4-BE49-F238E27FC236}">
                <a16:creationId xmlns:a16="http://schemas.microsoft.com/office/drawing/2014/main" id="{E22EB87F-465B-E288-A038-BCF80447D941}"/>
              </a:ext>
            </a:extLst>
          </p:cNvPr>
          <p:cNvSpPr/>
          <p:nvPr/>
        </p:nvSpPr>
        <p:spPr>
          <a:xfrm>
            <a:off x="9235440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「ちょっと分かるだけで　世界が変わる」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得た情報を整理する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知ることで何ができる？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エリア戦略まで繋げる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担当者としての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自覚がもてるかも🤏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0890E8-5B6F-F809-41C2-76277E1E2EEF}"/>
              </a:ext>
            </a:extLst>
          </p:cNvPr>
          <p:cNvSpPr txBox="1"/>
          <p:nvPr/>
        </p:nvSpPr>
        <p:spPr>
          <a:xfrm>
            <a:off x="9111342" y="2875380"/>
            <a:ext cx="3039355" cy="39516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08514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■ オープニング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3736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73736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3回の振り返り／今日の2つの視点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70632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■ テーマ①「影響力を考える」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770632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20分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770632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誰が、何を動かせるのか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03904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■ テーマ②「影響の輪を考える」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803904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30分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803904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その力を、どう活かすか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37176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■ エリア戦略・まとめ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837176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837176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まとめ／今週の一手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97880"/>
            <a:ext cx="11109960" cy="438912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テーマ① 講義7 → ワーク8 → 共有5　　｜　　テーマ② 講義8 → ワーク10 → ディスカッション12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TODAY'S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第4回のテーマは「戦略的思考」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◆ 採用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1568" y="1645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◆ 面会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45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◆ 情報収集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07424" y="1645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◆ 戦略的思考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1109960" cy="86868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到達目標：</a:t>
            </a: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担当施設と周辺エリアに対する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成功像・現状・課題・解決法を言語化できる</a:t>
            </a:r>
          </a:p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本日の到達点：誰が何を動かせるかを整理し、次に確認する情報と行動を決められる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29000"/>
            <a:ext cx="548640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① 影響力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Meiryo UI"/>
                <a:ea typeface="Meiryo UI"/>
              </a:rPr>
              <a:t>誰が、何を動かせるのか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87952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肩書きではなく「動かせるもの」で見る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5138928"/>
            <a:ext cx="118872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テーマ①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429000"/>
            <a:ext cx="5486400" cy="68580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② 影響の輪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Meiryo UI"/>
                <a:ea typeface="Meiryo UI"/>
              </a:rPr>
              <a:t>その力は、どこまで届くのか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187952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施設 → 関連病院 → エリア → その先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5138928"/>
            <a:ext cx="118872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B86A00"/>
                </a:solidFill>
                <a:latin typeface="Meiryo UI"/>
                <a:ea typeface="Meiryo UI"/>
              </a:rPr>
              <a:t>テーマ②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715000"/>
            <a:ext cx="11109960" cy="65836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戦略的思考 ＝ 影響力を見極め、その輪をどこまで広げるかを決めること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LOOK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3回で手に入れた力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大学・基幹病院のイロハ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50592"/>
            <a:ext cx="3566160" cy="1783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・大学の3使命と医師派遣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・影響力はテリトリー×ニーズ（HP／HS）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・教授の裁量権／医局の集合体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・薬審・採用の流れ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15968"/>
            <a:ext cx="3566160" cy="50292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誰が“何を動かせるか”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69164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「会えない」を「会える」に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450592"/>
            <a:ext cx="3566160" cy="1783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・未訪問 → 初回接点 → 仮説面会 → 定期面会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・カレンダー管理と行動ログ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・会う理由を設計し、次の約束を残す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4315968"/>
            <a:ext cx="3566160" cy="50292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動かせる人に“会える”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9164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やっぱりMRは情報が命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450592"/>
            <a:ext cx="3566160" cy="1783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・ドライ情報 × ウェット情報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・small b として面会に持ち込む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・顧客理解＝現状把握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・面会後は「なぜ」を分解して次へ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4315968"/>
            <a:ext cx="3566160" cy="50292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その人のニーズが“分かる”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02920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Meiryo UI"/>
                <a:ea typeface="Meiryo UI"/>
              </a:rPr>
              <a:t>この3つが揃うと、「影響力」が見える。</a:t>
            </a:r>
          </a:p>
          <a:p>
            <a:pPr algn="ctr"/>
            <a:r>
              <a:rPr sz="1500" b="0" i="0">
                <a:solidFill>
                  <a:srgbClr val="BFE8D2"/>
                </a:solidFill>
                <a:latin typeface="Meiryo UI"/>
                <a:ea typeface="Meiryo UI"/>
              </a:rPr>
              <a:t>今日は、それを戦略にします。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IN　｜　3分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11099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3000" b="1" i="0">
                <a:solidFill>
                  <a:srgbClr val="262626"/>
                </a:solidFill>
                <a:latin typeface="Meiryo UI"/>
                <a:ea typeface="Meiryo UI"/>
              </a:rPr>
              <a:t>この3回で、実際に変わったことは何ですか？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103120"/>
            <a:ext cx="8732520" cy="86868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Teamsチャットに、</a:t>
            </a: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「以前と比べて変わったこと」を1つ、1行で</a:t>
            </a:r>
          </a:p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大学・基幹病院の見方、行動、準備の仕方 — どれでも構いません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46120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3611880"/>
            <a:ext cx="74523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教授以外のキーパーソンにも、目を向けるようになった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4270248"/>
            <a:ext cx="74523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面会前に、確認したい仮説を考えるようになった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4928616"/>
            <a:ext cx="74523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大学と基幹病院の関係を、見るようになった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5623560"/>
            <a:ext cx="7452360" cy="64008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まだ変わっていない方は、「今も不安なこと」を1つどうぞ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テーマ①　｜　誰が、何を動かせるのか　｜　20分（講義7・ワーク8・共有5）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影響力を考える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あなたの担当施設で、「何かを動かせる人」は誰ですか？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DAY1の「“影響力”を紐解く」を、自分の担当施設で実際にやってみる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影響力は「肩書き」ではなく「何を動かせるか」で見る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DAY2で会えた人・DAY3で分かったニーズを、ここで結びつける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3172968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DAY1の復習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影響力は「テリトリー」と「ニーズ」で決まる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HP（基幹病院）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542032"/>
            <a:ext cx="384048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1病院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090672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医師会・医療圏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39312"/>
            <a:ext cx="548640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関連病院・出身医局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97680"/>
            <a:ext cx="5486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ニーズ：紹介率を上げたい／関連病院と協働したい／院内で負けたくない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HS（大学病院）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2542032"/>
            <a:ext cx="384048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県内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3090672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県内＋他大学・専門領域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639312"/>
            <a:ext cx="548640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日本全体・学会・世界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297680"/>
            <a:ext cx="5486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ニーズ：研修医が欲しい／論文を出したい／県内での存在感が欲しい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7492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Meiryo UI"/>
                <a:ea typeface="Meiryo UI"/>
              </a:rPr>
              <a:t>テリトリーが違えば、ニーズも違う。ニーズが違えば、動かせるものも違う。</a:t>
            </a:r>
          </a:p>
          <a:p>
            <a:pPr algn="ctr"/>
            <a:r>
              <a:rPr sz="2400" b="1" i="0">
                <a:solidFill>
                  <a:srgbClr val="FFC000"/>
                </a:solidFill>
                <a:latin typeface="Meiryo UI"/>
                <a:ea typeface="Meiryo UI"/>
              </a:rPr>
              <a:t>「この先生は、何を動かせるのか？」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20分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影響力は「肩書き」ではなく「何を動かせるか」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教育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若手が数年後にエリアへ散る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18288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研究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23774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学会・論文で外へ届く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18288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臨床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23774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症例が集まる・評価の場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07424" y="18288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医局人事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07424" y="23774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関連病院の部長・医長を決める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004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医師派遣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49039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エリアの布陣が決まる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32004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情報発信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3749039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治療方針がエリアの標準に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2004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講演会・研究会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3749039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地域の共通認識をつくる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7424" y="3200400"/>
            <a:ext cx="2551176" cy="12344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あなたの担当施設は</a:t>
            </a:r>
          </a:p>
          <a:p>
            <a:pPr algn="ctr"/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どれを動かせる？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5486400" cy="15087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教授の裁量権（DAY1）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① 臨床機会の配分　② 医局人事・異動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③ 教授会・教授選　④ 研究・教育の方向性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＝ 教授は「処方者」ではなく、これらを動かせる人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09160"/>
            <a:ext cx="5486400" cy="15087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C00000"/>
                </a:solidFill>
                <a:latin typeface="Meiryo UI"/>
                <a:ea typeface="Meiryo UI"/>
              </a:rPr>
              <a:t>肩書きの落とし穴（DAY1）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病院教授・特任教授は「教授」でも動かせるものが違う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財源・任期・実権・医局への接続で見極める（付録E）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20分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影響力は、1人に集中していない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828800"/>
            <a:ext cx="566928" cy="566928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98448" y="1828800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方針を決める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22191" y="1828800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治療方針が、この人の一言で決まる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505456"/>
            <a:ext cx="566928" cy="566928"/>
          </a:xfrm>
          <a:prstGeom prst="ellipse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98448" y="2505456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3DA574"/>
                </a:solidFill>
                <a:latin typeface="Meiryo UI"/>
                <a:ea typeface="Meiryo UI"/>
              </a:rPr>
              <a:t>最初に試す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22191" y="2505456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新しい治療を最初に使う。実務の中心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182112"/>
            <a:ext cx="566928" cy="56692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98448" y="3182112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B86A00"/>
                </a:solidFill>
                <a:latin typeface="Meiryo UI"/>
                <a:ea typeface="Meiryo UI"/>
              </a:rPr>
              <a:t>情報ハブ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22191" y="3182112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若手が困ったら聞きに行く。医局長に多い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58768"/>
            <a:ext cx="566928" cy="56692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98448" y="3858768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F3864"/>
                </a:solidFill>
                <a:latin typeface="Meiryo UI"/>
                <a:ea typeface="Meiryo UI"/>
              </a:rPr>
              <a:t>連携の要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2191" y="3858768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紹介患者の受け入れ・行き先を差配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35424"/>
            <a:ext cx="566928" cy="566928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98448" y="4535424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3B5C99"/>
                </a:solidFill>
                <a:latin typeface="Meiryo UI"/>
                <a:ea typeface="Meiryo UI"/>
              </a:rPr>
              <a:t>対外の顔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22191" y="4535424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研究会・講演会で外に発信する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1828800"/>
            <a:ext cx="3154680" cy="3035808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ctr">
              <a:spcAft>
                <a:spcPts val="1400"/>
              </a:spcAft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DAY2・DAY3が効く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この5人を見分けるには、会って話すしかない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BFE8D2"/>
                </a:solidFill>
                <a:latin typeface="Meiryo UI"/>
                <a:ea typeface="Meiryo UI"/>
              </a:rPr>
              <a:t>DAY2　会えるようになった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250" b="1" i="0">
                <a:solidFill>
                  <a:srgbClr val="BFE8D2"/>
                </a:solidFill>
                <a:latin typeface="Meiryo UI"/>
                <a:ea typeface="Meiryo UI"/>
              </a:rPr>
              <a:t>DAY3　ニーズが見えてきた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C000"/>
                </a:solidFill>
                <a:latin typeface="Meiryo UI"/>
                <a:ea typeface="Meiryo UI"/>
              </a:rPr>
              <a:t>3回分の学びが、ここで1つに。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8"/>
            <a:ext cx="11109960" cy="109728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「この施設で、何かを動かせるのは誰か」を固有名詞で言えるか。</a:t>
            </a:r>
          </a:p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言えない場所が、次に会いに行く相手です。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5856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　｜　8分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担当する大学・基幹病院の「影響力マップ」を描く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280160" cy="7315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STEP 1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2分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65960" y="1691640"/>
            <a:ext cx="5943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重要だと思う施設を、3つ描く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丸の大きさ＝その施設が動いたとき、周囲の施設や診療にどれだけ影響するか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42032"/>
            <a:ext cx="1280160" cy="7315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STEP 2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3分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5960" y="2542032"/>
            <a:ext cx="5943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各施設で、最も影響力がある人物を1名書く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氏名が分からなければ、役職でOK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92424"/>
            <a:ext cx="1280160" cy="7315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STEP 3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2分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3392424"/>
            <a:ext cx="5943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その人物が「何を動かせるか」を書く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診療方針・治療導入・教育・研究・派遣人事・連携・発信 から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42816"/>
            <a:ext cx="1280160" cy="7315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STEP 4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1分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65960" y="4242816"/>
            <a:ext cx="5943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まだ分からないことを「？」で1つ書く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その「？」が、次に取りに行く情報です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166360"/>
            <a:ext cx="7360920" cy="105156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C00000"/>
                </a:solidFill>
                <a:latin typeface="Meiryo UI"/>
                <a:ea typeface="Meiryo UI"/>
              </a:rPr>
              <a:t>疾患・製品の戦略を書く必要はありません。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今、知っている構造・人物・関係性で考えてください。C3腎症の経験や、今後のIgA腎症をイメージしても構いません。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91640"/>
            <a:ext cx="3520440" cy="2286000"/>
          </a:xfrm>
          <a:prstGeom prst="roundRect">
            <a:avLst>
              <a:gd name="adj" fmla="val 8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10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完成条件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次の一文が作れたら完成です</a:t>
            </a:r>
          </a:p>
          <a:p>
            <a:pPr algn="l">
              <a:lnSpc>
                <a:spcPct val="135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「最も影響力が大きいと考えるのは〇〇施設の△△先生。□□を動かせるから」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411480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1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迷ったら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・大学が一番大きいとは限らない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・影響が担当エリアを超えるなら、そう書いてよい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BFE8D2"/>
                </a:solidFill>
                <a:latin typeface="Meiryo UI"/>
                <a:ea typeface="Meiryo UI"/>
              </a:rPr>
              <a:t>・分からないところは「？」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①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3人1組で、1人60秒ずつ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59436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時計回りに、全員が話してください。1人60秒。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1110996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発表の型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35808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最も影響力が大きいと思う施設は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〇〇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キーパーソンは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△△先生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52544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□□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を動かせると考えています。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10912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まだ分からないことは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◇◇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760720"/>
            <a:ext cx="11109960" cy="54864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聞き手の質問は1つだけ　—　</a:t>
            </a:r>
            <a:r>
              <a:rPr sz="1650" b="1" i="0">
                <a:solidFill>
                  <a:srgbClr val="128A54"/>
                </a:solidFill>
                <a:latin typeface="Meiryo UI"/>
                <a:ea typeface="Meiryo UI"/>
              </a:rPr>
              <a:t>「その判断の根拠になった情報は何ですか？」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テーマ②　｜　その力は、どこまで届くのか　｜　30分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影響の輪を考える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その影響力は、どこまで届きますか？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影響の輪：施設の中 → 関連病院 → 担当エリア → その先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大学に固執しない。輪が一番大きいのは大学とは限らない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目的から逆算して、次に取りに行く情報を決める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30分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影響の輪 — その力は、どこまで届くのか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19</a:t>
            </a:r>
          </a:p>
        </p:txBody>
      </p:sp>
      <p:sp>
        <p:nvSpPr>
          <p:cNvPr id="6" name="Oval 5"/>
          <p:cNvSpPr/>
          <p:nvPr/>
        </p:nvSpPr>
        <p:spPr>
          <a:xfrm>
            <a:off x="1234440" y="1783079"/>
            <a:ext cx="3931920" cy="3931920"/>
          </a:xfrm>
          <a:prstGeom prst="ellipse">
            <a:avLst/>
          </a:prstGeom>
          <a:noFill/>
          <a:ln w="2286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45920" y="2194559"/>
            <a:ext cx="3108960" cy="3108960"/>
          </a:xfrm>
          <a:prstGeom prst="ellipse">
            <a:avLst/>
          </a:prstGeom>
          <a:noFill/>
          <a:ln w="2286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57400" y="2606039"/>
            <a:ext cx="2286000" cy="2286000"/>
          </a:xfrm>
          <a:prstGeom prst="ellipse">
            <a:avLst/>
          </a:prstGeom>
          <a:noFill/>
          <a:ln w="2286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468880" y="3017520"/>
            <a:ext cx="1463040" cy="1463040"/>
          </a:xfrm>
          <a:prstGeom prst="ellipse">
            <a:avLst/>
          </a:prstGeom>
          <a:noFill/>
          <a:ln w="2286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847087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3DA574"/>
                </a:solidFill>
                <a:latin typeface="Meiryo UI"/>
                <a:ea typeface="Meiryo UI"/>
              </a:rPr>
              <a:t>① 施設の中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258567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② 関連病院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670047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3B5C99"/>
                </a:solidFill>
                <a:latin typeface="Meiryo UI"/>
                <a:ea typeface="Meiryo UI"/>
              </a:rPr>
              <a:t>③ 担当エリア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081527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④ その先</a:t>
            </a:r>
          </a:p>
        </p:txBody>
      </p:sp>
      <p:sp>
        <p:nvSpPr>
          <p:cNvPr id="14" name="Oval 13"/>
          <p:cNvSpPr/>
          <p:nvPr/>
        </p:nvSpPr>
        <p:spPr>
          <a:xfrm>
            <a:off x="2834640" y="3383279"/>
            <a:ext cx="731520" cy="731520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先生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83080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3DA574"/>
                </a:solidFill>
                <a:latin typeface="Meiryo UI"/>
                <a:ea typeface="Meiryo UI"/>
              </a:rPr>
              <a:t>① 施設の中まで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院内の方針・採用は動く。エリアには届かない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07208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28A54"/>
                </a:solidFill>
                <a:latin typeface="Meiryo UI"/>
                <a:ea typeface="Meiryo UI"/>
              </a:rPr>
              <a:t>② 関連病院まで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医局人事・派遣を通じて、系列に届く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831336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3B5C99"/>
                </a:solidFill>
                <a:latin typeface="Meiryo UI"/>
                <a:ea typeface="Meiryo UI"/>
              </a:rPr>
              <a:t>③ 担当エリアまで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研究会・講演会・地域連携で、系列を越える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855464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F3864"/>
                </a:solidFill>
                <a:latin typeface="Meiryo UI"/>
                <a:ea typeface="Meiryo UI"/>
              </a:rPr>
              <a:t>④ その先まで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学会・全国の研究会で、担当範囲を超える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70448"/>
            <a:ext cx="11109960" cy="45720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輪の大きさは、肩書きでは決まらない。　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あなたの担当で、一番大きな輪を持つのは誰？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30分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大学に固執しない — 大学はエリアの中の「1施設」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697480" cy="47548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大学の輪が最大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04288"/>
            <a:ext cx="2697480" cy="24688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08760" y="2907792"/>
            <a:ext cx="1097280" cy="10972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9" name="Oval 8"/>
          <p:cNvSpPr/>
          <p:nvPr/>
        </p:nvSpPr>
        <p:spPr>
          <a:xfrm>
            <a:off x="2514600" y="37307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0" name="Oval 9"/>
          <p:cNvSpPr/>
          <p:nvPr/>
        </p:nvSpPr>
        <p:spPr>
          <a:xfrm>
            <a:off x="841247" y="3822191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64608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方針がエリア全体に波及。人事と発信が効く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83080"/>
            <a:ext cx="2697480" cy="47548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複数の大学が並ぶ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2304288"/>
            <a:ext cx="2697480" cy="24688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13048" y="2953512"/>
            <a:ext cx="914400" cy="91440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15" name="Oval 14"/>
          <p:cNvSpPr/>
          <p:nvPr/>
        </p:nvSpPr>
        <p:spPr>
          <a:xfrm>
            <a:off x="5001768" y="3547872"/>
            <a:ext cx="914400" cy="91440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3DA574"/>
                </a:solidFill>
                <a:latin typeface="Meiryo UI"/>
                <a:ea typeface="Meiryo UI"/>
              </a:rPr>
              <a:t>B大</a:t>
            </a:r>
          </a:p>
        </p:txBody>
      </p:sp>
      <p:sp>
        <p:nvSpPr>
          <p:cNvPr id="16" name="Oval 15"/>
          <p:cNvSpPr/>
          <p:nvPr/>
        </p:nvSpPr>
        <p:spPr>
          <a:xfrm>
            <a:off x="4636008" y="272491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4864608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1大学では動かない。共通する課題を探す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1783080"/>
            <a:ext cx="2697480" cy="475488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基幹病院の輪が最大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2304288"/>
            <a:ext cx="2697480" cy="24688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77456" y="2953512"/>
            <a:ext cx="1143000" cy="1143000"/>
          </a:xfrm>
          <a:prstGeom prst="ellipse">
            <a:avLst/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1F3864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1" name="Oval 20"/>
          <p:cNvSpPr/>
          <p:nvPr/>
        </p:nvSpPr>
        <p:spPr>
          <a:xfrm>
            <a:off x="6601968" y="3913632"/>
            <a:ext cx="658368" cy="658368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2" name="Oval 21"/>
          <p:cNvSpPr/>
          <p:nvPr/>
        </p:nvSpPr>
        <p:spPr>
          <a:xfrm>
            <a:off x="8129016" y="3867912"/>
            <a:ext cx="603504" cy="603504"/>
          </a:xfrm>
          <a:prstGeom prst="ellipse">
            <a:avLst/>
          </a:prstGeom>
          <a:solidFill>
            <a:srgbClr val="EAF0F9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3B5C9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4496" y="4864608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実務は基幹病院。大学は研究・教育で効かせる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07424" y="1783080"/>
            <a:ext cx="2697480" cy="475488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輪がエリアを超える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07424" y="2304288"/>
            <a:ext cx="2697480" cy="24688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546336" y="2907792"/>
            <a:ext cx="1051560" cy="105156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7" name="Oval 26"/>
          <p:cNvSpPr/>
          <p:nvPr/>
        </p:nvSpPr>
        <p:spPr>
          <a:xfrm>
            <a:off x="10981943" y="2834640"/>
            <a:ext cx="603504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28" name="Oval 27"/>
          <p:cNvSpPr/>
          <p:nvPr/>
        </p:nvSpPr>
        <p:spPr>
          <a:xfrm>
            <a:off x="11073384" y="3867912"/>
            <a:ext cx="603504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07424" y="4864608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営業所・全国への展開を考える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97880"/>
            <a:ext cx="11109960" cy="45720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「大学を軸としたエリア攻略」ではなく、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「エリアを動かすために、どの輪を使うか」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30分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輪を動かす鍵 — 大学・基幹病院が「実現したいこと」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1920240"/>
            <a:ext cx="3200400" cy="3200400"/>
          </a:xfrm>
          <a:prstGeom prst="ellipse">
            <a:avLst/>
          </a:prstGeom>
          <a:solidFill>
            <a:srgbClr val="3B5C99">
              <a:alpha val="22000"/>
            </a:srgbClr>
          </a:solidFill>
          <a:ln w="2286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651760" y="1920240"/>
            <a:ext cx="3200400" cy="3200400"/>
          </a:xfrm>
          <a:prstGeom prst="ellipse">
            <a:avLst/>
          </a:prstGeom>
          <a:solidFill>
            <a:srgbClr val="128A54">
              <a:alpha val="22000"/>
            </a:srgbClr>
          </a:solidFill>
          <a:ln w="2286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86000"/>
            <a:ext cx="1920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エリアで
実現したいこと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286000"/>
            <a:ext cx="1920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大学・医局が
実現したいこと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3200400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打ち手</a:t>
            </a:r>
          </a:p>
          <a:p>
            <a:pPr algn="ctr"/>
            <a:r>
              <a:rPr sz="1100" b="1" i="0">
                <a:solidFill>
                  <a:srgbClr val="C00000"/>
                </a:solidFill>
                <a:latin typeface="Meiryo UI"/>
                <a:ea typeface="Meiryo UI"/>
              </a:rPr>
              <a:t>はここ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303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重なりが大きいほど、相手は本気で動く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2024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医局が「実現したいこと」の例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487168"/>
            <a:ext cx="5486400" cy="21488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・専門性の高い症例を集めたい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・若手・専攻医を増やしたい、育てたい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・研究データを出したい・論文を書きたい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・関連病院との連携／派遣先を確保したい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・県内・地域での存在感を高めたい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・学会・研究会で発信したい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754880"/>
            <a:ext cx="5486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DAY1で見た「HSのニーズ」そのもの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623560"/>
            <a:ext cx="11109960" cy="73152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550" b="1" i="0">
                <a:solidFill>
                  <a:srgbClr val="C00000"/>
                </a:solidFill>
                <a:latin typeface="Meiryo UI"/>
                <a:ea typeface="Meiryo UI"/>
              </a:rPr>
              <a:t>「先生・医局が実現したいこと」を後押ししながら、「エリアで実現したいこと」も進む打ち手は何か？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30分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目的から逆算して、情報を取りに行く — 第4回の本質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① 実現したい状態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95728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担当・エリアがどうなっていたら理想か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60904" y="193852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07208" y="178308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② 期待する役割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07208" y="2395728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誰の・どの影響力を活かすか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919472" y="193852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65776" y="178308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③ 分からないこと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5776" y="2395728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その仮説の、どこが未確認か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78040" y="193852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24344" y="178308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④ 取りに行く情報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24344" y="2395728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誰に・何を聞けば分かるか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36608" y="193852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82912" y="178308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⑤ 次の行動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82912" y="2395728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今週、まず何をするか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01568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595959"/>
                </a:solidFill>
                <a:latin typeface="Meiryo UI"/>
                <a:ea typeface="Meiryo UI"/>
              </a:rPr>
              <a:t>情報から考えるのではなく、目的から逆算する。DAY3の「取り方」に「取りに行く理由」が加わります。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67328"/>
            <a:ext cx="11109960" cy="4114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例（架空）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61104"/>
            <a:ext cx="2103120" cy="38404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① 実現したい状態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261104"/>
            <a:ext cx="8915400" cy="38404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大学の専門的な知見が、主要な基幹病院に共有されている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690872"/>
            <a:ext cx="2103120" cy="38404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② 期待する役割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4690872"/>
            <a:ext cx="8915400" cy="384048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A大学教授＝情報発信（③の輪）／B基幹病院部長＝実臨床での影響力（①の輪）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20640"/>
            <a:ext cx="2103120" cy="38404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③ 分からないこと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0" y="5120640"/>
            <a:ext cx="8915400" cy="384048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医局が今後力を入れたいテーマが、まだ分からない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550407"/>
            <a:ext cx="2103120" cy="38404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④ 取りに行く情報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0" y="5550407"/>
            <a:ext cx="8915400" cy="384048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医局長に、教育・研究で注力したいテーマを確認する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80175"/>
            <a:ext cx="2103120" cy="38404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⑤ 次の行動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0" y="5980175"/>
            <a:ext cx="8915400" cy="384048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0408" bIns="70408" lIns="100584" rIns="100584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今週、医局長との面会を打診する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②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大学・基幹病院を、どう活かすか考える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11109960" cy="50292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4つの問いに、1人でメモしてください。疾患・製品の戦略を完成させる必要はありません。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79"/>
            <a:ext cx="548640" cy="54864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212848"/>
            <a:ext cx="2011680" cy="603504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128A54"/>
                </a:solidFill>
                <a:latin typeface="Meiryo UI"/>
                <a:ea typeface="Meiryo UI"/>
              </a:rPr>
              <a:t>目指したい状態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212848"/>
            <a:ext cx="82296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担当する大学・基幹病院・周辺エリアが、どうなっていたら理想ですか？（製品名・処方目標は不要）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953512"/>
            <a:ext cx="548640" cy="548640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80160" y="2926080"/>
            <a:ext cx="2011680" cy="603504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3B5C99"/>
                </a:solidFill>
                <a:latin typeface="Meiryo UI"/>
                <a:ea typeface="Meiryo UI"/>
              </a:rPr>
              <a:t>使いたい影響力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926080"/>
            <a:ext cx="82296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その状態に近づくために、誰の・どの影響力を活かしたいですか？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666744"/>
            <a:ext cx="548640" cy="54864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3639312"/>
            <a:ext cx="2011680" cy="603504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B86A00"/>
                </a:solidFill>
                <a:latin typeface="Meiryo UI"/>
                <a:ea typeface="Meiryo UI"/>
              </a:rPr>
              <a:t>実現したいこと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3639312"/>
            <a:ext cx="82296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その先生・医局は、何を実現したいですか？（分からなければ「何を確認するか」を書く）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379976"/>
            <a:ext cx="548640" cy="5486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80160" y="4352544"/>
            <a:ext cx="2011680" cy="603504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次の一手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4352544"/>
            <a:ext cx="82296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今週、誰に・何を確認しますか？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138928"/>
            <a:ext cx="11109960" cy="4114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完成文：この4行が書けたら完成です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62356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4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私が目指したい状態は </a:t>
            </a: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〇〇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。そのために </a:t>
            </a: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△△先生の□□という影響力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 を活かしたい。</a:t>
            </a:r>
          </a:p>
          <a:p>
            <a:pPr algn="ctr"/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先生・医局が実現したいのは </a:t>
            </a: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◇◇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 だと考える（分からなければ、◇◇を確認する）。まず私は、今週 </a:t>
            </a: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☆☆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 を確認する。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85292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DISCUSSION　｜　12分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3人1組で、仮説を確かめ合う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657600" cy="7772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1人3分 × 3人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73152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発表2分 ＋ 質問1分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51760"/>
            <a:ext cx="3657600" cy="7772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最後の3分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651760"/>
            <a:ext cx="73152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グループの一番の気づきを1つ決める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57600"/>
            <a:ext cx="11109960" cy="4572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発表は、ワーク②の4行をそのまま読むだけでOK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79392"/>
            <a:ext cx="11109960" cy="10515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800"/>
              </a:spcAft>
            </a:pPr>
            <a:r>
              <a:rPr sz="1350" b="1" i="0">
                <a:solidFill>
                  <a:srgbClr val="595959"/>
                </a:solidFill>
                <a:latin typeface="Meiryo UI"/>
                <a:ea typeface="Meiryo UI"/>
              </a:rPr>
              <a:t>聞き手の質問は1つだけ</a:t>
            </a:r>
          </a:p>
          <a:p>
            <a:pPr algn="ctr"/>
            <a:r>
              <a:rPr sz="2200" b="1" i="0">
                <a:solidFill>
                  <a:srgbClr val="C00000"/>
                </a:solidFill>
                <a:latin typeface="Meiryo UI"/>
                <a:ea typeface="Meiryo UI"/>
              </a:rPr>
              <a:t>「その情報が分かると、次の活動はどう変わりますか？」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48640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集めるための情報収集で終わらせず、</a:t>
            </a: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「その情報の使い道」まで確かめる時間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にしてください。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WRAP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554480" cy="10058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誰が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動かせるか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1737360"/>
            <a:ext cx="9418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F3864"/>
                </a:solidFill>
                <a:latin typeface="Meiryo UI"/>
                <a:ea typeface="Meiryo UI"/>
              </a:rPr>
              <a:t>影響力は「肩書き」ではなく「何を動かせるか」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◎方針／○最初に試す／★情報ハブ／◇連携の要／□対外の顔。1人とは限らない。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1554480" cy="100584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どこまで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届くか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2880360"/>
            <a:ext cx="9418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B86A00"/>
                </a:solidFill>
                <a:latin typeface="Meiryo UI"/>
                <a:ea typeface="Meiryo UI"/>
              </a:rPr>
              <a:t>影響の輪で見る。大学に固執しない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施設の中／関連病院／担当エリア／その先。一番大きいのは大学とは限らない。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1554480" cy="10058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何を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確認するか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4023360"/>
            <a:ext cx="9418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28A54"/>
                </a:solidFill>
                <a:latin typeface="Meiryo UI"/>
                <a:ea typeface="Meiryo UI"/>
              </a:rPr>
              <a:t>目的から逆算して、次の情報を取りに行く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実現したい状態 → 期待する役割 → 分からないこと → 次の一手。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11109960" cy="105156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一施設で終わらせず、その影響を担当エリアへ広げる。</a:t>
            </a:r>
          </a:p>
          <a:p>
            <a:pPr algn="ctr"/>
            <a:r>
              <a:rPr sz="1300" b="1" i="0">
                <a:solidFill>
                  <a:srgbClr val="BFE8D2"/>
                </a:solidFill>
                <a:latin typeface="Meiryo UI"/>
                <a:ea typeface="Meiryo UI"/>
              </a:rPr>
              <a:t>今日つくった「影響力の仮説」と「確認リスト」が、そのままIgA腎症を担当するときの準備になります。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B4F37"/>
                </a:solidFill>
                <a:latin typeface="Meiryo UI"/>
                <a:ea typeface="Meiryo UI"/>
              </a:rPr>
              <a:t>行動宣言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10996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400" b="1" i="0">
                <a:solidFill>
                  <a:srgbClr val="262626"/>
                </a:solidFill>
                <a:latin typeface="Meiryo UI"/>
                <a:ea typeface="Meiryo UI"/>
              </a:rPr>
              <a:t>Teamsチャットに、「今週、誰に・何を確認するか」を1行で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3063240"/>
            <a:ext cx="7452360" cy="594360"/>
          </a:xfrm>
          <a:prstGeom prst="roundRect">
            <a:avLst>
              <a:gd name="adj" fmla="val 12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記入形式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3730752"/>
            <a:ext cx="745236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900" b="0" i="0">
                <a:solidFill>
                  <a:srgbClr val="262626"/>
                </a:solidFill>
                <a:latin typeface="Meiryo UI"/>
                <a:ea typeface="Meiryo UI"/>
              </a:rPr>
              <a:t>今週中に、</a:t>
            </a:r>
            <a:r>
              <a:rPr sz="1900" b="1" i="0">
                <a:solidFill>
                  <a:srgbClr val="C00000"/>
                </a:solidFill>
                <a:latin typeface="Meiryo UI"/>
                <a:ea typeface="Meiryo UI"/>
              </a:rPr>
              <a:t>〇〇先生</a:t>
            </a:r>
            <a:r>
              <a:rPr sz="1900" b="0" i="0">
                <a:solidFill>
                  <a:srgbClr val="262626"/>
                </a:solidFill>
                <a:latin typeface="Meiryo UI"/>
                <a:ea typeface="Meiryo UI"/>
              </a:rPr>
              <a:t> へ </a:t>
            </a:r>
            <a:r>
              <a:rPr sz="1900" b="1" i="0">
                <a:solidFill>
                  <a:srgbClr val="C00000"/>
                </a:solidFill>
                <a:latin typeface="Meiryo UI"/>
                <a:ea typeface="Meiryo UI"/>
              </a:rPr>
              <a:t>△△</a:t>
            </a:r>
            <a:r>
              <a:rPr sz="1900" b="0" i="0">
                <a:solidFill>
                  <a:srgbClr val="262626"/>
                </a:solidFill>
                <a:latin typeface="Meiryo UI"/>
                <a:ea typeface="Meiryo UI"/>
              </a:rPr>
              <a:t> を確認する。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4892040"/>
            <a:ext cx="7452360" cy="77724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ワーク②のQ4に書いたことを、そのまま投稿すればOKです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5806440"/>
            <a:ext cx="745236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Meiryo UI"/>
                <a:ea typeface="Meiryo UI"/>
              </a:rPr>
              <a:t>「電話1本サイズ」に割ること。小さいほど、実行されます。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BFE8D2"/>
                </a:solidFill>
                <a:latin typeface="Meiryo UI"/>
                <a:ea typeface="Meiryo UI"/>
              </a:rPr>
              <a:t>ありがとうございました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002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第1回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364991" y="1947672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20440" y="16002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第2回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62472" y="1947672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002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第3回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9952" y="1947672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16002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第4回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何のために使うかを決める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26080"/>
            <a:ext cx="10515600" cy="137160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600"/>
              </a:spcAft>
            </a:pPr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「このエリアは、自分に任せてください。</a:t>
            </a:r>
          </a:p>
          <a:p>
            <a:pPr algn="ctr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そのために、大学・基幹病院の力をこう組み合わせます」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そう言える担当者を目指しましょう。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21208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C000"/>
                </a:solidFill>
                <a:latin typeface="Meiryo UI"/>
                <a:ea typeface="Meiryo UI"/>
              </a:rPr>
              <a:t>今日中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行動宣言をチャットへ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521208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C000"/>
                </a:solidFill>
                <a:latin typeface="Meiryo UI"/>
                <a:ea typeface="Meiryo UI"/>
              </a:rPr>
              <a:t>今週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録画・資料・気づきリストを共有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0416" y="521208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C000"/>
                </a:solidFill>
                <a:latin typeface="Meiryo UI"/>
                <a:ea typeface="Meiryo UI"/>
              </a:rPr>
              <a:t>これから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困ったら、全国の仲間に相談を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ワークシート① 影響力マップ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担当エリア（　　　　　　　　　　　　）　　作成日（　　／　　）　　作成者（　　　　　　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8138160" cy="393192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丸の大きさ＝その施設が動いたとき、他施設の診療がどれだけ変わるか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828800"/>
            <a:ext cx="2743200" cy="1874519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1000"/>
              </a:spcAft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各施設に書くこと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□ 施設名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□ 誰か（氏名 or 役職）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□ 何を動かせるか</a:t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BFE8D2"/>
                </a:solidFill>
                <a:latin typeface="Meiryo UI"/>
                <a:ea typeface="Meiryo UI"/>
              </a:rPr>
              <a:t>□ 分からないところは「？」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840480"/>
            <a:ext cx="2743200" cy="192024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8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役割の記号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◎　方針を決める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○　最初に試す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★　情報ハブ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◇　連携の要</a:t>
            </a:r>
          </a:p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□　対外の顔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870448"/>
            <a:ext cx="11109960" cy="47548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C00000"/>
                </a:solidFill>
                <a:latin typeface="Meiryo UI"/>
                <a:ea typeface="Meiryo UI"/>
              </a:rPr>
              <a:t>完成条件：</a:t>
            </a: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「最も影響力が大きいと考えるのは〇〇施設の△△先生。□□を動かせるから」と書けること</a:t>
            </a:r>
          </a:p>
          <a:p>
            <a:pPr algn="ctr"/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動かせるもの：教育／研究／臨床／医局人事／医師派遣／情報発信／講演会・研究会　　※その他の医療機関は、背景となる患者動線として必要に応じて記載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ワークシート② 大学・基幹病院の活かし方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担当エリア（　　　　　　　　　　　　）　　作成日（　　／　　）　　作成者（　　　　　　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10512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Q1 目指したい状態　—　どうなっていたら理想か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95144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10512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Q2 使いたい影響力　—　誰の・どの影響力を活かすか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295144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00400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Q3 実現したいこと　—　先生・医局は何を実現したいか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85032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200400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Q4 次の一手　—　今週、誰に・何を確認するか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685032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17720"/>
            <a:ext cx="11109960" cy="4114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完成文（この4行が書けたら完成）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102352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私が目指したい状態は〇〇。そのために△△先生の□□という影響力を活かしたい。</a:t>
            </a:r>
          </a:p>
          <a:p>
            <a:pPr algn="ctr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先生・医局が実現したいのは◇◇だと考える（分からなければ、◇◇を確認する）。まず私は、今週☆☆を確認する。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989320"/>
            <a:ext cx="11109960" cy="36576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0B4F37"/>
                </a:solidFill>
                <a:latin typeface="Meiryo UI"/>
                <a:ea typeface="Meiryo UI"/>
              </a:rPr>
              <a:t>セルフチェック：　□ 目指したい状態を書けたか　　□ 使う影響力を決めたか　　□ 実現したいこと（or確認事項）を書けたか　　□ 今週の行動まで落ちたか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参考：疾患が変わると、影響力の見え方も変わる（架空の例）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486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C3腎症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成功像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0720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大学・主要基幹病院の間で、疑う患者像、病理・補体評価、専門医への相談経路について共通認識がある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1304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影響の輪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42816"/>
            <a:ext cx="5486400" cy="8229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病理や補体領域に詳しい大学医師から、関連基幹病院へ診断上の視点を発信する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15721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大学の「研究」「情報発信」の輪が効きやすい。まず疑ってもらう段階から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37360"/>
            <a:ext cx="5486400" cy="5486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IgA腎症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377440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成功像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80720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主要な大学・基幹病院で、患者選択、治療導入、フォローに関する考え方が整理されている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影響の輪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242816"/>
            <a:ext cx="5486400" cy="8229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診療経験を持つ基幹病院医師と大学医師が、施設間の治療課題を共有する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515721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基幹病院の「臨床」の輪も大きい。大学と基幹病院を組み合わせる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925312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本編では扱いません。時間が余った場合、または研修後の参考資料として。疾患が違えば、重要施設もキーパーソンも変わります。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DAY1〜3の学び 総まとめ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大学・基幹病院のイロハ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・大学の3使命：教育・研究・臨床。医師派遣で地域を支える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・影響力はテリトリーとニーズで決まる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・教授の裁量権：臨床機会・医局人事・教授選・研究教育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・大学は「医局の集合体」。病院教授／特任教授は財源・任期・実権で見分ける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・薬審・採用は施設ごとに流れが違う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「会えない」を「会える」に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・未訪問 → 初回接点 → 仮説面会 → 定期面会 で設計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・アクセス：訪問ルール確認・秘書経由・メール・手紙・直接訪問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Place：外来・外勤・医局会・総回診・カンファ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・カレンダーで情報管理し、行動ログで検証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・会う理由を設計し次の約束を残す。My teacherをつくる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やっぱりMRは情報が命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・ドライ情報：HP・機関紙・掲示物・Veeva Link・講演内容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・ウェット情報：面会・他Dr・社内他領域・MS・HCP・雑談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・分からないことは small b として面会に持ち込む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・顧客理解＝現状把握。何を・なぜ使い、患者をどうしたいのか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・面会後は「なぜ」を分解し、仮説を立てて次へ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715000"/>
            <a:ext cx="11109960" cy="56692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この3つが揃って初めて「影響力」が見え、「影響の輪」を設計できる。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大学の「肩書き」早見表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院内の本流ライン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読み違えやすい肩書き（要・個別確認）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教授（診療科長）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方針・人事の最終決定者。多忙で現場の細部は下が握ることも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821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准教授・講師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実務の要であり次期教授候補。関係構築は先行投資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965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医局長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医局の雑務・人事、行事の窓口。教授の信頼が厚く影響力大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109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助教・医員・専攻医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実処方と臨床研究の担い手。数年後は関連病院の幹部へ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677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病院教授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臨床・病院運営に強い。採用・薬審には効くが医局人事権は別のことも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1821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特任教授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寄附講座・外部資金による任用。研究・講演に強いが医局人事は限定的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0965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客員・非常勤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本務は他施設。院内の決定権は限定的だがネットワークのハブに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50109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名誉教授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現役の決定権はない。人脈・影響力は健在。研究会の重鎮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943600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見極めの5点：① 財源　② 任期　③ 実権　④ 本務教授・医局長・薬剤部との距離　⑤ COIの扱い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大学活動 コンプライアンスの5原則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施設ルールが最優先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1874519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訪問・面会・資材配布のルールは施設ごとに違う。迷ったら守りに倒す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70632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その場で約束しない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2770632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寄附金・広告協賛の依頼は即答せず、必ず社内の申請・審査手続きへ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66744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現行の文書で確認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3666744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「前任者がやっていた」は根拠にならない。薬審・採用は施設ごとに毎回確認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62856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④ 自己判断しない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4562856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基準はプロモーションコードと社内SOP。迷ったら相談してから動く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458968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⑤ 記録を残す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5458968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依頼・回答・手続きの経緯を記録に。先生と自分の両方を守る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617220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※ 個別の案件は、必ず最新の社内規程と担当部門の指示に従ってください。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当日の投影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・冒頭は タイトル → 4回のロードマップ → 本日のAgenda の3枚だけ使う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・プロジェクト概要・メンバー紹介は開始前の待機画面／配布資料へ回す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・テーマ① 講義7・ワーク8・共有5／テーマ② 講義8・ワーク10・ディスカッション12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ワークの前提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・疾患・製品の戦略は作らせない。今分かっている情報で考えてもらう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・「C3腎症の経験や、今後のIgA腎症をイメージしてもOK」と口頭で補足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・「完成条件の一文」が書けたら完成、と最初に伝える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共有・ディスカッション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・共有①は時計回りで1人60秒。質問は「その判断の根拠になった情報は？」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・ディスカッションは1人3分×3人＋気づき3分。質問は「その情報が分かると、次の活動はどう変わる？」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・情報収集で終わらせず、情報の使い道まで確かめる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締め方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・まとめは3つのメッセージだけ。IgA腎症への接続は一文で言い切る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・行動宣言はワーク②のQ4をそのまま投稿してもらう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・最終メッセージまで必ず2分残す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63093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本資料の事例・人名はすべて架空です。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Emerald Chic">
  <a:themeElements>
    <a:clrScheme name="Novartis 2025">
      <a:dk1>
        <a:srgbClr val="0E322A"/>
      </a:dk1>
      <a:lt1>
        <a:srgbClr val="F7FBF8"/>
      </a:lt1>
      <a:dk2>
        <a:srgbClr val="173A32"/>
      </a:dk2>
      <a:lt2>
        <a:srgbClr val="DDEAE1"/>
      </a:lt2>
      <a:accent1>
        <a:srgbClr val="0D8B5F"/>
      </a:accent1>
      <a:accent2>
        <a:srgbClr val="14543F"/>
      </a:accent2>
      <a:accent3>
        <a:srgbClr val="4C6F62"/>
      </a:accent3>
      <a:accent4>
        <a:srgbClr val="A7D7BF"/>
      </a:accent4>
      <a:accent5>
        <a:srgbClr val="B7CDC2"/>
      </a:accent5>
      <a:accent6>
        <a:srgbClr val="E8F2EC"/>
      </a:accent6>
      <a:hlink>
        <a:srgbClr val="14543F"/>
      </a:hlink>
      <a:folHlink>
        <a:srgbClr val="4C6F62"/>
      </a:folHlink>
    </a:clrScheme>
    <a:fontScheme name="Novartis 2025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108000" rIns="108000" bIns="108000" rtlCol="0" anchor="t"/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>
      <a:srgbClr val="0D8B5F"/>
    </a:custClr>
    <a:custClr>
      <a:srgbClr val="C9D9F9"/>
    </a:custClr>
  </a:custClrLst>
  <a:extLst>
    <a:ext uri="{05A4C25C-085E-4340-85A3-A5531E510DB2}">
      <thm15:themeFamily xmlns:thm15="http://schemas.microsoft.com/office/thememl/2012/main" name="Novartis PowerPoint" id="{46FD7BFE-C972-1446-9555-CBDA807834FC}" vid="{71B7A1DA-CA9E-CE4E-99A9-0C1B386393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4993</Words>
  <Application>Microsoft Macintosh PowerPoint</Application>
  <PresentationFormat>ワイド画面</PresentationFormat>
  <Paragraphs>834</Paragraphs>
  <Slides>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3" baseType="lpstr">
      <vt:lpstr>HG創英ﾌﾟﾚｾﾞﾝｽEB</vt:lpstr>
      <vt:lpstr>Meiryo UI</vt:lpstr>
      <vt:lpstr>Arial</vt:lpstr>
      <vt:lpstr>Calibri</vt:lpstr>
      <vt:lpstr>Office Theme</vt:lpstr>
      <vt:lpstr>Emerald Chic</vt:lpstr>
      <vt:lpstr>Renal　MR　スキルアッププロジェクトDAY４　</vt:lpstr>
      <vt:lpstr>■オープニング　5分 ■レクチャー&amp;ワーク①「構造マップ」 ■レクチャー&amp;ワーク②「4Sシート」 ■エリア戦略・まとめ　5分</vt:lpstr>
      <vt:lpstr>集めた情報、次の一手は？、、、</vt:lpstr>
      <vt:lpstr>Renal 大学/基幹病院担当者スキルアッププロジェクト</vt:lpstr>
      <vt:lpstr>Renal 大学/基幹病院担当者スキルアッププロジェクト</vt:lpstr>
      <vt:lpstr>Renal 大学/基幹病院担当者スキルアッププロジェクト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拓也 井上</cp:lastModifiedBy>
  <cp:revision>1</cp:revision>
  <dcterms:created xsi:type="dcterms:W3CDTF">2013-01-27T09:14:16Z</dcterms:created>
  <dcterms:modified xsi:type="dcterms:W3CDTF">2026-07-27T11:49:09Z</dcterms:modified>
  <cp:category/>
</cp:coreProperties>
</file>