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svg" ContentType="image/svg+xml"/>
  <Override PartName="/ppt/media/image4.svg" ContentType="image/svg+xml"/>
  <Override PartName="/ppt/media/image7.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402" r:id="rId3"/>
    <p:sldId id="499" r:id="rId4"/>
    <p:sldId id="400" r:id="rId5"/>
    <p:sldId id="393" r:id="rId6"/>
    <p:sldId id="394" r:id="rId7"/>
    <p:sldId id="399" r:id="rId8"/>
    <p:sldId id="396" r:id="rId9"/>
    <p:sldId id="500" r:id="rId16"/>
    <p:sldId id="501" r:id="rId17"/>
    <p:sldId id="502" r:id="rId18"/>
    <p:sldId id="503" r:id="rId19"/>
    <p:sldId id="504" r:id="rId20"/>
    <p:sldId id="505" r:id="rId21"/>
    <p:sldId id="506" r:id="rId22"/>
    <p:sldId id="507" r:id="rId23"/>
    <p:sldId id="508" r:id="rId24"/>
    <p:sldId id="509" r:id="rId25"/>
    <p:sldId id="510" r:id="rId26"/>
    <p:sldId id="511" r:id="rId27"/>
    <p:sldId id="512" r:id="rId28"/>
    <p:sldId id="513" r:id="rId29"/>
    <p:sldId id="514" r:id="rId30"/>
    <p:sldId id="515" r:id="rId31"/>
    <p:sldId id="516" r:id="rId32"/>
    <p:sldId id="517" r:id="rId33"/>
    <p:sldId id="518" r:id="rId34"/>
    <p:sldId id="519" r:id="rId35"/>
    <p:sldId id="520" r:id="rId36"/>
    <p:sldId id="521" r:id="rId37"/>
    <p:sldId id="522" r:id="rId38"/>
    <p:sldId id="523" r:id="rId39"/>
    <p:sldId id="52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D533AA-C579-1C45-BEA3-440ECA50460C}" v="3" dt="2026-07-27T11:46:49.4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microsoft.com/office/2016/11/relationships/changesInfo" Target="changesInfos/changesInfo1.xml"/><Relationship Id="rId5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拓也 井上" userId="36cefa26ecca6a8b" providerId="LiveId" clId="{654E1465-D65A-515B-9566-95ABAE39F78F}"/>
    <pc:docChg chg="undo custSel addSld delSld modSld">
      <pc:chgData name="拓也 井上" userId="36cefa26ecca6a8b" providerId="LiveId" clId="{654E1465-D65A-515B-9566-95ABAE39F78F}" dt="2026-07-27T11:49:06.077" v="36" actId="1038"/>
      <pc:docMkLst>
        <pc:docMk/>
      </pc:docMkLst>
      <pc:sldChg chg="addSp delSp modSp add del mod">
        <pc:chgData name="拓也 井上" userId="36cefa26ecca6a8b" providerId="LiveId" clId="{654E1465-D65A-515B-9566-95ABAE39F78F}" dt="2026-07-27T11:49:06.077" v="36" actId="1038"/>
        <pc:sldMkLst>
          <pc:docMk/>
          <pc:sldMk cId="2656205384" sldId="393"/>
        </pc:sldMkLst>
        <pc:spChg chg="del">
          <ac:chgData name="拓也 井上" userId="36cefa26ecca6a8b" providerId="LiveId" clId="{654E1465-D65A-515B-9566-95ABAE39F78F}" dt="2026-07-27T11:48:17.748" v="13" actId="478"/>
          <ac:spMkLst>
            <pc:docMk/>
            <pc:sldMk cId="2656205384" sldId="393"/>
            <ac:spMk id="7" creationId="{68A3AD31-DDFC-BA89-25E8-B71709CCAB51}"/>
          </ac:spMkLst>
        </pc:spChg>
        <pc:spChg chg="add mod">
          <ac:chgData name="拓也 井上" userId="36cefa26ecca6a8b" providerId="LiveId" clId="{654E1465-D65A-515B-9566-95ABAE39F78F}" dt="2026-07-27T11:49:06.077" v="36" actId="1038"/>
          <ac:spMkLst>
            <pc:docMk/>
            <pc:sldMk cId="2656205384" sldId="393"/>
            <ac:spMk id="12" creationId="{14366105-51EE-2A58-66B0-3AD72D6C0221}"/>
          </ac:spMkLst>
        </pc:spChg>
      </pc:sldChg>
      <pc:sldChg chg="add del">
        <pc:chgData name="拓也 井上" userId="36cefa26ecca6a8b" providerId="LiveId" clId="{654E1465-D65A-515B-9566-95ABAE39F78F}" dt="2026-07-27T11:46:49.443" v="4"/>
        <pc:sldMkLst>
          <pc:docMk/>
          <pc:sldMk cId="378351639" sldId="394"/>
        </pc:sldMkLst>
      </pc:sldChg>
      <pc:sldChg chg="add del">
        <pc:chgData name="拓也 井上" userId="36cefa26ecca6a8b" providerId="LiveId" clId="{654E1465-D65A-515B-9566-95ABAE39F78F}" dt="2026-07-27T11:46:49.443" v="4"/>
        <pc:sldMkLst>
          <pc:docMk/>
          <pc:sldMk cId="641085143" sldId="396"/>
        </pc:sldMkLst>
      </pc:sldChg>
      <pc:sldChg chg="add del">
        <pc:chgData name="拓也 井上" userId="36cefa26ecca6a8b" providerId="LiveId" clId="{654E1465-D65A-515B-9566-95ABAE39F78F}" dt="2026-07-27T11:46:49.443" v="4"/>
        <pc:sldMkLst>
          <pc:docMk/>
          <pc:sldMk cId="3007888129" sldId="399"/>
        </pc:sldMkLst>
      </pc:sldChg>
      <pc:sldChg chg="modSp add del mod">
        <pc:chgData name="拓也 井上" userId="36cefa26ecca6a8b" providerId="LiveId" clId="{654E1465-D65A-515B-9566-95ABAE39F78F}" dt="2026-07-27T11:46:49.443" v="4"/>
        <pc:sldMkLst>
          <pc:docMk/>
          <pc:sldMk cId="2697407459" sldId="400"/>
        </pc:sldMkLst>
        <pc:spChg chg="mod">
          <ac:chgData name="拓也 井上" userId="36cefa26ecca6a8b" providerId="LiveId" clId="{654E1465-D65A-515B-9566-95ABAE39F78F}" dt="2026-07-27T11:46:49.402" v="3"/>
          <ac:spMkLst>
            <pc:docMk/>
            <pc:sldMk cId="2697407459" sldId="400"/>
            <ac:spMk id="17" creationId="{C23B6A35-B6F0-D784-4F8B-1364DB108CD7}"/>
          </ac:spMkLst>
        </pc:spChg>
      </pc:sldChg>
      <pc:sldChg chg="add del">
        <pc:chgData name="拓也 井上" userId="36cefa26ecca6a8b" providerId="LiveId" clId="{654E1465-D65A-515B-9566-95ABAE39F78F}" dt="2026-07-27T11:46:49.443" v="4"/>
        <pc:sldMkLst>
          <pc:docMk/>
          <pc:sldMk cId="248841499" sldId="402"/>
        </pc:sldMkLst>
      </pc:sldChg>
      <pc:sldChg chg="modSp add del mod">
        <pc:chgData name="拓也 井上" userId="36cefa26ecca6a8b" providerId="LiveId" clId="{654E1465-D65A-515B-9566-95ABAE39F78F}" dt="2026-07-27T11:47:08.564" v="12" actId="20577"/>
        <pc:sldMkLst>
          <pc:docMk/>
          <pc:sldMk cId="2501997366" sldId="499"/>
        </pc:sldMkLst>
        <pc:spChg chg="mod">
          <ac:chgData name="拓也 井上" userId="36cefa26ecca6a8b" providerId="LiveId" clId="{654E1465-D65A-515B-9566-95ABAE39F78F}" dt="2026-07-27T11:47:08.564" v="12" actId="20577"/>
          <ac:spMkLst>
            <pc:docMk/>
            <pc:sldMk cId="2501997366" sldId="499"/>
            <ac:spMk id="17" creationId="{FADAD954-F788-17B4-4954-5A19C0C37BD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B85529-F70A-4750-9FED-7F46D522D6CB}" type="doc">
      <dgm:prSet loTypeId="urn:microsoft.com/office/officeart/2024/layout/NumberedTitleCardList#1" loCatId="list" qsTypeId="urn:microsoft.com/office/officeart/2005/8/quickstyle/3d3" qsCatId="3D" csTypeId="urn:microsoft.com/office/officeart/2005/8/colors/accent1_2" csCatId="accent1" phldr="1"/>
      <dgm:spPr/>
      <dgm:t>
        <a:bodyPr/>
        <a:lstStyle/>
        <a:p>
          <a:endParaRPr kumimoji="1" lang="ja-JP" altLang="en-US"/>
        </a:p>
      </dgm:t>
    </dgm:pt>
    <dgm:pt modelId="{BB8186F1-4D8D-4F1C-8A3F-E9750182C3BC}">
      <dgm:prSet phldrT="[テキスト]"/>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広瀬正和さん</a:t>
          </a:r>
          <a:endParaRPr kumimoji="1" lang="en-US" altLang="ja-JP">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首都圏第一営業所</a:t>
          </a:r>
        </a:p>
      </dgm:t>
    </dgm:pt>
    <dgm:pt modelId="{F6A3CC97-B1D0-4568-B79D-73B7C3DB2F4E}" type="parTrans" cxnId="{0FC7696E-A495-41B7-8A91-10453AA05F10}">
      <dgm:prSet/>
      <dgm:spPr/>
      <dgm:t>
        <a:bodyPr/>
        <a:lstStyle/>
        <a:p>
          <a:endPar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dgm:t>
    </dgm:pt>
    <dgm:pt modelId="{B6642FE9-9D8B-4BF9-9AE6-A4B052F3EA2B}" type="sibTrans" cxnId="{0FC7696E-A495-41B7-8A91-10453AA05F10}">
      <dgm:prSet phldrT="01" phldr="0"/>
      <dgm:spPr/>
      <dgm:t>
        <a:bodyPr/>
        <a:lstStyle/>
        <a:p>
          <a:r>
            <a:rPr>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01</a:t>
          </a:r>
        </a:p>
      </dgm:t>
    </dgm:pt>
    <dgm:pt modelId="{9D4579C2-549C-4E36-ADCD-807A30AC87BF}">
      <dgm:prSet phldrT="[テキスト]"/>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藤直之さん</a:t>
          </a:r>
          <a:endParaRPr kumimoji="1" lang="en-US" altLang="ja-JP">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首都圏第一営業所</a:t>
          </a:r>
        </a:p>
      </dgm:t>
    </dgm:pt>
    <dgm:pt modelId="{03E57B4E-B8DB-4AD7-8B18-C53DDE978EFE}" type="parTrans" cxnId="{A5DC40A2-DD3E-4991-96C9-326DF2FCB6D5}">
      <dgm:prSet/>
      <dgm:spPr/>
      <dgm:t>
        <a:bodyPr/>
        <a:lstStyle/>
        <a:p>
          <a:endPar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dgm:t>
    </dgm:pt>
    <dgm:pt modelId="{27929EAD-6052-41FF-8B67-AF7D936E0390}" type="sibTrans" cxnId="{A5DC40A2-DD3E-4991-96C9-326DF2FCB6D5}">
      <dgm:prSet phldrT="02" phldr="0"/>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02</a:t>
          </a:r>
        </a:p>
      </dgm:t>
    </dgm:pt>
    <dgm:pt modelId="{32783916-157E-4466-ADD3-4068200EA9E7}">
      <dgm:prSet phldrT="[テキスト]"/>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菅俣充さん</a:t>
          </a:r>
          <a:endParaRPr kumimoji="1" lang="ja-JP" altLang="en-US">
            <a:effectLst>
              <a:outerShdw blurRad="38100" dist="38100" dir="2700000" algn="tl">
                <a:srgbClr val="000000">
                  <a:alpha val="43137"/>
                </a:srgbClr>
              </a:outerShdw>
            </a:effectLst>
            <a:latin typeface="Meiryo UI"/>
            <a:ea typeface="Meiryo UI"/>
          </a:endParaRPr>
        </a:p>
        <a:p>
          <a:r>
            <a:rPr kumimoji="1" lang="ja-JP" altLang="en-US">
              <a:effectLst>
                <a:outerShdw blurRad="38100" dist="38100" dir="2700000" algn="tl">
                  <a:srgbClr val="000000">
                    <a:alpha val="43137"/>
                  </a:srgbClr>
                </a:outerShdw>
              </a:effectLst>
              <a:latin typeface="Meiryo UI"/>
              <a:ea typeface="Meiryo UI"/>
            </a:rPr>
            <a:t>関東・新潟営業所</a:t>
          </a:r>
        </a:p>
      </dgm:t>
    </dgm:pt>
    <dgm:pt modelId="{4F7CFC40-7992-40F5-B54F-DA5CD7B59DA4}" type="parTrans" cxnId="{138E49BB-DDA7-475D-A4DA-F829546D1563}">
      <dgm:prSet/>
      <dgm:spPr/>
      <dgm:t>
        <a:bodyPr/>
        <a:lstStyle/>
        <a:p>
          <a:endPar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dgm:t>
    </dgm:pt>
    <dgm:pt modelId="{681992B0-7757-4550-BF07-EC8C3E6B5591}" type="sibTrans" cxnId="{138E49BB-DDA7-475D-A4DA-F829546D1563}">
      <dgm:prSet phldrT="03" phldr="0"/>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03</a:t>
          </a:r>
        </a:p>
      </dgm:t>
    </dgm:pt>
    <dgm:pt modelId="{2958E64B-E2FC-4C7C-B297-C0822142C871}">
      <dgm:prSet phldrT="[テキスト]"/>
      <dgm:spPr/>
      <dgm:t>
        <a:bodyPr/>
        <a:lstStyle/>
        <a:p>
          <a:pPr rtl="0"/>
          <a:r>
            <a:rPr kumimoji="1" lang="ja-JP" altLang="en-US">
              <a:effectLst>
                <a:outerShdw blurRad="38100" dist="38100" dir="2700000" algn="tl">
                  <a:srgbClr val="000000">
                    <a:alpha val="43137"/>
                  </a:srgbClr>
                </a:outerShdw>
              </a:effectLst>
              <a:latin typeface="Meiryo UI"/>
              <a:ea typeface="Meiryo UI"/>
            </a:rPr>
            <a:t>森田由梨香さん</a:t>
          </a:r>
        </a:p>
        <a:p>
          <a:pPr rtl="0"/>
          <a:r>
            <a:rPr kumimoji="1" lang="ja-JP" altLang="en-US">
              <a:effectLst>
                <a:outerShdw blurRad="38100" dist="38100" dir="2700000" algn="tl">
                  <a:srgbClr val="000000">
                    <a:alpha val="43137"/>
                  </a:srgbClr>
                </a:outerShdw>
              </a:effectLst>
              <a:latin typeface="Meiryo UI"/>
              <a:ea typeface="Meiryo UI"/>
            </a:rPr>
            <a:t>首都圏第一営業所</a:t>
          </a:r>
          <a:endParaRPr kumimoji="1" lang="ja-JP">
            <a:effectLst>
              <a:outerShdw blurRad="38100" dist="38100" dir="2700000" algn="tl">
                <a:srgbClr val="000000">
                  <a:alpha val="43137"/>
                </a:srgbClr>
              </a:outerShdw>
            </a:effectLst>
          </a:endParaRPr>
        </a:p>
      </dgm:t>
    </dgm:pt>
    <dgm:pt modelId="{0206639D-6D46-480A-8AFF-4CEC78AF0F4C}" type="parTrans" cxnId="{E55A6F15-C820-428A-9A9D-CF867ED99ABD}">
      <dgm:prSet/>
      <dgm:spPr/>
      <dgm:t>
        <a:bodyPr/>
        <a:lstStyle/>
        <a:p>
          <a:endPar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dgm:t>
    </dgm:pt>
    <dgm:pt modelId="{AFE0B7CE-5D13-4E42-813E-15AF889D9106}" type="sibTrans" cxnId="{E55A6F15-C820-428A-9A9D-CF867ED99ABD}">
      <dgm:prSet phldrT="04" phldr="0"/>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04</a:t>
          </a:r>
        </a:p>
      </dgm:t>
    </dgm:pt>
    <dgm:pt modelId="{7B6B7B79-4675-40F5-887D-ECCA77238154}">
      <dgm:prSet phldrT="[テキスト]"/>
      <dgm:spPr/>
      <dgm:t>
        <a:bodyPr/>
        <a:lstStyle/>
        <a:p>
          <a:r>
            <a:rPr kumimoji="1" lang="ja-JP" altLang="en-US">
              <a:effectLst>
                <a:outerShdw blurRad="38100" dist="38100" dir="2700000" algn="tl">
                  <a:srgbClr val="000000">
                    <a:alpha val="43137"/>
                  </a:srgbClr>
                </a:outerShdw>
              </a:effectLst>
              <a:latin typeface="Meiryo UI"/>
              <a:ea typeface="Meiryo UI"/>
            </a:rPr>
            <a:t>井上拓也さん</a:t>
          </a:r>
        </a:p>
        <a:p>
          <a:r>
            <a:rPr kumimoji="1" lang="ja-JP" altLang="en-US">
              <a:effectLst>
                <a:outerShdw blurRad="38100" dist="38100" dir="2700000" algn="tl">
                  <a:srgbClr val="000000">
                    <a:alpha val="43137"/>
                  </a:srgbClr>
                </a:outerShdw>
              </a:effectLst>
              <a:latin typeface="Meiryo UI"/>
              <a:ea typeface="Meiryo UI"/>
            </a:rPr>
            <a:t>関東甲信北陸営業所</a:t>
          </a:r>
        </a:p>
      </dgm:t>
    </dgm:pt>
    <dgm:pt modelId="{797B3C42-55B6-416C-B23F-C20DD9AEC73F}" type="parTrans" cxnId="{4A205C94-32E3-4FB5-904B-45B85854154D}">
      <dgm:prSet/>
      <dgm:spPr/>
      <dgm:t>
        <a:bodyPr/>
        <a:lstStyle/>
        <a:p>
          <a:endPar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dgm:t>
    </dgm:pt>
    <dgm:pt modelId="{ADEEDE36-5E15-4EB3-9060-FB728839363A}" type="sibTrans" cxnId="{4A205C94-32E3-4FB5-904B-45B85854154D}">
      <dgm:prSet phldrT="05" phldr="0"/>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05</a:t>
          </a:r>
        </a:p>
      </dgm:t>
    </dgm:pt>
    <dgm:pt modelId="{48F22D86-A0F2-47FB-A49B-EA81CC2DED97}">
      <dgm:prSet phldrT="[テキスト]"/>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早川徹さん</a:t>
          </a:r>
          <a:endParaRPr kumimoji="1" lang="en-US" altLang="ja-JP">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首都圏第一営業所</a:t>
          </a:r>
        </a:p>
      </dgm:t>
    </dgm:pt>
    <dgm:pt modelId="{83A5E9FE-F64E-4640-AFEF-B94FEEE5333B}" type="parTrans" cxnId="{8CA5681B-E089-4EF1-A39F-A2C04042A906}">
      <dgm:prSet/>
      <dgm:spPr/>
      <dgm:t>
        <a:bodyPr/>
        <a:lstStyle/>
        <a:p>
          <a:endPar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dgm:t>
    </dgm:pt>
    <dgm:pt modelId="{92B2BAFB-2ECA-4E40-9F20-0A1C56B0A416}" type="sibTrans" cxnId="{8CA5681B-E089-4EF1-A39F-A2C04042A906}">
      <dgm:prSet phldrT="06" phldr="0"/>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06</a:t>
          </a:r>
        </a:p>
      </dgm:t>
    </dgm:pt>
    <dgm:pt modelId="{3CAD313A-0762-434E-855A-3186959C14E0}">
      <dgm:prSet phldrT="[テキスト]"/>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中山航さん</a:t>
          </a:r>
          <a:endParaRPr kumimoji="1" lang="en-US" altLang="ja-JP">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近畿営業所</a:t>
          </a:r>
        </a:p>
      </dgm:t>
    </dgm:pt>
    <dgm:pt modelId="{CD6B353A-A339-41E3-8D60-670A3EE8CF9F}" type="parTrans" cxnId="{FB14B0D2-36DA-4ECC-90EC-8A6B1896F341}">
      <dgm:prSet/>
      <dgm:spPr/>
      <dgm:t>
        <a:bodyPr/>
        <a:lstStyle/>
        <a:p>
          <a:endPar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dgm:t>
    </dgm:pt>
    <dgm:pt modelId="{B1C86B84-C6B4-4FAA-A4E0-62E8EE799ED5}" type="sibTrans" cxnId="{FB14B0D2-36DA-4ECC-90EC-8A6B1896F341}">
      <dgm:prSet phldrT="07" phldr="0"/>
      <dgm:spPr/>
      <dgm:t>
        <a:bodyPr/>
        <a:lstStyle/>
        <a:p>
          <a:r>
            <a:rPr kumimoji="1" lang="ja-JP" altLang="en-US">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07</a:t>
          </a:r>
        </a:p>
      </dgm:t>
    </dgm:pt>
    <dgm:pt modelId="{AADE4A29-391E-4656-A93A-5061E8E0368F}" type="pres">
      <dgm:prSet presAssocID="{03B85529-F70A-4750-9FED-7F46D522D6CB}" presName="Name0" presStyleCnt="0">
        <dgm:presLayoutVars>
          <dgm:dir/>
          <dgm:animLvl val="lvl"/>
          <dgm:resizeHandles val="exact"/>
        </dgm:presLayoutVars>
      </dgm:prSet>
      <dgm:spPr/>
    </dgm:pt>
    <dgm:pt modelId="{B38823E7-9137-4844-AA39-54F585FDB7E4}" type="pres">
      <dgm:prSet presAssocID="{BB8186F1-4D8D-4F1C-8A3F-E9750182C3BC}" presName="compositeNode" presStyleCnt="0">
        <dgm:presLayoutVars>
          <dgm:bulletEnabled val="1"/>
        </dgm:presLayoutVars>
      </dgm:prSet>
      <dgm:spPr/>
    </dgm:pt>
    <dgm:pt modelId="{A080688E-08E3-435C-85E6-43689A127273}" type="pres">
      <dgm:prSet presAssocID="{BB8186F1-4D8D-4F1C-8A3F-E9750182C3BC}" presName="bgRect" presStyleLbl="fgAcc1" presStyleIdx="0" presStyleCnt="7"/>
      <dgm:spPr/>
    </dgm:pt>
    <dgm:pt modelId="{0E8EE4A5-58D7-41AC-B6B1-D0B65540F95D}" type="pres">
      <dgm:prSet presAssocID="{B6642FE9-9D8B-4BF9-9AE6-A4B052F3EA2B}" presName="sibTransNodeRect" presStyleLbl="bgShp" presStyleIdx="0" presStyleCnt="0">
        <dgm:presLayoutVars>
          <dgm:chMax val="0"/>
          <dgm:bulletEnabled/>
        </dgm:presLayoutVars>
      </dgm:prSet>
      <dgm:spPr/>
    </dgm:pt>
    <dgm:pt modelId="{87C6D550-2CD4-498A-A034-951E2B3FDB38}" type="pres">
      <dgm:prSet presAssocID="{BB8186F1-4D8D-4F1C-8A3F-E9750182C3BC}" presName="nodeRect" presStyleLbl="parChTrans1D1" presStyleIdx="0" presStyleCnt="0">
        <dgm:presLayoutVars>
          <dgm:bulletEnabled val="1"/>
        </dgm:presLayoutVars>
      </dgm:prSet>
      <dgm:spPr/>
    </dgm:pt>
    <dgm:pt modelId="{BCDA101A-9E87-4180-AC8A-9FAE60C973E4}" type="pres">
      <dgm:prSet presAssocID="{B6642FE9-9D8B-4BF9-9AE6-A4B052F3EA2B}" presName="sibTrans" presStyleCnt="0"/>
      <dgm:spPr/>
    </dgm:pt>
    <dgm:pt modelId="{2B4FB054-DD74-446B-ABAE-BE513872EDB7}" type="pres">
      <dgm:prSet presAssocID="{9D4579C2-549C-4E36-ADCD-807A30AC87BF}" presName="compositeNode" presStyleCnt="0">
        <dgm:presLayoutVars>
          <dgm:bulletEnabled val="1"/>
        </dgm:presLayoutVars>
      </dgm:prSet>
      <dgm:spPr/>
    </dgm:pt>
    <dgm:pt modelId="{4C6D55FC-7AFE-450D-A3F6-B289CC98E468}" type="pres">
      <dgm:prSet presAssocID="{9D4579C2-549C-4E36-ADCD-807A30AC87BF}" presName="bgRect" presStyleLbl="fgAcc1" presStyleIdx="1" presStyleCnt="7"/>
      <dgm:spPr/>
    </dgm:pt>
    <dgm:pt modelId="{7FF21B61-C7E6-4652-A878-8116A44B181B}" type="pres">
      <dgm:prSet presAssocID="{27929EAD-6052-41FF-8B67-AF7D936E0390}" presName="sibTransNodeRect" presStyleLbl="bgShp" presStyleIdx="0" presStyleCnt="0">
        <dgm:presLayoutVars>
          <dgm:chMax val="0"/>
          <dgm:bulletEnabled/>
        </dgm:presLayoutVars>
      </dgm:prSet>
      <dgm:spPr/>
    </dgm:pt>
    <dgm:pt modelId="{0790A5DC-F788-4527-BBA6-914092D8CA6D}" type="pres">
      <dgm:prSet presAssocID="{9D4579C2-549C-4E36-ADCD-807A30AC87BF}" presName="nodeRect" presStyleLbl="parChTrans1D1" presStyleIdx="0" presStyleCnt="0">
        <dgm:presLayoutVars>
          <dgm:bulletEnabled val="1"/>
        </dgm:presLayoutVars>
      </dgm:prSet>
      <dgm:spPr/>
    </dgm:pt>
    <dgm:pt modelId="{021298B4-4532-40C2-AC2D-FFA843FEFEDE}" type="pres">
      <dgm:prSet presAssocID="{27929EAD-6052-41FF-8B67-AF7D936E0390}" presName="sibTrans" presStyleCnt="0"/>
      <dgm:spPr/>
    </dgm:pt>
    <dgm:pt modelId="{C48E5267-E899-4805-8855-EBF8129FB628}" type="pres">
      <dgm:prSet presAssocID="{32783916-157E-4466-ADD3-4068200EA9E7}" presName="compositeNode" presStyleCnt="0">
        <dgm:presLayoutVars>
          <dgm:bulletEnabled val="1"/>
        </dgm:presLayoutVars>
      </dgm:prSet>
      <dgm:spPr/>
    </dgm:pt>
    <dgm:pt modelId="{B2551D55-18D2-464C-89E7-029111DAA796}" type="pres">
      <dgm:prSet presAssocID="{32783916-157E-4466-ADD3-4068200EA9E7}" presName="bgRect" presStyleLbl="fgAcc1" presStyleIdx="2" presStyleCnt="7"/>
      <dgm:spPr/>
    </dgm:pt>
    <dgm:pt modelId="{31D3F57C-87CF-476C-938B-28015F23DEB9}" type="pres">
      <dgm:prSet presAssocID="{681992B0-7757-4550-BF07-EC8C3E6B5591}" presName="sibTransNodeRect" presStyleLbl="bgShp" presStyleIdx="0" presStyleCnt="0">
        <dgm:presLayoutVars>
          <dgm:chMax val="0"/>
          <dgm:bulletEnabled/>
        </dgm:presLayoutVars>
      </dgm:prSet>
      <dgm:spPr/>
    </dgm:pt>
    <dgm:pt modelId="{300EDA17-CD19-4B1B-AC1C-4FB3552FD21D}" type="pres">
      <dgm:prSet presAssocID="{32783916-157E-4466-ADD3-4068200EA9E7}" presName="nodeRect" presStyleLbl="parChTrans1D1" presStyleIdx="0" presStyleCnt="0">
        <dgm:presLayoutVars>
          <dgm:bulletEnabled val="1"/>
        </dgm:presLayoutVars>
      </dgm:prSet>
      <dgm:spPr/>
    </dgm:pt>
    <dgm:pt modelId="{0E31BCB4-A0D0-4BD9-B929-10F05905872C}" type="pres">
      <dgm:prSet presAssocID="{681992B0-7757-4550-BF07-EC8C3E6B5591}" presName="sibTrans" presStyleCnt="0"/>
      <dgm:spPr/>
    </dgm:pt>
    <dgm:pt modelId="{63C68671-1A05-4F50-A485-48293A6929C4}" type="pres">
      <dgm:prSet presAssocID="{2958E64B-E2FC-4C7C-B297-C0822142C871}" presName="compositeNode" presStyleCnt="0">
        <dgm:presLayoutVars>
          <dgm:bulletEnabled val="1"/>
        </dgm:presLayoutVars>
      </dgm:prSet>
      <dgm:spPr/>
    </dgm:pt>
    <dgm:pt modelId="{B64A6869-3771-41CE-BD3A-30479DBC0A06}" type="pres">
      <dgm:prSet presAssocID="{2958E64B-E2FC-4C7C-B297-C0822142C871}" presName="bgRect" presStyleLbl="fgAcc1" presStyleIdx="3" presStyleCnt="7"/>
      <dgm:spPr/>
    </dgm:pt>
    <dgm:pt modelId="{8D4D5760-C982-4AC0-AD41-50FEA18DA049}" type="pres">
      <dgm:prSet presAssocID="{AFE0B7CE-5D13-4E42-813E-15AF889D9106}" presName="sibTransNodeRect" presStyleLbl="bgShp" presStyleIdx="0" presStyleCnt="0">
        <dgm:presLayoutVars>
          <dgm:chMax val="0"/>
          <dgm:bulletEnabled/>
        </dgm:presLayoutVars>
      </dgm:prSet>
      <dgm:spPr/>
    </dgm:pt>
    <dgm:pt modelId="{7043F631-B4D5-481E-BCE4-7A82C4D084BF}" type="pres">
      <dgm:prSet presAssocID="{2958E64B-E2FC-4C7C-B297-C0822142C871}" presName="nodeRect" presStyleLbl="parChTrans1D1" presStyleIdx="0" presStyleCnt="0">
        <dgm:presLayoutVars>
          <dgm:bulletEnabled val="1"/>
        </dgm:presLayoutVars>
      </dgm:prSet>
      <dgm:spPr/>
    </dgm:pt>
    <dgm:pt modelId="{48AF6C25-0289-4699-9CDE-2F1C0AFE0A4E}" type="pres">
      <dgm:prSet presAssocID="{AFE0B7CE-5D13-4E42-813E-15AF889D9106}" presName="sibTrans" presStyleCnt="0"/>
      <dgm:spPr/>
    </dgm:pt>
    <dgm:pt modelId="{4E3888B3-0FA1-4FA9-95A5-4DF05C7DA07C}" type="pres">
      <dgm:prSet presAssocID="{7B6B7B79-4675-40F5-887D-ECCA77238154}" presName="compositeNode" presStyleCnt="0">
        <dgm:presLayoutVars>
          <dgm:bulletEnabled val="1"/>
        </dgm:presLayoutVars>
      </dgm:prSet>
      <dgm:spPr/>
    </dgm:pt>
    <dgm:pt modelId="{8093F356-20E1-4280-BC99-9887605E6BCF}" type="pres">
      <dgm:prSet presAssocID="{7B6B7B79-4675-40F5-887D-ECCA77238154}" presName="bgRect" presStyleLbl="fgAcc1" presStyleIdx="4" presStyleCnt="7"/>
      <dgm:spPr/>
    </dgm:pt>
    <dgm:pt modelId="{9B4DE1DC-8E0E-4FF0-8126-A90761FF94F0}" type="pres">
      <dgm:prSet presAssocID="{ADEEDE36-5E15-4EB3-9060-FB728839363A}" presName="sibTransNodeRect" presStyleLbl="bgShp" presStyleIdx="0" presStyleCnt="0">
        <dgm:presLayoutVars>
          <dgm:chMax val="0"/>
          <dgm:bulletEnabled/>
        </dgm:presLayoutVars>
      </dgm:prSet>
      <dgm:spPr/>
    </dgm:pt>
    <dgm:pt modelId="{2DA0C161-3273-4843-B4CE-3364F74BA688}" type="pres">
      <dgm:prSet presAssocID="{7B6B7B79-4675-40F5-887D-ECCA77238154}" presName="nodeRect" presStyleLbl="parChTrans1D1" presStyleIdx="0" presStyleCnt="0">
        <dgm:presLayoutVars>
          <dgm:bulletEnabled val="1"/>
        </dgm:presLayoutVars>
      </dgm:prSet>
      <dgm:spPr/>
    </dgm:pt>
    <dgm:pt modelId="{7D385B09-08CE-49DE-B671-9895980686E6}" type="pres">
      <dgm:prSet presAssocID="{ADEEDE36-5E15-4EB3-9060-FB728839363A}" presName="sibTrans" presStyleCnt="0"/>
      <dgm:spPr/>
    </dgm:pt>
    <dgm:pt modelId="{D60B1E5F-DCB4-452E-B977-1E00122E3505}" type="pres">
      <dgm:prSet presAssocID="{48F22D86-A0F2-47FB-A49B-EA81CC2DED97}" presName="compositeNode" presStyleCnt="0">
        <dgm:presLayoutVars>
          <dgm:bulletEnabled val="1"/>
        </dgm:presLayoutVars>
      </dgm:prSet>
      <dgm:spPr/>
    </dgm:pt>
    <dgm:pt modelId="{5EA9B79B-7FD2-40C6-8CD8-187B6D8BFABA}" type="pres">
      <dgm:prSet presAssocID="{48F22D86-A0F2-47FB-A49B-EA81CC2DED97}" presName="bgRect" presStyleLbl="fgAcc1" presStyleIdx="5" presStyleCnt="7"/>
      <dgm:spPr/>
    </dgm:pt>
    <dgm:pt modelId="{18C7778A-3502-4516-A4B2-37F2693F96FB}" type="pres">
      <dgm:prSet presAssocID="{92B2BAFB-2ECA-4E40-9F20-0A1C56B0A416}" presName="sibTransNodeRect" presStyleLbl="bgShp" presStyleIdx="0" presStyleCnt="0">
        <dgm:presLayoutVars>
          <dgm:chMax val="0"/>
          <dgm:bulletEnabled/>
        </dgm:presLayoutVars>
      </dgm:prSet>
      <dgm:spPr/>
    </dgm:pt>
    <dgm:pt modelId="{CEA0F690-C043-4D0A-920D-D240FD4E560C}" type="pres">
      <dgm:prSet presAssocID="{48F22D86-A0F2-47FB-A49B-EA81CC2DED97}" presName="nodeRect" presStyleLbl="parChTrans1D1" presStyleIdx="0" presStyleCnt="0">
        <dgm:presLayoutVars>
          <dgm:bulletEnabled val="1"/>
        </dgm:presLayoutVars>
      </dgm:prSet>
      <dgm:spPr/>
    </dgm:pt>
    <dgm:pt modelId="{47334656-510F-4C4A-A861-0EB2C7CF394B}" type="pres">
      <dgm:prSet presAssocID="{92B2BAFB-2ECA-4E40-9F20-0A1C56B0A416}" presName="sibTrans" presStyleCnt="0"/>
      <dgm:spPr/>
    </dgm:pt>
    <dgm:pt modelId="{46BCA9A9-37C0-490E-8ECA-920B9802916A}" type="pres">
      <dgm:prSet presAssocID="{3CAD313A-0762-434E-855A-3186959C14E0}" presName="compositeNode" presStyleCnt="0">
        <dgm:presLayoutVars>
          <dgm:bulletEnabled val="1"/>
        </dgm:presLayoutVars>
      </dgm:prSet>
      <dgm:spPr/>
    </dgm:pt>
    <dgm:pt modelId="{CA888CED-7953-4585-B4D7-05B747E4FE8C}" type="pres">
      <dgm:prSet presAssocID="{3CAD313A-0762-434E-855A-3186959C14E0}" presName="bgRect" presStyleLbl="fgAcc1" presStyleIdx="6" presStyleCnt="7"/>
      <dgm:spPr/>
    </dgm:pt>
    <dgm:pt modelId="{C2F5A284-C492-4399-A874-2766E85D6E32}" type="pres">
      <dgm:prSet presAssocID="{B1C86B84-C6B4-4FAA-A4E0-62E8EE799ED5}" presName="sibTransNodeRect" presStyleLbl="bgShp" presStyleIdx="0" presStyleCnt="0">
        <dgm:presLayoutVars>
          <dgm:chMax val="0"/>
          <dgm:bulletEnabled/>
        </dgm:presLayoutVars>
      </dgm:prSet>
      <dgm:spPr/>
    </dgm:pt>
    <dgm:pt modelId="{729D5C8E-5096-4FDE-9C30-25E7639153F0}" type="pres">
      <dgm:prSet presAssocID="{3CAD313A-0762-434E-855A-3186959C14E0}" presName="nodeRect" presStyleLbl="parChTrans1D1" presStyleIdx="0" presStyleCnt="0">
        <dgm:presLayoutVars>
          <dgm:bulletEnabled val="1"/>
        </dgm:presLayoutVars>
      </dgm:prSet>
      <dgm:spPr/>
    </dgm:pt>
  </dgm:ptLst>
  <dgm:cxnLst>
    <dgm:cxn modelId="{B5F03114-6906-44CE-ABDD-C6FAFBA09AD4}" type="presOf" srcId="{32783916-157E-4466-ADD3-4068200EA9E7}" destId="{300EDA17-CD19-4B1B-AC1C-4FB3552FD21D}" srcOrd="1" destOrd="0" presId="urn:microsoft.com/office/officeart/2024/layout/NumberedTitleCardList#1"/>
    <dgm:cxn modelId="{E55A6F15-C820-428A-9A9D-CF867ED99ABD}" srcId="{03B85529-F70A-4750-9FED-7F46D522D6CB}" destId="{2958E64B-E2FC-4C7C-B297-C0822142C871}" srcOrd="3" destOrd="0" parTransId="{0206639D-6D46-480A-8AFF-4CEC78AF0F4C}" sibTransId="{AFE0B7CE-5D13-4E42-813E-15AF889D9106}"/>
    <dgm:cxn modelId="{8CA5681B-E089-4EF1-A39F-A2C04042A906}" srcId="{03B85529-F70A-4750-9FED-7F46D522D6CB}" destId="{48F22D86-A0F2-47FB-A49B-EA81CC2DED97}" srcOrd="5" destOrd="0" parTransId="{83A5E9FE-F64E-4640-AFEF-B94FEEE5333B}" sibTransId="{92B2BAFB-2ECA-4E40-9F20-0A1C56B0A416}"/>
    <dgm:cxn modelId="{3B1BD61C-D74A-4F8A-99FF-612AB3B5999F}" type="presOf" srcId="{2958E64B-E2FC-4C7C-B297-C0822142C871}" destId="{7043F631-B4D5-481E-BCE4-7A82C4D084BF}" srcOrd="1" destOrd="0" presId="urn:microsoft.com/office/officeart/2024/layout/NumberedTitleCardList#1"/>
    <dgm:cxn modelId="{ED1FDB2D-61D5-44A2-972F-5353DA8D0020}" type="presOf" srcId="{48F22D86-A0F2-47FB-A49B-EA81CC2DED97}" destId="{5EA9B79B-7FD2-40C6-8CD8-187B6D8BFABA}" srcOrd="0" destOrd="0" presId="urn:microsoft.com/office/officeart/2024/layout/NumberedTitleCardList#1"/>
    <dgm:cxn modelId="{2161CA39-8CAC-4EE4-BA72-ECE8D4184165}" type="presOf" srcId="{BB8186F1-4D8D-4F1C-8A3F-E9750182C3BC}" destId="{87C6D550-2CD4-498A-A034-951E2B3FDB38}" srcOrd="1" destOrd="0" presId="urn:microsoft.com/office/officeart/2024/layout/NumberedTitleCardList#1"/>
    <dgm:cxn modelId="{67F4FD39-4F68-467D-9B97-49DCF89B4E82}" type="presOf" srcId="{9D4579C2-549C-4E36-ADCD-807A30AC87BF}" destId="{0790A5DC-F788-4527-BBA6-914092D8CA6D}" srcOrd="1" destOrd="0" presId="urn:microsoft.com/office/officeart/2024/layout/NumberedTitleCardList#1"/>
    <dgm:cxn modelId="{C414144A-8394-465D-A1B9-F7257D10E5AE}" type="presOf" srcId="{32783916-157E-4466-ADD3-4068200EA9E7}" destId="{B2551D55-18D2-464C-89E7-029111DAA796}" srcOrd="0" destOrd="0" presId="urn:microsoft.com/office/officeart/2024/layout/NumberedTitleCardList#1"/>
    <dgm:cxn modelId="{6CCFB252-1A65-40C2-B25A-7DE6311C5E68}" type="presOf" srcId="{ADEEDE36-5E15-4EB3-9060-FB728839363A}" destId="{9B4DE1DC-8E0E-4FF0-8126-A90761FF94F0}" srcOrd="0" destOrd="0" presId="urn:microsoft.com/office/officeart/2024/layout/NumberedTitleCardList#1"/>
    <dgm:cxn modelId="{F46F2356-35EE-472A-A9A2-834443A7B303}" type="presOf" srcId="{AFE0B7CE-5D13-4E42-813E-15AF889D9106}" destId="{8D4D5760-C982-4AC0-AD41-50FEA18DA049}" srcOrd="0" destOrd="0" presId="urn:microsoft.com/office/officeart/2024/layout/NumberedTitleCardList#1"/>
    <dgm:cxn modelId="{D1ABE361-A9A1-49DF-A275-7927F77C29FE}" type="presOf" srcId="{2958E64B-E2FC-4C7C-B297-C0822142C871}" destId="{B64A6869-3771-41CE-BD3A-30479DBC0A06}" srcOrd="0" destOrd="0" presId="urn:microsoft.com/office/officeart/2024/layout/NumberedTitleCardList#1"/>
    <dgm:cxn modelId="{0FC7696E-A495-41B7-8A91-10453AA05F10}" srcId="{03B85529-F70A-4750-9FED-7F46D522D6CB}" destId="{BB8186F1-4D8D-4F1C-8A3F-E9750182C3BC}" srcOrd="0" destOrd="0" parTransId="{F6A3CC97-B1D0-4568-B79D-73B7C3DB2F4E}" sibTransId="{B6642FE9-9D8B-4BF9-9AE6-A4B052F3EA2B}"/>
    <dgm:cxn modelId="{15DE5C77-F847-4D1C-A337-DC38FE7E71C5}" type="presOf" srcId="{92B2BAFB-2ECA-4E40-9F20-0A1C56B0A416}" destId="{18C7778A-3502-4516-A4B2-37F2693F96FB}" srcOrd="0" destOrd="0" presId="urn:microsoft.com/office/officeart/2024/layout/NumberedTitleCardList#1"/>
    <dgm:cxn modelId="{0ED3F680-3595-4824-AEF4-95A663B0A7BD}" type="presOf" srcId="{3CAD313A-0762-434E-855A-3186959C14E0}" destId="{729D5C8E-5096-4FDE-9C30-25E7639153F0}" srcOrd="1" destOrd="0" presId="urn:microsoft.com/office/officeart/2024/layout/NumberedTitleCardList#1"/>
    <dgm:cxn modelId="{E7FA7682-FECD-48AA-833D-A2E257C42B71}" type="presOf" srcId="{7B6B7B79-4675-40F5-887D-ECCA77238154}" destId="{8093F356-20E1-4280-BC99-9887605E6BCF}" srcOrd="0" destOrd="0" presId="urn:microsoft.com/office/officeart/2024/layout/NumberedTitleCardList#1"/>
    <dgm:cxn modelId="{5FE23586-851F-4A48-93C0-F1E24C891715}" type="presOf" srcId="{681992B0-7757-4550-BF07-EC8C3E6B5591}" destId="{31D3F57C-87CF-476C-938B-28015F23DEB9}" srcOrd="0" destOrd="0" presId="urn:microsoft.com/office/officeart/2024/layout/NumberedTitleCardList#1"/>
    <dgm:cxn modelId="{4A205C94-32E3-4FB5-904B-45B85854154D}" srcId="{03B85529-F70A-4750-9FED-7F46D522D6CB}" destId="{7B6B7B79-4675-40F5-887D-ECCA77238154}" srcOrd="4" destOrd="0" parTransId="{797B3C42-55B6-416C-B23F-C20DD9AEC73F}" sibTransId="{ADEEDE36-5E15-4EB3-9060-FB728839363A}"/>
    <dgm:cxn modelId="{A5DC40A2-DD3E-4991-96C9-326DF2FCB6D5}" srcId="{03B85529-F70A-4750-9FED-7F46D522D6CB}" destId="{9D4579C2-549C-4E36-ADCD-807A30AC87BF}" srcOrd="1" destOrd="0" parTransId="{03E57B4E-B8DB-4AD7-8B18-C53DDE978EFE}" sibTransId="{27929EAD-6052-41FF-8B67-AF7D936E0390}"/>
    <dgm:cxn modelId="{138E49BB-DDA7-475D-A4DA-F829546D1563}" srcId="{03B85529-F70A-4750-9FED-7F46D522D6CB}" destId="{32783916-157E-4466-ADD3-4068200EA9E7}" srcOrd="2" destOrd="0" parTransId="{4F7CFC40-7992-40F5-B54F-DA5CD7B59DA4}" sibTransId="{681992B0-7757-4550-BF07-EC8C3E6B5591}"/>
    <dgm:cxn modelId="{692BFFC8-BF40-4048-852D-B61969B400D0}" type="presOf" srcId="{48F22D86-A0F2-47FB-A49B-EA81CC2DED97}" destId="{CEA0F690-C043-4D0A-920D-D240FD4E560C}" srcOrd="1" destOrd="0" presId="urn:microsoft.com/office/officeart/2024/layout/NumberedTitleCardList#1"/>
    <dgm:cxn modelId="{D027AECA-C5B9-4040-8D63-639188DF1FFA}" type="presOf" srcId="{03B85529-F70A-4750-9FED-7F46D522D6CB}" destId="{AADE4A29-391E-4656-A93A-5061E8E0368F}" srcOrd="0" destOrd="0" presId="urn:microsoft.com/office/officeart/2024/layout/NumberedTitleCardList#1"/>
    <dgm:cxn modelId="{FB14B0D2-36DA-4ECC-90EC-8A6B1896F341}" srcId="{03B85529-F70A-4750-9FED-7F46D522D6CB}" destId="{3CAD313A-0762-434E-855A-3186959C14E0}" srcOrd="6" destOrd="0" parTransId="{CD6B353A-A339-41E3-8D60-670A3EE8CF9F}" sibTransId="{B1C86B84-C6B4-4FAA-A4E0-62E8EE799ED5}"/>
    <dgm:cxn modelId="{238497D4-5BA8-462D-B151-D11D923CD1CF}" type="presOf" srcId="{3CAD313A-0762-434E-855A-3186959C14E0}" destId="{CA888CED-7953-4585-B4D7-05B747E4FE8C}" srcOrd="0" destOrd="0" presId="urn:microsoft.com/office/officeart/2024/layout/NumberedTitleCardList#1"/>
    <dgm:cxn modelId="{3B80A1D8-9071-4AFC-8C71-5D8A8B1E082F}" type="presOf" srcId="{27929EAD-6052-41FF-8B67-AF7D936E0390}" destId="{7FF21B61-C7E6-4652-A878-8116A44B181B}" srcOrd="0" destOrd="0" presId="urn:microsoft.com/office/officeart/2024/layout/NumberedTitleCardList#1"/>
    <dgm:cxn modelId="{7896DFDA-8EDE-4B0D-BD20-CA1E53F15D6D}" type="presOf" srcId="{B1C86B84-C6B4-4FAA-A4E0-62E8EE799ED5}" destId="{C2F5A284-C492-4399-A874-2766E85D6E32}" srcOrd="0" destOrd="0" presId="urn:microsoft.com/office/officeart/2024/layout/NumberedTitleCardList#1"/>
    <dgm:cxn modelId="{E10615DE-B173-4258-B52F-70DBE0B7AEDD}" type="presOf" srcId="{9D4579C2-549C-4E36-ADCD-807A30AC87BF}" destId="{4C6D55FC-7AFE-450D-A3F6-B289CC98E468}" srcOrd="0" destOrd="0" presId="urn:microsoft.com/office/officeart/2024/layout/NumberedTitleCardList#1"/>
    <dgm:cxn modelId="{FF575BE4-AF07-4E27-A325-E7E3CA3BF70A}" type="presOf" srcId="{7B6B7B79-4675-40F5-887D-ECCA77238154}" destId="{2DA0C161-3273-4843-B4CE-3364F74BA688}" srcOrd="1" destOrd="0" presId="urn:microsoft.com/office/officeart/2024/layout/NumberedTitleCardList#1"/>
    <dgm:cxn modelId="{78A1FEE5-C5F5-43AD-8D5B-1070EC698489}" type="presOf" srcId="{B6642FE9-9D8B-4BF9-9AE6-A4B052F3EA2B}" destId="{0E8EE4A5-58D7-41AC-B6B1-D0B65540F95D}" srcOrd="0" destOrd="0" presId="urn:microsoft.com/office/officeart/2024/layout/NumberedTitleCardList#1"/>
    <dgm:cxn modelId="{86AE48EC-E411-4C44-B62A-47653866E70A}" type="presOf" srcId="{BB8186F1-4D8D-4F1C-8A3F-E9750182C3BC}" destId="{A080688E-08E3-435C-85E6-43689A127273}" srcOrd="0" destOrd="0" presId="urn:microsoft.com/office/officeart/2024/layout/NumberedTitleCardList#1"/>
    <dgm:cxn modelId="{24D42230-A82C-45B3-9ED4-35FA0A7DE135}" type="presParOf" srcId="{AADE4A29-391E-4656-A93A-5061E8E0368F}" destId="{B38823E7-9137-4844-AA39-54F585FDB7E4}" srcOrd="0" destOrd="0" presId="urn:microsoft.com/office/officeart/2024/layout/NumberedTitleCardList#1"/>
    <dgm:cxn modelId="{DDAC9509-4BB9-4DC1-98E2-58C8DD926FCB}" type="presParOf" srcId="{B38823E7-9137-4844-AA39-54F585FDB7E4}" destId="{A080688E-08E3-435C-85E6-43689A127273}" srcOrd="0" destOrd="0" presId="urn:microsoft.com/office/officeart/2024/layout/NumberedTitleCardList#1"/>
    <dgm:cxn modelId="{8D8EA4FB-72E6-466D-8BF6-1342986E6045}" type="presParOf" srcId="{B38823E7-9137-4844-AA39-54F585FDB7E4}" destId="{0E8EE4A5-58D7-41AC-B6B1-D0B65540F95D}" srcOrd="1" destOrd="0" presId="urn:microsoft.com/office/officeart/2024/layout/NumberedTitleCardList#1"/>
    <dgm:cxn modelId="{C88A516D-337D-42FC-B813-2E0469434AE4}" type="presParOf" srcId="{B38823E7-9137-4844-AA39-54F585FDB7E4}" destId="{87C6D550-2CD4-498A-A034-951E2B3FDB38}" srcOrd="2" destOrd="0" presId="urn:microsoft.com/office/officeart/2024/layout/NumberedTitleCardList#1"/>
    <dgm:cxn modelId="{BACD3B3D-4E35-4D23-BBF7-AF0CD8CF5BD2}" type="presParOf" srcId="{AADE4A29-391E-4656-A93A-5061E8E0368F}" destId="{BCDA101A-9E87-4180-AC8A-9FAE60C973E4}" srcOrd="1" destOrd="0" presId="urn:microsoft.com/office/officeart/2024/layout/NumberedTitleCardList#1"/>
    <dgm:cxn modelId="{D6F449D0-329F-4761-8A1C-48C2FBC6BC9C}" type="presParOf" srcId="{AADE4A29-391E-4656-A93A-5061E8E0368F}" destId="{2B4FB054-DD74-446B-ABAE-BE513872EDB7}" srcOrd="2" destOrd="0" presId="urn:microsoft.com/office/officeart/2024/layout/NumberedTitleCardList#1"/>
    <dgm:cxn modelId="{F7CB3DCA-3BCA-4122-B290-7241458B7BFF}" type="presParOf" srcId="{2B4FB054-DD74-446B-ABAE-BE513872EDB7}" destId="{4C6D55FC-7AFE-450D-A3F6-B289CC98E468}" srcOrd="0" destOrd="0" presId="urn:microsoft.com/office/officeart/2024/layout/NumberedTitleCardList#1"/>
    <dgm:cxn modelId="{A36475E9-5983-4513-977E-8CFBD00C5D18}" type="presParOf" srcId="{2B4FB054-DD74-446B-ABAE-BE513872EDB7}" destId="{7FF21B61-C7E6-4652-A878-8116A44B181B}" srcOrd="1" destOrd="0" presId="urn:microsoft.com/office/officeart/2024/layout/NumberedTitleCardList#1"/>
    <dgm:cxn modelId="{82DA02AC-CE69-4FC1-8BDF-FE8EBB662E08}" type="presParOf" srcId="{2B4FB054-DD74-446B-ABAE-BE513872EDB7}" destId="{0790A5DC-F788-4527-BBA6-914092D8CA6D}" srcOrd="2" destOrd="0" presId="urn:microsoft.com/office/officeart/2024/layout/NumberedTitleCardList#1"/>
    <dgm:cxn modelId="{E7666053-9E47-434F-805C-2288F87650A8}" type="presParOf" srcId="{AADE4A29-391E-4656-A93A-5061E8E0368F}" destId="{021298B4-4532-40C2-AC2D-FFA843FEFEDE}" srcOrd="3" destOrd="0" presId="urn:microsoft.com/office/officeart/2024/layout/NumberedTitleCardList#1"/>
    <dgm:cxn modelId="{E3E06BFD-6D20-46FB-A381-33361E653239}" type="presParOf" srcId="{AADE4A29-391E-4656-A93A-5061E8E0368F}" destId="{C48E5267-E899-4805-8855-EBF8129FB628}" srcOrd="4" destOrd="0" presId="urn:microsoft.com/office/officeart/2024/layout/NumberedTitleCardList#1"/>
    <dgm:cxn modelId="{48935F18-8897-4D7C-B5FC-D2B15FF83F5A}" type="presParOf" srcId="{C48E5267-E899-4805-8855-EBF8129FB628}" destId="{B2551D55-18D2-464C-89E7-029111DAA796}" srcOrd="0" destOrd="0" presId="urn:microsoft.com/office/officeart/2024/layout/NumberedTitleCardList#1"/>
    <dgm:cxn modelId="{E1ACCF95-0756-499B-9D9C-78F19641B17B}" type="presParOf" srcId="{C48E5267-E899-4805-8855-EBF8129FB628}" destId="{31D3F57C-87CF-476C-938B-28015F23DEB9}" srcOrd="1" destOrd="0" presId="urn:microsoft.com/office/officeart/2024/layout/NumberedTitleCardList#1"/>
    <dgm:cxn modelId="{FEFEAE85-A1A7-4AE1-B592-B929479260E8}" type="presParOf" srcId="{C48E5267-E899-4805-8855-EBF8129FB628}" destId="{300EDA17-CD19-4B1B-AC1C-4FB3552FD21D}" srcOrd="2" destOrd="0" presId="urn:microsoft.com/office/officeart/2024/layout/NumberedTitleCardList#1"/>
    <dgm:cxn modelId="{4BF4C83A-8993-4829-9448-EE43CA7EDADB}" type="presParOf" srcId="{AADE4A29-391E-4656-A93A-5061E8E0368F}" destId="{0E31BCB4-A0D0-4BD9-B929-10F05905872C}" srcOrd="5" destOrd="0" presId="urn:microsoft.com/office/officeart/2024/layout/NumberedTitleCardList#1"/>
    <dgm:cxn modelId="{9598DC4F-A3B0-4B4F-B469-8B3625D94339}" type="presParOf" srcId="{AADE4A29-391E-4656-A93A-5061E8E0368F}" destId="{63C68671-1A05-4F50-A485-48293A6929C4}" srcOrd="6" destOrd="0" presId="urn:microsoft.com/office/officeart/2024/layout/NumberedTitleCardList#1"/>
    <dgm:cxn modelId="{43BD6248-BA10-4072-814D-DD631079279E}" type="presParOf" srcId="{63C68671-1A05-4F50-A485-48293A6929C4}" destId="{B64A6869-3771-41CE-BD3A-30479DBC0A06}" srcOrd="0" destOrd="0" presId="urn:microsoft.com/office/officeart/2024/layout/NumberedTitleCardList#1"/>
    <dgm:cxn modelId="{292CE510-F060-4E86-9F80-5B0C05D06598}" type="presParOf" srcId="{63C68671-1A05-4F50-A485-48293A6929C4}" destId="{8D4D5760-C982-4AC0-AD41-50FEA18DA049}" srcOrd="1" destOrd="0" presId="urn:microsoft.com/office/officeart/2024/layout/NumberedTitleCardList#1"/>
    <dgm:cxn modelId="{B8C0A15B-971C-4E19-8080-4CB738FC304A}" type="presParOf" srcId="{63C68671-1A05-4F50-A485-48293A6929C4}" destId="{7043F631-B4D5-481E-BCE4-7A82C4D084BF}" srcOrd="2" destOrd="0" presId="urn:microsoft.com/office/officeart/2024/layout/NumberedTitleCardList#1"/>
    <dgm:cxn modelId="{2B1E60E0-3F33-4F35-A374-2CC9AEADFDB2}" type="presParOf" srcId="{AADE4A29-391E-4656-A93A-5061E8E0368F}" destId="{48AF6C25-0289-4699-9CDE-2F1C0AFE0A4E}" srcOrd="7" destOrd="0" presId="urn:microsoft.com/office/officeart/2024/layout/NumberedTitleCardList#1"/>
    <dgm:cxn modelId="{339D8686-1E9A-466A-945C-9DD819371D56}" type="presParOf" srcId="{AADE4A29-391E-4656-A93A-5061E8E0368F}" destId="{4E3888B3-0FA1-4FA9-95A5-4DF05C7DA07C}" srcOrd="8" destOrd="0" presId="urn:microsoft.com/office/officeart/2024/layout/NumberedTitleCardList#1"/>
    <dgm:cxn modelId="{56032845-6C01-4F85-BDA4-9A696DC02BE1}" type="presParOf" srcId="{4E3888B3-0FA1-4FA9-95A5-4DF05C7DA07C}" destId="{8093F356-20E1-4280-BC99-9887605E6BCF}" srcOrd="0" destOrd="0" presId="urn:microsoft.com/office/officeart/2024/layout/NumberedTitleCardList#1"/>
    <dgm:cxn modelId="{80FD2F69-7C15-4090-94B9-EA64A462FF1F}" type="presParOf" srcId="{4E3888B3-0FA1-4FA9-95A5-4DF05C7DA07C}" destId="{9B4DE1DC-8E0E-4FF0-8126-A90761FF94F0}" srcOrd="1" destOrd="0" presId="urn:microsoft.com/office/officeart/2024/layout/NumberedTitleCardList#1"/>
    <dgm:cxn modelId="{9D2AF02F-110B-4DBD-B510-A05A5EEC5A73}" type="presParOf" srcId="{4E3888B3-0FA1-4FA9-95A5-4DF05C7DA07C}" destId="{2DA0C161-3273-4843-B4CE-3364F74BA688}" srcOrd="2" destOrd="0" presId="urn:microsoft.com/office/officeart/2024/layout/NumberedTitleCardList#1"/>
    <dgm:cxn modelId="{FA99D3C3-94D8-48DB-BF6B-0637E1B0AEE0}" type="presParOf" srcId="{AADE4A29-391E-4656-A93A-5061E8E0368F}" destId="{7D385B09-08CE-49DE-B671-9895980686E6}" srcOrd="9" destOrd="0" presId="urn:microsoft.com/office/officeart/2024/layout/NumberedTitleCardList#1"/>
    <dgm:cxn modelId="{5C5ACB08-CAF2-45A7-B4E8-66247441823D}" type="presParOf" srcId="{AADE4A29-391E-4656-A93A-5061E8E0368F}" destId="{D60B1E5F-DCB4-452E-B977-1E00122E3505}" srcOrd="10" destOrd="0" presId="urn:microsoft.com/office/officeart/2024/layout/NumberedTitleCardList#1"/>
    <dgm:cxn modelId="{D1567079-B6E2-45FC-BBEA-AD5371D9EE0A}" type="presParOf" srcId="{D60B1E5F-DCB4-452E-B977-1E00122E3505}" destId="{5EA9B79B-7FD2-40C6-8CD8-187B6D8BFABA}" srcOrd="0" destOrd="0" presId="urn:microsoft.com/office/officeart/2024/layout/NumberedTitleCardList#1"/>
    <dgm:cxn modelId="{34B98DCC-5DFD-4B07-A694-4605AE6F71EE}" type="presParOf" srcId="{D60B1E5F-DCB4-452E-B977-1E00122E3505}" destId="{18C7778A-3502-4516-A4B2-37F2693F96FB}" srcOrd="1" destOrd="0" presId="urn:microsoft.com/office/officeart/2024/layout/NumberedTitleCardList#1"/>
    <dgm:cxn modelId="{E12F7E1F-94F1-47EA-9606-9A98E717E2A6}" type="presParOf" srcId="{D60B1E5F-DCB4-452E-B977-1E00122E3505}" destId="{CEA0F690-C043-4D0A-920D-D240FD4E560C}" srcOrd="2" destOrd="0" presId="urn:microsoft.com/office/officeart/2024/layout/NumberedTitleCardList#1"/>
    <dgm:cxn modelId="{0395AB8E-DE44-4F83-A28D-00121C842E91}" type="presParOf" srcId="{AADE4A29-391E-4656-A93A-5061E8E0368F}" destId="{47334656-510F-4C4A-A861-0EB2C7CF394B}" srcOrd="11" destOrd="0" presId="urn:microsoft.com/office/officeart/2024/layout/NumberedTitleCardList#1"/>
    <dgm:cxn modelId="{D9E016CD-B6FE-4F5C-9AD7-C83DAE3CE633}" type="presParOf" srcId="{AADE4A29-391E-4656-A93A-5061E8E0368F}" destId="{46BCA9A9-37C0-490E-8ECA-920B9802916A}" srcOrd="12" destOrd="0" presId="urn:microsoft.com/office/officeart/2024/layout/NumberedTitleCardList#1"/>
    <dgm:cxn modelId="{4C88D6CA-95FA-4595-996F-849F8F6E1525}" type="presParOf" srcId="{46BCA9A9-37C0-490E-8ECA-920B9802916A}" destId="{CA888CED-7953-4585-B4D7-05B747E4FE8C}" srcOrd="0" destOrd="0" presId="urn:microsoft.com/office/officeart/2024/layout/NumberedTitleCardList#1"/>
    <dgm:cxn modelId="{110988EC-66F1-4BE5-8B49-1EE167084CC1}" type="presParOf" srcId="{46BCA9A9-37C0-490E-8ECA-920B9802916A}" destId="{C2F5A284-C492-4399-A874-2766E85D6E32}" srcOrd="1" destOrd="0" presId="urn:microsoft.com/office/officeart/2024/layout/NumberedTitleCardList#1"/>
    <dgm:cxn modelId="{29BA53A6-6E18-4640-A891-096DB4BC026B}" type="presParOf" srcId="{46BCA9A9-37C0-490E-8ECA-920B9802916A}" destId="{729D5C8E-5096-4FDE-9C30-25E7639153F0}" srcOrd="2" destOrd="0" presId="urn:microsoft.com/office/officeart/2024/layout/NumberedTitleCardList#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80688E-08E3-435C-85E6-43689A127273}">
      <dsp:nvSpPr>
        <dsp:cNvPr id="0" name=""/>
        <dsp:cNvSpPr/>
      </dsp:nvSpPr>
      <dsp:spPr>
        <a:xfrm>
          <a:off x="6337" y="1778190"/>
          <a:ext cx="1561526" cy="187383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5087" tIns="0" rIns="27544" bIns="330200" numCol="1" spcCol="1270" anchor="t" anchorCtr="0">
          <a:noAutofit/>
        </a:bodyPr>
        <a:lstStyle/>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広瀬正和さん</a:t>
          </a:r>
          <a:endParaRPr kumimoji="1" lang="en-US" altLang="ja-JP"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首都圏第一営業所</a:t>
          </a:r>
        </a:p>
      </dsp:txBody>
      <dsp:txXfrm>
        <a:off x="6337" y="2527723"/>
        <a:ext cx="1561526" cy="1124298"/>
      </dsp:txXfrm>
    </dsp:sp>
    <dsp:sp modelId="{0E8EE4A5-58D7-41AC-B6B1-D0B65540F95D}">
      <dsp:nvSpPr>
        <dsp:cNvPr id="0" name=""/>
        <dsp:cNvSpPr/>
      </dsp:nvSpPr>
      <dsp:spPr>
        <a:xfrm>
          <a:off x="6337" y="1778190"/>
          <a:ext cx="1561526" cy="749532"/>
        </a:xfrm>
        <a:prstGeom prst="rect">
          <a:avLst/>
        </a:prstGeom>
        <a:noFill/>
        <a:ln w="12700" cap="flat" cmpd="sng" algn="ctr">
          <a:noFill/>
          <a:prstDash val="solid"/>
          <a:miter lim="800000"/>
        </a:ln>
        <a:effectLst/>
        <a:scene3d>
          <a:camera prst="orthographicFront">
            <a:rot lat="0" lon="0" rev="0"/>
          </a:camera>
          <a:lightRig rig="contrasting" dir="t">
            <a:rot lat="0" lon="0" rev="1200000"/>
          </a:lightRig>
        </a:scene3d>
        <a:sp3d/>
      </dsp:spPr>
      <dsp:style>
        <a:lnRef idx="1">
          <a:scrgbClr r="0" g="0" b="0"/>
        </a:lnRef>
        <a:fillRef idx="1">
          <a:scrgbClr r="0" g="0" b="0"/>
        </a:fillRef>
        <a:effectRef idx="0">
          <a:scrgbClr r="0" g="0" b="0"/>
        </a:effectRef>
        <a:fontRef idx="minor"/>
      </dsp:style>
      <dsp:txBody>
        <a:bodyPr spcFirstLastPara="0" vert="horz" wrap="square" lIns="55087" tIns="165100" rIns="27544" bIns="165100" numCol="1" spcCol="1270" anchor="ctr" anchorCtr="0">
          <a:noAutofit/>
        </a:bodyPr>
        <a:lstStyle/>
        <a:p>
          <a:pPr marL="0" lvl="0" indent="0" algn="l" defTabSz="933450">
            <a:lnSpc>
              <a:spcPct val="90000"/>
            </a:lnSpc>
            <a:spcBef>
              <a:spcPct val="0"/>
            </a:spcBef>
            <a:spcAft>
              <a:spcPct val="35000"/>
            </a:spcAft>
            <a:buNone/>
          </a:pPr>
          <a:r>
            <a:rPr sz="21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01</a:t>
          </a:r>
        </a:p>
      </dsp:txBody>
      <dsp:txXfrm>
        <a:off x="6337" y="1778190"/>
        <a:ext cx="1561526" cy="749532"/>
      </dsp:txXfrm>
    </dsp:sp>
    <dsp:sp modelId="{4C6D55FC-7AFE-450D-A3F6-B289CC98E468}">
      <dsp:nvSpPr>
        <dsp:cNvPr id="0" name=""/>
        <dsp:cNvSpPr/>
      </dsp:nvSpPr>
      <dsp:spPr>
        <a:xfrm>
          <a:off x="1692785" y="1778190"/>
          <a:ext cx="1561526" cy="187383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5087" tIns="0" rIns="27544" bIns="330200" numCol="1" spcCol="1270" anchor="t" anchorCtr="0">
          <a:noAutofit/>
        </a:bodyPr>
        <a:lstStyle/>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藤直之さん</a:t>
          </a:r>
          <a:endParaRPr kumimoji="1" lang="en-US" altLang="ja-JP"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首都圏第一営業所</a:t>
          </a:r>
        </a:p>
      </dsp:txBody>
      <dsp:txXfrm>
        <a:off x="1692785" y="2527723"/>
        <a:ext cx="1561526" cy="1124298"/>
      </dsp:txXfrm>
    </dsp:sp>
    <dsp:sp modelId="{7FF21B61-C7E6-4652-A878-8116A44B181B}">
      <dsp:nvSpPr>
        <dsp:cNvPr id="0" name=""/>
        <dsp:cNvSpPr/>
      </dsp:nvSpPr>
      <dsp:spPr>
        <a:xfrm>
          <a:off x="1692785" y="1778190"/>
          <a:ext cx="1561526" cy="749532"/>
        </a:xfrm>
        <a:prstGeom prst="rect">
          <a:avLst/>
        </a:prstGeom>
        <a:noFill/>
        <a:ln w="12700" cap="flat" cmpd="sng" algn="ctr">
          <a:noFill/>
          <a:prstDash val="solid"/>
          <a:miter lim="800000"/>
        </a:ln>
        <a:effectLst/>
        <a:scene3d>
          <a:camera prst="orthographicFront">
            <a:rot lat="0" lon="0" rev="0"/>
          </a:camera>
          <a:lightRig rig="contrasting" dir="t">
            <a:rot lat="0" lon="0" rev="1200000"/>
          </a:lightRig>
        </a:scene3d>
        <a:sp3d/>
      </dsp:spPr>
      <dsp:style>
        <a:lnRef idx="1">
          <a:scrgbClr r="0" g="0" b="0"/>
        </a:lnRef>
        <a:fillRef idx="1">
          <a:scrgbClr r="0" g="0" b="0"/>
        </a:fillRef>
        <a:effectRef idx="0">
          <a:scrgbClr r="0" g="0" b="0"/>
        </a:effectRef>
        <a:fontRef idx="minor"/>
      </dsp:style>
      <dsp:txBody>
        <a:bodyPr spcFirstLastPara="0" vert="horz" wrap="square" lIns="55087" tIns="165100" rIns="27544" bIns="165100" numCol="1" spcCol="1270" anchor="ctr" anchorCtr="0">
          <a:noAutofit/>
        </a:bodyPr>
        <a:lstStyle/>
        <a:p>
          <a:pPr marL="0" lvl="0" indent="0" algn="l" defTabSz="933450">
            <a:lnSpc>
              <a:spcPct val="90000"/>
            </a:lnSpc>
            <a:spcBef>
              <a:spcPct val="0"/>
            </a:spcBef>
            <a:spcAft>
              <a:spcPct val="35000"/>
            </a:spcAft>
            <a:buNone/>
          </a:pPr>
          <a:r>
            <a:rPr kumimoji="1" lang="ja-JP" altLang="en-US" sz="21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02</a:t>
          </a:r>
        </a:p>
      </dsp:txBody>
      <dsp:txXfrm>
        <a:off x="1692785" y="1778190"/>
        <a:ext cx="1561526" cy="749532"/>
      </dsp:txXfrm>
    </dsp:sp>
    <dsp:sp modelId="{B2551D55-18D2-464C-89E7-029111DAA796}">
      <dsp:nvSpPr>
        <dsp:cNvPr id="0" name=""/>
        <dsp:cNvSpPr/>
      </dsp:nvSpPr>
      <dsp:spPr>
        <a:xfrm>
          <a:off x="3379233" y="1778190"/>
          <a:ext cx="1561526" cy="187383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5087" tIns="0" rIns="27544" bIns="330200" numCol="1" spcCol="1270" anchor="t" anchorCtr="0">
          <a:noAutofit/>
        </a:bodyPr>
        <a:lstStyle/>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菅俣充さん</a:t>
          </a:r>
          <a:endParaRPr kumimoji="1" lang="ja-JP" altLang="en-US" sz="1200" kern="1200">
            <a:effectLst>
              <a:outerShdw blurRad="38100" dist="38100" dir="2700000" algn="tl">
                <a:srgbClr val="000000">
                  <a:alpha val="43137"/>
                </a:srgbClr>
              </a:outerShdw>
            </a:effectLst>
            <a:latin typeface="Meiryo UI"/>
            <a:ea typeface="Meiryo UI"/>
          </a:endParaRPr>
        </a:p>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a:ea typeface="Meiryo UI"/>
            </a:rPr>
            <a:t>関東・新潟営業所</a:t>
          </a:r>
        </a:p>
      </dsp:txBody>
      <dsp:txXfrm>
        <a:off x="3379233" y="2527723"/>
        <a:ext cx="1561526" cy="1124298"/>
      </dsp:txXfrm>
    </dsp:sp>
    <dsp:sp modelId="{31D3F57C-87CF-476C-938B-28015F23DEB9}">
      <dsp:nvSpPr>
        <dsp:cNvPr id="0" name=""/>
        <dsp:cNvSpPr/>
      </dsp:nvSpPr>
      <dsp:spPr>
        <a:xfrm>
          <a:off x="3379233" y="1778190"/>
          <a:ext cx="1561526" cy="749532"/>
        </a:xfrm>
        <a:prstGeom prst="rect">
          <a:avLst/>
        </a:prstGeom>
        <a:noFill/>
        <a:ln w="12700" cap="flat" cmpd="sng" algn="ctr">
          <a:noFill/>
          <a:prstDash val="solid"/>
          <a:miter lim="800000"/>
        </a:ln>
        <a:effectLst/>
        <a:scene3d>
          <a:camera prst="orthographicFront">
            <a:rot lat="0" lon="0" rev="0"/>
          </a:camera>
          <a:lightRig rig="contrasting" dir="t">
            <a:rot lat="0" lon="0" rev="1200000"/>
          </a:lightRig>
        </a:scene3d>
        <a:sp3d/>
      </dsp:spPr>
      <dsp:style>
        <a:lnRef idx="1">
          <a:scrgbClr r="0" g="0" b="0"/>
        </a:lnRef>
        <a:fillRef idx="1">
          <a:scrgbClr r="0" g="0" b="0"/>
        </a:fillRef>
        <a:effectRef idx="0">
          <a:scrgbClr r="0" g="0" b="0"/>
        </a:effectRef>
        <a:fontRef idx="minor"/>
      </dsp:style>
      <dsp:txBody>
        <a:bodyPr spcFirstLastPara="0" vert="horz" wrap="square" lIns="55087" tIns="165100" rIns="27544" bIns="165100" numCol="1" spcCol="1270" anchor="ctr" anchorCtr="0">
          <a:noAutofit/>
        </a:bodyPr>
        <a:lstStyle/>
        <a:p>
          <a:pPr marL="0" lvl="0" indent="0" algn="l" defTabSz="933450">
            <a:lnSpc>
              <a:spcPct val="90000"/>
            </a:lnSpc>
            <a:spcBef>
              <a:spcPct val="0"/>
            </a:spcBef>
            <a:spcAft>
              <a:spcPct val="35000"/>
            </a:spcAft>
            <a:buNone/>
          </a:pPr>
          <a:r>
            <a:rPr kumimoji="1" lang="ja-JP" altLang="en-US" sz="21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03</a:t>
          </a:r>
        </a:p>
      </dsp:txBody>
      <dsp:txXfrm>
        <a:off x="3379233" y="1778190"/>
        <a:ext cx="1561526" cy="749532"/>
      </dsp:txXfrm>
    </dsp:sp>
    <dsp:sp modelId="{B64A6869-3771-41CE-BD3A-30479DBC0A06}">
      <dsp:nvSpPr>
        <dsp:cNvPr id="0" name=""/>
        <dsp:cNvSpPr/>
      </dsp:nvSpPr>
      <dsp:spPr>
        <a:xfrm>
          <a:off x="5065681" y="1778190"/>
          <a:ext cx="1561526" cy="187383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5087" tIns="0" rIns="27544" bIns="330200" numCol="1" spcCol="1270" anchor="t" anchorCtr="0">
          <a:noAutofit/>
        </a:bodyPr>
        <a:lstStyle/>
        <a:p>
          <a:pPr marL="0" lvl="0" indent="0" algn="l" defTabSz="533400" rtl="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a:ea typeface="Meiryo UI"/>
            </a:rPr>
            <a:t>森田由梨香さん</a:t>
          </a:r>
        </a:p>
        <a:p>
          <a:pPr marL="0" lvl="0" indent="0" algn="l" defTabSz="533400" rtl="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a:ea typeface="Meiryo UI"/>
            </a:rPr>
            <a:t>首都圏第一営業所</a:t>
          </a:r>
          <a:endParaRPr kumimoji="1" lang="ja-JP" altLang="en-US" sz="1200" kern="1200">
            <a:effectLst>
              <a:outerShdw blurRad="38100" dist="38100" dir="2700000" algn="tl">
                <a:srgbClr val="000000">
                  <a:alpha val="43137"/>
                </a:srgbClr>
              </a:outerShdw>
            </a:effectLst>
          </a:endParaRPr>
        </a:p>
      </dsp:txBody>
      <dsp:txXfrm>
        <a:off x="5065681" y="2527723"/>
        <a:ext cx="1561526" cy="1124298"/>
      </dsp:txXfrm>
    </dsp:sp>
    <dsp:sp modelId="{8D4D5760-C982-4AC0-AD41-50FEA18DA049}">
      <dsp:nvSpPr>
        <dsp:cNvPr id="0" name=""/>
        <dsp:cNvSpPr/>
      </dsp:nvSpPr>
      <dsp:spPr>
        <a:xfrm>
          <a:off x="5065681" y="1778190"/>
          <a:ext cx="1561526" cy="749532"/>
        </a:xfrm>
        <a:prstGeom prst="rect">
          <a:avLst/>
        </a:prstGeom>
        <a:noFill/>
        <a:ln w="12700" cap="flat" cmpd="sng" algn="ctr">
          <a:noFill/>
          <a:prstDash val="solid"/>
          <a:miter lim="800000"/>
        </a:ln>
        <a:effectLst/>
        <a:scene3d>
          <a:camera prst="orthographicFront">
            <a:rot lat="0" lon="0" rev="0"/>
          </a:camera>
          <a:lightRig rig="contrasting" dir="t">
            <a:rot lat="0" lon="0" rev="1200000"/>
          </a:lightRig>
        </a:scene3d>
        <a:sp3d/>
      </dsp:spPr>
      <dsp:style>
        <a:lnRef idx="1">
          <a:scrgbClr r="0" g="0" b="0"/>
        </a:lnRef>
        <a:fillRef idx="1">
          <a:scrgbClr r="0" g="0" b="0"/>
        </a:fillRef>
        <a:effectRef idx="0">
          <a:scrgbClr r="0" g="0" b="0"/>
        </a:effectRef>
        <a:fontRef idx="minor"/>
      </dsp:style>
      <dsp:txBody>
        <a:bodyPr spcFirstLastPara="0" vert="horz" wrap="square" lIns="55087" tIns="165100" rIns="27544" bIns="165100" numCol="1" spcCol="1270" anchor="ctr" anchorCtr="0">
          <a:noAutofit/>
        </a:bodyPr>
        <a:lstStyle/>
        <a:p>
          <a:pPr marL="0" lvl="0" indent="0" algn="l" defTabSz="933450">
            <a:lnSpc>
              <a:spcPct val="90000"/>
            </a:lnSpc>
            <a:spcBef>
              <a:spcPct val="0"/>
            </a:spcBef>
            <a:spcAft>
              <a:spcPct val="35000"/>
            </a:spcAft>
            <a:buNone/>
          </a:pPr>
          <a:r>
            <a:rPr kumimoji="1" lang="ja-JP" altLang="en-US" sz="21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04</a:t>
          </a:r>
        </a:p>
      </dsp:txBody>
      <dsp:txXfrm>
        <a:off x="5065681" y="1778190"/>
        <a:ext cx="1561526" cy="749532"/>
      </dsp:txXfrm>
    </dsp:sp>
    <dsp:sp modelId="{8093F356-20E1-4280-BC99-9887605E6BCF}">
      <dsp:nvSpPr>
        <dsp:cNvPr id="0" name=""/>
        <dsp:cNvSpPr/>
      </dsp:nvSpPr>
      <dsp:spPr>
        <a:xfrm>
          <a:off x="6752130" y="1778190"/>
          <a:ext cx="1561526" cy="187383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5087" tIns="0" rIns="27544" bIns="330200" numCol="1" spcCol="1270" anchor="t" anchorCtr="0">
          <a:noAutofit/>
        </a:bodyPr>
        <a:lstStyle/>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a:ea typeface="Meiryo UI"/>
            </a:rPr>
            <a:t>井上拓也さん</a:t>
          </a:r>
        </a:p>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a:ea typeface="Meiryo UI"/>
            </a:rPr>
            <a:t>関東甲信北陸営業所</a:t>
          </a:r>
        </a:p>
      </dsp:txBody>
      <dsp:txXfrm>
        <a:off x="6752130" y="2527723"/>
        <a:ext cx="1561526" cy="1124298"/>
      </dsp:txXfrm>
    </dsp:sp>
    <dsp:sp modelId="{9B4DE1DC-8E0E-4FF0-8126-A90761FF94F0}">
      <dsp:nvSpPr>
        <dsp:cNvPr id="0" name=""/>
        <dsp:cNvSpPr/>
      </dsp:nvSpPr>
      <dsp:spPr>
        <a:xfrm>
          <a:off x="6752130" y="1778190"/>
          <a:ext cx="1561526" cy="749532"/>
        </a:xfrm>
        <a:prstGeom prst="rect">
          <a:avLst/>
        </a:prstGeom>
        <a:noFill/>
        <a:ln w="12700" cap="flat" cmpd="sng" algn="ctr">
          <a:noFill/>
          <a:prstDash val="solid"/>
          <a:miter lim="800000"/>
        </a:ln>
        <a:effectLst/>
        <a:scene3d>
          <a:camera prst="orthographicFront">
            <a:rot lat="0" lon="0" rev="0"/>
          </a:camera>
          <a:lightRig rig="contrasting" dir="t">
            <a:rot lat="0" lon="0" rev="1200000"/>
          </a:lightRig>
        </a:scene3d>
        <a:sp3d/>
      </dsp:spPr>
      <dsp:style>
        <a:lnRef idx="1">
          <a:scrgbClr r="0" g="0" b="0"/>
        </a:lnRef>
        <a:fillRef idx="1">
          <a:scrgbClr r="0" g="0" b="0"/>
        </a:fillRef>
        <a:effectRef idx="0">
          <a:scrgbClr r="0" g="0" b="0"/>
        </a:effectRef>
        <a:fontRef idx="minor"/>
      </dsp:style>
      <dsp:txBody>
        <a:bodyPr spcFirstLastPara="0" vert="horz" wrap="square" lIns="55087" tIns="165100" rIns="27544" bIns="165100" numCol="1" spcCol="1270" anchor="ctr" anchorCtr="0">
          <a:noAutofit/>
        </a:bodyPr>
        <a:lstStyle/>
        <a:p>
          <a:pPr marL="0" lvl="0" indent="0" algn="l" defTabSz="933450">
            <a:lnSpc>
              <a:spcPct val="90000"/>
            </a:lnSpc>
            <a:spcBef>
              <a:spcPct val="0"/>
            </a:spcBef>
            <a:spcAft>
              <a:spcPct val="35000"/>
            </a:spcAft>
            <a:buNone/>
          </a:pPr>
          <a:r>
            <a:rPr kumimoji="1" lang="ja-JP" altLang="en-US" sz="21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05</a:t>
          </a:r>
        </a:p>
      </dsp:txBody>
      <dsp:txXfrm>
        <a:off x="6752130" y="1778190"/>
        <a:ext cx="1561526" cy="749532"/>
      </dsp:txXfrm>
    </dsp:sp>
    <dsp:sp modelId="{5EA9B79B-7FD2-40C6-8CD8-187B6D8BFABA}">
      <dsp:nvSpPr>
        <dsp:cNvPr id="0" name=""/>
        <dsp:cNvSpPr/>
      </dsp:nvSpPr>
      <dsp:spPr>
        <a:xfrm>
          <a:off x="8438578" y="1778190"/>
          <a:ext cx="1561526" cy="187383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5087" tIns="0" rIns="27544" bIns="330200" numCol="1" spcCol="1270" anchor="t" anchorCtr="0">
          <a:noAutofit/>
        </a:bodyPr>
        <a:lstStyle/>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早川徹さん</a:t>
          </a:r>
          <a:endParaRPr kumimoji="1" lang="en-US" altLang="ja-JP"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首都圏第一営業所</a:t>
          </a:r>
        </a:p>
      </dsp:txBody>
      <dsp:txXfrm>
        <a:off x="8438578" y="2527723"/>
        <a:ext cx="1561526" cy="1124298"/>
      </dsp:txXfrm>
    </dsp:sp>
    <dsp:sp modelId="{18C7778A-3502-4516-A4B2-37F2693F96FB}">
      <dsp:nvSpPr>
        <dsp:cNvPr id="0" name=""/>
        <dsp:cNvSpPr/>
      </dsp:nvSpPr>
      <dsp:spPr>
        <a:xfrm>
          <a:off x="8438578" y="1778190"/>
          <a:ext cx="1561526" cy="749532"/>
        </a:xfrm>
        <a:prstGeom prst="rect">
          <a:avLst/>
        </a:prstGeom>
        <a:noFill/>
        <a:ln w="12700" cap="flat" cmpd="sng" algn="ctr">
          <a:noFill/>
          <a:prstDash val="solid"/>
          <a:miter lim="800000"/>
        </a:ln>
        <a:effectLst/>
        <a:scene3d>
          <a:camera prst="orthographicFront">
            <a:rot lat="0" lon="0" rev="0"/>
          </a:camera>
          <a:lightRig rig="contrasting" dir="t">
            <a:rot lat="0" lon="0" rev="1200000"/>
          </a:lightRig>
        </a:scene3d>
        <a:sp3d/>
      </dsp:spPr>
      <dsp:style>
        <a:lnRef idx="1">
          <a:scrgbClr r="0" g="0" b="0"/>
        </a:lnRef>
        <a:fillRef idx="1">
          <a:scrgbClr r="0" g="0" b="0"/>
        </a:fillRef>
        <a:effectRef idx="0">
          <a:scrgbClr r="0" g="0" b="0"/>
        </a:effectRef>
        <a:fontRef idx="minor"/>
      </dsp:style>
      <dsp:txBody>
        <a:bodyPr spcFirstLastPara="0" vert="horz" wrap="square" lIns="55087" tIns="165100" rIns="27544" bIns="165100" numCol="1" spcCol="1270" anchor="ctr" anchorCtr="0">
          <a:noAutofit/>
        </a:bodyPr>
        <a:lstStyle/>
        <a:p>
          <a:pPr marL="0" lvl="0" indent="0" algn="l" defTabSz="933450">
            <a:lnSpc>
              <a:spcPct val="90000"/>
            </a:lnSpc>
            <a:spcBef>
              <a:spcPct val="0"/>
            </a:spcBef>
            <a:spcAft>
              <a:spcPct val="35000"/>
            </a:spcAft>
            <a:buNone/>
          </a:pPr>
          <a:r>
            <a:rPr kumimoji="1" lang="ja-JP" altLang="en-US" sz="21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06</a:t>
          </a:r>
        </a:p>
      </dsp:txBody>
      <dsp:txXfrm>
        <a:off x="8438578" y="1778190"/>
        <a:ext cx="1561526" cy="749532"/>
      </dsp:txXfrm>
    </dsp:sp>
    <dsp:sp modelId="{CA888CED-7953-4585-B4D7-05B747E4FE8C}">
      <dsp:nvSpPr>
        <dsp:cNvPr id="0" name=""/>
        <dsp:cNvSpPr/>
      </dsp:nvSpPr>
      <dsp:spPr>
        <a:xfrm>
          <a:off x="10125026" y="1778190"/>
          <a:ext cx="1561526" cy="187383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5087" tIns="0" rIns="27544" bIns="330200" numCol="1" spcCol="1270" anchor="t" anchorCtr="0">
          <a:noAutofit/>
        </a:bodyPr>
        <a:lstStyle/>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中山航さん</a:t>
          </a:r>
          <a:endParaRPr kumimoji="1" lang="en-US" altLang="ja-JP"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pPr marL="0" lvl="0" indent="0" algn="l" defTabSz="533400">
            <a:lnSpc>
              <a:spcPct val="90000"/>
            </a:lnSpc>
            <a:spcBef>
              <a:spcPct val="0"/>
            </a:spcBef>
            <a:spcAft>
              <a:spcPct val="35000"/>
            </a:spcAft>
            <a:buNone/>
          </a:pPr>
          <a:r>
            <a:rPr kumimoji="1" lang="ja-JP" altLang="en-US" sz="12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近畿営業所</a:t>
          </a:r>
        </a:p>
      </dsp:txBody>
      <dsp:txXfrm>
        <a:off x="10125026" y="2527723"/>
        <a:ext cx="1561526" cy="1124298"/>
      </dsp:txXfrm>
    </dsp:sp>
    <dsp:sp modelId="{C2F5A284-C492-4399-A874-2766E85D6E32}">
      <dsp:nvSpPr>
        <dsp:cNvPr id="0" name=""/>
        <dsp:cNvSpPr/>
      </dsp:nvSpPr>
      <dsp:spPr>
        <a:xfrm>
          <a:off x="10125026" y="1778190"/>
          <a:ext cx="1561526" cy="749532"/>
        </a:xfrm>
        <a:prstGeom prst="rect">
          <a:avLst/>
        </a:prstGeom>
        <a:noFill/>
        <a:ln w="12700" cap="flat" cmpd="sng" algn="ctr">
          <a:noFill/>
          <a:prstDash val="solid"/>
          <a:miter lim="800000"/>
        </a:ln>
        <a:effectLst/>
        <a:scene3d>
          <a:camera prst="orthographicFront">
            <a:rot lat="0" lon="0" rev="0"/>
          </a:camera>
          <a:lightRig rig="contrasting" dir="t">
            <a:rot lat="0" lon="0" rev="1200000"/>
          </a:lightRig>
        </a:scene3d>
        <a:sp3d/>
      </dsp:spPr>
      <dsp:style>
        <a:lnRef idx="1">
          <a:scrgbClr r="0" g="0" b="0"/>
        </a:lnRef>
        <a:fillRef idx="1">
          <a:scrgbClr r="0" g="0" b="0"/>
        </a:fillRef>
        <a:effectRef idx="0">
          <a:scrgbClr r="0" g="0" b="0"/>
        </a:effectRef>
        <a:fontRef idx="minor"/>
      </dsp:style>
      <dsp:txBody>
        <a:bodyPr spcFirstLastPara="0" vert="horz" wrap="square" lIns="55087" tIns="165100" rIns="27544" bIns="165100" numCol="1" spcCol="1270" anchor="ctr" anchorCtr="0">
          <a:noAutofit/>
        </a:bodyPr>
        <a:lstStyle/>
        <a:p>
          <a:pPr marL="0" lvl="0" indent="0" algn="l" defTabSz="933450">
            <a:lnSpc>
              <a:spcPct val="90000"/>
            </a:lnSpc>
            <a:spcBef>
              <a:spcPct val="0"/>
            </a:spcBef>
            <a:spcAft>
              <a:spcPct val="35000"/>
            </a:spcAft>
            <a:buNone/>
          </a:pPr>
          <a:r>
            <a:rPr kumimoji="1" lang="ja-JP" altLang="en-US" sz="2100" kern="120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07</a:t>
          </a:r>
        </a:p>
      </dsp:txBody>
      <dsp:txXfrm>
        <a:off x="10125026" y="1778190"/>
        <a:ext cx="1561526" cy="749532"/>
      </dsp:txXfrm>
    </dsp:sp>
  </dsp:spTree>
</dsp:drawing>
</file>

<file path=ppt/diagrams/layout1.xml><?xml version="1.0" encoding="utf-8"?>
<dgm:layoutDef xmlns:dgm="http://schemas.openxmlformats.org/drawingml/2006/diagram" xmlns:a="http://schemas.openxmlformats.org/drawingml/2006/main" uniqueId="urn:microsoft.com/office/officeart/2024/layout/NumberedTitleCardList#1">
  <dgm:title val=""/>
  <dgm:desc val=""/>
  <dgm:catLst>
    <dgm:cat type="list" pri="8100"/>
  </dgm:catLst>
  <dgm:sampData>
    <dgm:dataModel>
      <dgm:ptLst>
        <dgm:pt modelId="0" type="doc"/>
        <dgm:pt modelId="1">
          <dgm:prSet phldr="1"/>
        </dgm:pt>
        <dgm:pt modelId="2">
          <dgm:prSet phldr="1"/>
        </dgm:pt>
        <dgm:pt modelId="3">
          <dgm:prSet phldr="1"/>
        </dgm:pt>
        <dgm:pt modelId="101" type="sibTrans" cxnId="{65E86F0A-D270-4099-B08B-A2DC00CCA9A8}">
          <dgm:prSet phldrT="01"/>
          <dgm:t>
            <a:bodyPr/>
            <a:lstStyle/>
            <a:p>
              <a:r>
                <a:t>01</a:t>
              </a:r>
            </a:p>
          </dgm:t>
        </dgm:pt>
        <dgm:pt modelId="201" type="sibTrans" cxnId="{996DB9E2-43E4-4C32-913C-1B4D21716AFE}">
          <dgm:prSet phldrT="02"/>
          <dgm:t>
            <a:bodyPr/>
            <a:lstStyle/>
            <a:p>
              <a:r>
                <a:t>02</a:t>
              </a:r>
            </a:p>
          </dgm:t>
        </dgm:pt>
        <dgm:pt modelId="301" type="sibTrans" cxnId="{C4ED3F72-69EB-4E67-8F0D-A1A861DC08ED}">
          <dgm:prSet phldrT="03"/>
          <dgm:t>
            <a:bodyPr/>
            <a:lstStyle/>
            <a:p>
              <a:r>
                <a:t>03</a:t>
              </a:r>
            </a:p>
          </dgm:t>
        </dgm:pt>
      </dgm:ptLst>
      <dgm:cxnLst>
        <dgm:cxn modelId="4" srcId="0" destId="1" srcOrd="0" destOrd="0" sibTransId="101"/>
        <dgm:cxn modelId="5" srcId="0" destId="2" srcOrd="1" destOrd="0" sibTransId="201"/>
        <dgm:cxn modelId="6" srcId="0" destId="3" srcOrd="2" destOrd="0" sibTransId="301"/>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fgAcc1">
          <dgm:alg type="sp"/>
          <dgm:shape xmlns:r="http://schemas.openxmlformats.org/officeDocument/2006/relationships" type="roundRect" r:blip="">
            <dgm:adjLst>
              <dgm:adj idx="1" val="0.1"/>
            </dgm:adjLst>
          </dgm:shape>
          <dgm:presOf axis="self"/>
          <dgm:constrLst/>
          <dgm:ruleLst/>
        </dgm:layoutNode>
        <dgm:forEach name="Name19" axis="followSib" ptType="sibTrans" hideLastTrans="0" cnt="1">
          <dgm:layoutNode name="sibTransNodeRect" styleLbl="bgShp">
            <dgm:varLst>
              <dgm:chMax val="0"/>
              <dgm:bulletEnabled/>
            </dgm:varLst>
            <dgm:presOf axis="self" ptType="sibTrans"/>
            <dgm:choose name="numAlignDir">
              <dgm:if name="numAlignNorm" func="var" arg="dir" op="equ" val="norm">
                <dgm:alg type="tx">
                  <dgm:param type="parTxLTRAlign" val="l"/>
                  <dgm:param type="parTxRTLAlign" val="l"/>
                </dgm:alg>
              </dgm:if>
              <dgm:else name="numAlignRev">
                <dgm:alg type="tx">
                  <dgm:param type="parTxLTRAlign" val="r"/>
                  <dgm:param type="parTxRTLAlign" val="r"/>
                </dgm:alg>
              </dgm:else>
            </dgm:choose>
            <dgm:shape xmlns:r="http://schemas.openxmlformats.org/officeDocument/2006/relationships" type="rect" r:blip="" hideGeom="1">
              <dgm:adjLst/>
            </dgm:shape>
            <dgm:constrLst>
              <dgm:constr type="primFontSz" val="66"/>
              <dgm:constr type="tMarg" val="13"/>
              <dgm:constr type="lMarg" refType="w" fact="0.1"/>
              <dgm:constr type="rMarg" refType="w" fact="0.05"/>
              <dgm:constr type="bMarg" val="13"/>
            </dgm:constrLst>
            <dgm:ruleLst>
              <dgm:rule type="primFontSz" val="14" fact="NaN" max="NaN"/>
              <dgm:rule type="tMarg" val="13" fact="NaN" max="NaN"/>
            </dgm:ruleLst>
          </dgm:layoutNode>
        </dgm:forEach>
        <dgm:layoutNode name="nodeRect" styleLbl="parChTrans1D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OrSelf" ptType="node"/>
          <dgm:constrLst>
            <dgm:constr type="primFontSz" val="26"/>
            <dgm:constr type="tMarg"/>
            <dgm:constr type="lMarg" refType="w" fact="0.1"/>
            <dgm:constr type="rMarg" refType="w" fact="0.05"/>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 Id="rId3" Type="http://schemas.openxmlformats.org/officeDocument/2006/relationships/image" Target="../media/image1.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1.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 Id="rId3" Type="http://schemas.openxmlformats.org/officeDocument/2006/relationships/image" Target="../media/image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1.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pic>
        <p:nvPicPr>
          <p:cNvPr id="42" name="Logo">
            <a:extLst>
              <a:ext uri="{FF2B5EF4-FFF2-40B4-BE49-F238E27FC236}">
                <a16:creationId xmlns:a16="http://schemas.microsoft.com/office/drawing/2014/main" id="{572B6447-BD74-E19F-F82F-B6AB6B813F3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632463954"/>
      </p:ext>
    </p:extLst>
  </p:cSld>
  <p:clrMapOvr>
    <a:masterClrMapping/>
  </p:clrMapOvr>
  <p:extLst>
    <p:ext uri="{DCECCB84-F9BA-43D5-87BE-67443E8EF086}">
      <p15:sldGuideLst xmlns:p15="http://schemas.microsoft.com/office/powerpoint/2012/main">
        <p15:guide id="3" pos="2615">
          <p15:clr>
            <a:srgbClr val="9FCC3B"/>
          </p15:clr>
        </p15:guide>
        <p15:guide id="4" pos="2706">
          <p15:clr>
            <a:srgbClr val="9FCC3B"/>
          </p15:clr>
        </p15:guide>
        <p15:guide id="5" pos="4974">
          <p15:clr>
            <a:srgbClr val="9FCC3B"/>
          </p15:clr>
        </p15:guide>
        <p15:guide id="6" pos="5065">
          <p15:clr>
            <a:srgbClr val="9FCC3B"/>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 Title slide 1">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6" name="Gradient background">
            <a:extLst>
              <a:ext uri="{FF2B5EF4-FFF2-40B4-BE49-F238E27FC236}">
                <a16:creationId xmlns:a16="http://schemas.microsoft.com/office/drawing/2014/main" id="{92928F57-07A1-1A1B-92F7-6684E21D98A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hidden">
          <a:xfrm>
            <a:off x="0" y="6057900"/>
            <a:ext cx="12192000" cy="800100"/>
          </a:xfrm>
          <a:prstGeom prst="rect">
            <a:avLst/>
          </a:prstGeom>
        </p:spPr>
      </p:pic>
      <p:sp>
        <p:nvSpPr>
          <p:cNvPr id="7" name="Title 1">
            <a:extLst>
              <a:ext uri="{FF2B5EF4-FFF2-40B4-BE49-F238E27FC236}">
                <a16:creationId xmlns:a16="http://schemas.microsoft.com/office/drawing/2014/main" id="{DE11E6EF-7DEE-709C-8F7C-C05A9D414CD0}"/>
              </a:ext>
            </a:extLst>
          </p:cNvPr>
          <p:cNvSpPr>
            <a:spLocks noGrp="1"/>
          </p:cNvSpPr>
          <p:nvPr>
            <p:ph type="ctrTitle" hasCustomPrompt="1"/>
          </p:nvPr>
        </p:nvSpPr>
        <p:spPr bwMode="gray">
          <a:xfrm>
            <a:off x="551384" y="726029"/>
            <a:ext cx="10080000" cy="3687997"/>
          </a:xfrm>
        </p:spPr>
        <p:txBody>
          <a:bodyPr anchor="t">
            <a:spAutoFit/>
          </a:bodyPr>
          <a:lstStyle>
            <a:lvl1pPr algn="l">
              <a:lnSpc>
                <a:spcPct val="83000"/>
              </a:lnSpc>
              <a:defRPr sz="9600" spc="0" baseline="0">
                <a:solidFill>
                  <a:schemeClr val="tx1"/>
                </a:solidFill>
              </a:defRPr>
            </a:lvl1pPr>
          </a:lstStyle>
          <a:p>
            <a:r>
              <a:rPr lang="en-US" noProof="0"/>
              <a:t>Edit presentation title (maximum three lines)</a:t>
            </a:r>
          </a:p>
        </p:txBody>
      </p:sp>
      <p:sp>
        <p:nvSpPr>
          <p:cNvPr id="8" name="Subtitle 2">
            <a:extLst>
              <a:ext uri="{FF2B5EF4-FFF2-40B4-BE49-F238E27FC236}">
                <a16:creationId xmlns:a16="http://schemas.microsoft.com/office/drawing/2014/main" id="{156DCA5C-54BE-B570-7771-24B6F32B8654}"/>
              </a:ext>
            </a:extLst>
          </p:cNvPr>
          <p:cNvSpPr>
            <a:spLocks noGrp="1"/>
          </p:cNvSpPr>
          <p:nvPr>
            <p:ph type="subTitle" idx="1" hasCustomPrompt="1"/>
          </p:nvPr>
        </p:nvSpPr>
        <p:spPr bwMode="gray">
          <a:xfrm>
            <a:off x="551384" y="4554387"/>
            <a:ext cx="5472608"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Click to edit Name Surname</a:t>
            </a:r>
          </a:p>
        </p:txBody>
      </p:sp>
      <p:sp>
        <p:nvSpPr>
          <p:cNvPr id="9" name="Text Placeholder 1">
            <a:extLst>
              <a:ext uri="{FF2B5EF4-FFF2-40B4-BE49-F238E27FC236}">
                <a16:creationId xmlns:a16="http://schemas.microsoft.com/office/drawing/2014/main" id="{9CEC8C55-6D9F-A0BC-1D15-F83CA5ED26DA}"/>
              </a:ext>
            </a:extLst>
          </p:cNvPr>
          <p:cNvSpPr>
            <a:spLocks noGrp="1"/>
          </p:cNvSpPr>
          <p:nvPr>
            <p:ph type="body" sz="quarter" idx="12" hasCustomPrompt="1"/>
          </p:nvPr>
        </p:nvSpPr>
        <p:spPr bwMode="gray">
          <a:xfrm>
            <a:off x="6168505" y="4554387"/>
            <a:ext cx="4464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Click to edit date</a:t>
            </a:r>
          </a:p>
        </p:txBody>
      </p:sp>
      <p:sp>
        <p:nvSpPr>
          <p:cNvPr id="10" name="Text Placeholder 2">
            <a:extLst>
              <a:ext uri="{FF2B5EF4-FFF2-40B4-BE49-F238E27FC236}">
                <a16:creationId xmlns:a16="http://schemas.microsoft.com/office/drawing/2014/main" id="{F5B90D9E-31F6-9A74-2145-A6288C92CE44}"/>
              </a:ext>
            </a:extLst>
          </p:cNvPr>
          <p:cNvSpPr>
            <a:spLocks noGrp="1"/>
          </p:cNvSpPr>
          <p:nvPr>
            <p:ph type="body" sz="quarter" idx="13" hasCustomPrompt="1"/>
          </p:nvPr>
        </p:nvSpPr>
        <p:spPr bwMode="gray">
          <a:xfrm>
            <a:off x="551383" y="5022439"/>
            <a:ext cx="5472000" cy="184666"/>
          </a:xfrm>
        </p:spPr>
        <p:txBody>
          <a:bodyPr>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bwMode="gray">
          <a:xfrm>
            <a:off x="551394" y="6301888"/>
            <a:ext cx="1691980" cy="252837"/>
          </a:xfrm>
          <a:prstGeom prst="rect">
            <a:avLst/>
          </a:prstGeom>
        </p:spPr>
      </p:pic>
      <p:sp>
        <p:nvSpPr>
          <p:cNvPr id="3" name="Footer Placeholder 2">
            <a:extLst>
              <a:ext uri="{FF2B5EF4-FFF2-40B4-BE49-F238E27FC236}">
                <a16:creationId xmlns:a16="http://schemas.microsoft.com/office/drawing/2014/main" id="{C2AEE872-17BA-5687-6409-5D696FD2CCF8}"/>
              </a:ext>
            </a:extLst>
          </p:cNvPr>
          <p:cNvSpPr>
            <a:spLocks noGrp="1"/>
          </p:cNvSpPr>
          <p:nvPr>
            <p:ph type="ftr" sz="quarter" idx="15"/>
          </p:nvPr>
        </p:nvSpPr>
        <p:spPr/>
        <p:txBody>
          <a:bodyPr/>
          <a:lstStyle/>
          <a:p>
            <a:pPr algn="l"/>
            <a:endParaRPr lang="en-US" noProof="0"/>
          </a:p>
        </p:txBody>
      </p:sp>
      <p:sp>
        <p:nvSpPr>
          <p:cNvPr id="4" name="Slide Number Placeholder 3">
            <a:extLst>
              <a:ext uri="{FF2B5EF4-FFF2-40B4-BE49-F238E27FC236}">
                <a16:creationId xmlns:a16="http://schemas.microsoft.com/office/drawing/2014/main" id="{E100544A-606F-A954-EFCC-B2A52625FFC6}"/>
              </a:ext>
            </a:extLst>
          </p:cNvPr>
          <p:cNvSpPr>
            <a:spLocks noGrp="1"/>
          </p:cNvSpPr>
          <p:nvPr>
            <p:ph type="sldNum" sz="quarter" idx="16"/>
          </p:nvPr>
        </p:nvSpPr>
        <p:spPr/>
        <p:txBody>
          <a:bodyPr/>
          <a:lstStyle/>
          <a:p>
            <a:fld id="{1EDD9F3E-8BFD-4E3C-98D1-767322780FDD}" type="slidenum">
              <a:rPr lang="en-US" noProof="0" smtClean="0"/>
              <a:pPr/>
              <a:t>‹#›</a:t>
            </a:fld>
            <a:endParaRPr lang="en-US" noProof="0"/>
          </a:p>
        </p:txBody>
      </p:sp>
    </p:spTree>
    <p:extLst>
      <p:ext uri="{BB962C8B-B14F-4D97-AF65-F5344CB8AC3E}">
        <p14:creationId xmlns:p14="http://schemas.microsoft.com/office/powerpoint/2010/main" val="2313402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 Title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5B2D-557F-82D7-1FBB-918B87784154}"/>
              </a:ext>
            </a:extLst>
          </p:cNvPr>
          <p:cNvSpPr>
            <a:spLocks noGrp="1"/>
          </p:cNvSpPr>
          <p:nvPr>
            <p:ph type="ctrTitle" hasCustomPrompt="1"/>
          </p:nvPr>
        </p:nvSpPr>
        <p:spPr bwMode="gray">
          <a:xfrm>
            <a:off x="551384" y="726029"/>
            <a:ext cx="10080000" cy="3687997"/>
          </a:xfrm>
        </p:spPr>
        <p:txBody>
          <a:bodyPr anchor="t">
            <a:spAutoFit/>
          </a:bodyPr>
          <a:lstStyle>
            <a:lvl1pPr algn="l">
              <a:lnSpc>
                <a:spcPct val="83000"/>
              </a:lnSpc>
              <a:defRPr sz="9600" spc="0" baseline="0">
                <a:solidFill>
                  <a:schemeClr val="tx1"/>
                </a:solidFill>
              </a:defRPr>
            </a:lvl1pPr>
          </a:lstStyle>
          <a:p>
            <a:r>
              <a:rPr lang="en-US" noProof="0"/>
              <a:t>Edit presentation title (maximum three lines)</a:t>
            </a:r>
          </a:p>
        </p:txBody>
      </p:sp>
      <p:sp>
        <p:nvSpPr>
          <p:cNvPr id="3" name="Subtitle 2">
            <a:extLst>
              <a:ext uri="{FF2B5EF4-FFF2-40B4-BE49-F238E27FC236}">
                <a16:creationId xmlns:a16="http://schemas.microsoft.com/office/drawing/2014/main" id="{B0416517-6E31-5EB2-9E14-48277588B58E}"/>
              </a:ext>
            </a:extLst>
          </p:cNvPr>
          <p:cNvSpPr>
            <a:spLocks noGrp="1"/>
          </p:cNvSpPr>
          <p:nvPr>
            <p:ph type="subTitle" idx="1" hasCustomPrompt="1"/>
          </p:nvPr>
        </p:nvSpPr>
        <p:spPr bwMode="gray">
          <a:xfrm>
            <a:off x="551384" y="4554387"/>
            <a:ext cx="5472608"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Click to edit Name Surname</a:t>
            </a:r>
          </a:p>
        </p:txBody>
      </p:sp>
      <p:sp>
        <p:nvSpPr>
          <p:cNvPr id="5" name="Text Placeholder 1">
            <a:extLst>
              <a:ext uri="{FF2B5EF4-FFF2-40B4-BE49-F238E27FC236}">
                <a16:creationId xmlns:a16="http://schemas.microsoft.com/office/drawing/2014/main" id="{9652521A-CD45-F485-9C10-82CE67ACE2F5}"/>
              </a:ext>
            </a:extLst>
          </p:cNvPr>
          <p:cNvSpPr>
            <a:spLocks noGrp="1"/>
          </p:cNvSpPr>
          <p:nvPr>
            <p:ph type="body" sz="quarter" idx="12" hasCustomPrompt="1"/>
          </p:nvPr>
        </p:nvSpPr>
        <p:spPr bwMode="gray">
          <a:xfrm>
            <a:off x="6168505" y="4554387"/>
            <a:ext cx="4464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Click to edit date</a:t>
            </a:r>
          </a:p>
        </p:txBody>
      </p:sp>
      <p:sp>
        <p:nvSpPr>
          <p:cNvPr id="11" name="Text Placeholder 2">
            <a:extLst>
              <a:ext uri="{FF2B5EF4-FFF2-40B4-BE49-F238E27FC236}">
                <a16:creationId xmlns:a16="http://schemas.microsoft.com/office/drawing/2014/main" id="{E6ED980B-9D65-A198-AE5E-5981B5E21230}"/>
              </a:ext>
            </a:extLst>
          </p:cNvPr>
          <p:cNvSpPr>
            <a:spLocks noGrp="1"/>
          </p:cNvSpPr>
          <p:nvPr>
            <p:ph type="body" sz="quarter" idx="13" hasCustomPrompt="1"/>
          </p:nvPr>
        </p:nvSpPr>
        <p:spPr bwMode="gray">
          <a:xfrm>
            <a:off x="551383" y="5022439"/>
            <a:ext cx="5472000" cy="184666"/>
          </a:xfrm>
        </p:spPr>
        <p:txBody>
          <a:bodyPr>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pic>
        <p:nvPicPr>
          <p:cNvPr id="4" name="Gradient background">
            <a:extLst>
              <a:ext uri="{FF2B5EF4-FFF2-40B4-BE49-F238E27FC236}">
                <a16:creationId xmlns:a16="http://schemas.microsoft.com/office/drawing/2014/main" id="{8724D9F6-3E07-EAAB-9C0A-FB3B644A65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hidden">
          <a:xfrm>
            <a:off x="0" y="1"/>
            <a:ext cx="12192000" cy="303274"/>
          </a:xfrm>
          <a:prstGeom prst="rect">
            <a:avLst/>
          </a:prstGeom>
        </p:spPr>
      </p:pic>
    </p:spTree>
    <p:extLst>
      <p:ext uri="{BB962C8B-B14F-4D97-AF65-F5344CB8AC3E}">
        <p14:creationId xmlns:p14="http://schemas.microsoft.com/office/powerpoint/2010/main" val="499434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Title slide 3">
    <p:spTree>
      <p:nvGrpSpPr>
        <p:cNvPr id="1" name=""/>
        <p:cNvGrpSpPr/>
        <p:nvPr/>
      </p:nvGrpSpPr>
      <p:grpSpPr>
        <a:xfrm>
          <a:off x="0" y="0"/>
          <a:ext cx="0" cy="0"/>
          <a:chOff x="0" y="0"/>
          <a:chExt cx="0" cy="0"/>
        </a:xfrm>
      </p:grpSpPr>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
        <p:nvSpPr>
          <p:cNvPr id="4" name="Title 1">
            <a:extLst>
              <a:ext uri="{FF2B5EF4-FFF2-40B4-BE49-F238E27FC236}">
                <a16:creationId xmlns:a16="http://schemas.microsoft.com/office/drawing/2014/main" id="{751C14DD-9794-E6F9-AF00-3571E64B8936}"/>
              </a:ext>
            </a:extLst>
          </p:cNvPr>
          <p:cNvSpPr>
            <a:spLocks noGrp="1"/>
          </p:cNvSpPr>
          <p:nvPr>
            <p:ph type="ctrTitle" hasCustomPrompt="1"/>
          </p:nvPr>
        </p:nvSpPr>
        <p:spPr bwMode="gray">
          <a:xfrm>
            <a:off x="551384" y="726029"/>
            <a:ext cx="10080000" cy="3687997"/>
          </a:xfrm>
        </p:spPr>
        <p:txBody>
          <a:bodyPr anchor="t">
            <a:spAutoFit/>
          </a:bodyPr>
          <a:lstStyle>
            <a:lvl1pPr algn="l">
              <a:lnSpc>
                <a:spcPct val="83000"/>
              </a:lnSpc>
              <a:defRPr sz="9600" spc="0" baseline="0">
                <a:solidFill>
                  <a:schemeClr val="tx1"/>
                </a:solidFill>
              </a:defRPr>
            </a:lvl1pPr>
          </a:lstStyle>
          <a:p>
            <a:r>
              <a:rPr lang="en-US" noProof="0"/>
              <a:t>Edit presentation title (maximum three lines)</a:t>
            </a:r>
          </a:p>
        </p:txBody>
      </p:sp>
      <p:sp>
        <p:nvSpPr>
          <p:cNvPr id="7" name="Subtitle 2">
            <a:extLst>
              <a:ext uri="{FF2B5EF4-FFF2-40B4-BE49-F238E27FC236}">
                <a16:creationId xmlns:a16="http://schemas.microsoft.com/office/drawing/2014/main" id="{1DBE46BF-4100-2DC3-ABDE-7C925CA29CCA}"/>
              </a:ext>
            </a:extLst>
          </p:cNvPr>
          <p:cNvSpPr>
            <a:spLocks noGrp="1"/>
          </p:cNvSpPr>
          <p:nvPr>
            <p:ph type="subTitle" idx="1" hasCustomPrompt="1"/>
          </p:nvPr>
        </p:nvSpPr>
        <p:spPr bwMode="gray">
          <a:xfrm>
            <a:off x="551384" y="4554387"/>
            <a:ext cx="5472608"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Click to edit Name Surname</a:t>
            </a:r>
          </a:p>
        </p:txBody>
      </p:sp>
      <p:sp>
        <p:nvSpPr>
          <p:cNvPr id="8" name="Text Placeholder 1">
            <a:extLst>
              <a:ext uri="{FF2B5EF4-FFF2-40B4-BE49-F238E27FC236}">
                <a16:creationId xmlns:a16="http://schemas.microsoft.com/office/drawing/2014/main" id="{88B367B8-A7CD-7CB8-9517-8197F72C4C2B}"/>
              </a:ext>
            </a:extLst>
          </p:cNvPr>
          <p:cNvSpPr>
            <a:spLocks noGrp="1"/>
          </p:cNvSpPr>
          <p:nvPr>
            <p:ph type="body" sz="quarter" idx="12" hasCustomPrompt="1"/>
          </p:nvPr>
        </p:nvSpPr>
        <p:spPr bwMode="gray">
          <a:xfrm>
            <a:off x="6168505" y="4554387"/>
            <a:ext cx="4464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Click to edit date</a:t>
            </a:r>
          </a:p>
        </p:txBody>
      </p:sp>
      <p:sp>
        <p:nvSpPr>
          <p:cNvPr id="9" name="Text Placeholder 2">
            <a:extLst>
              <a:ext uri="{FF2B5EF4-FFF2-40B4-BE49-F238E27FC236}">
                <a16:creationId xmlns:a16="http://schemas.microsoft.com/office/drawing/2014/main" id="{E5AA0FEE-BD89-5565-F585-CC60A499B784}"/>
              </a:ext>
            </a:extLst>
          </p:cNvPr>
          <p:cNvSpPr>
            <a:spLocks noGrp="1"/>
          </p:cNvSpPr>
          <p:nvPr>
            <p:ph type="body" sz="quarter" idx="13" hasCustomPrompt="1"/>
          </p:nvPr>
        </p:nvSpPr>
        <p:spPr bwMode="gray">
          <a:xfrm>
            <a:off x="551383" y="5022439"/>
            <a:ext cx="5472000" cy="184666"/>
          </a:xfrm>
        </p:spPr>
        <p:txBody>
          <a:bodyPr>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spTree>
    <p:extLst>
      <p:ext uri="{BB962C8B-B14F-4D97-AF65-F5344CB8AC3E}">
        <p14:creationId xmlns:p14="http://schemas.microsoft.com/office/powerpoint/2010/main" val="1353846325"/>
      </p:ext>
    </p:extLst>
  </p:cSld>
  <p:clrMapOvr>
    <a:masterClrMapping/>
  </p:clrMapOvr>
  <p:extLst>
    <p:ext uri="{DCECCB84-F9BA-43D5-87BE-67443E8EF086}">
      <p15:sldGuideLst xmlns:p15="http://schemas.microsoft.com/office/powerpoint/2012/main">
        <p15:guide id="1" pos="669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 Title slide with image 4">
    <p:spTree>
      <p:nvGrpSpPr>
        <p:cNvPr id="1" name=""/>
        <p:cNvGrpSpPr/>
        <p:nvPr/>
      </p:nvGrpSpPr>
      <p:grpSpPr>
        <a:xfrm>
          <a:off x="0" y="0"/>
          <a:ext cx="0" cy="0"/>
          <a:chOff x="0" y="0"/>
          <a:chExt cx="0" cy="0"/>
        </a:xfrm>
      </p:grpSpPr>
      <p:sp>
        <p:nvSpPr>
          <p:cNvPr id="6" name="Gradient background">
            <a:extLst>
              <a:ext uri="{FF2B5EF4-FFF2-40B4-BE49-F238E27FC236}">
                <a16:creationId xmlns:a16="http://schemas.microsoft.com/office/drawing/2014/main" id="{7129C899-CA72-B0BF-E98C-9CCD2CE9E8B9}"/>
              </a:ext>
            </a:extLst>
          </p:cNvPr>
          <p:cNvSpPr/>
          <p:nvPr userDrawn="1"/>
        </p:nvSpPr>
        <p:spPr bwMode="hidden">
          <a:xfrm flipH="1">
            <a:off x="-1" y="2420888"/>
            <a:ext cx="4281056" cy="4437112"/>
          </a:xfrm>
          <a:prstGeom prst="rect">
            <a:avLst/>
          </a:prstGeom>
          <a:blipFill>
            <a:blip>
              <a:extLst>
                <a:ext uri="{96DAC541-7B7A-43D3-8B79-37D633B846F1}">
                  <asvg:svgBlip xmlns:asvg="http://schemas.microsoft.com/office/drawing/2016/SVG/main" r:embed="rId2"/>
                </a:ext>
              </a:extLst>
            </a:blip>
            <a:stretch>
              <a:fillRect l="-811" t="-811" r="-811" b="-811"/>
            </a:stretch>
          </a:blipFill>
          <a:ln>
            <a:noFill/>
          </a:ln>
        </p:spPr>
        <p:style>
          <a:lnRef idx="2">
            <a:schemeClr val="accent1"/>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noProof="0"/>
          </a:p>
        </p:txBody>
      </p:sp>
      <p:sp>
        <p:nvSpPr>
          <p:cNvPr id="2" name="Title 1">
            <a:extLst>
              <a:ext uri="{FF2B5EF4-FFF2-40B4-BE49-F238E27FC236}">
                <a16:creationId xmlns:a16="http://schemas.microsoft.com/office/drawing/2014/main" id="{B3595B2D-557F-82D7-1FBB-918B87784154}"/>
              </a:ext>
            </a:extLst>
          </p:cNvPr>
          <p:cNvSpPr>
            <a:spLocks noGrp="1"/>
          </p:cNvSpPr>
          <p:nvPr>
            <p:ph type="ctrTitle" hasCustomPrompt="1"/>
          </p:nvPr>
        </p:nvSpPr>
        <p:spPr bwMode="gray">
          <a:xfrm>
            <a:off x="551385" y="3429000"/>
            <a:ext cx="3384607" cy="1532727"/>
          </a:xfrm>
        </p:spPr>
        <p:txBody>
          <a:bodyPr wrap="square" anchor="t">
            <a:spAutoFit/>
          </a:bodyPr>
          <a:lstStyle>
            <a:lvl1pPr algn="l">
              <a:lnSpc>
                <a:spcPct val="83000"/>
              </a:lnSpc>
              <a:defRPr sz="4000" spc="0" baseline="0">
                <a:solidFill>
                  <a:schemeClr val="tx1"/>
                </a:solidFill>
              </a:defRPr>
            </a:lvl1pPr>
          </a:lstStyle>
          <a:p>
            <a:r>
              <a:rPr lang="en-US" noProof="0"/>
              <a:t>Presentation title (max. three lines)</a:t>
            </a:r>
          </a:p>
        </p:txBody>
      </p:sp>
      <p:sp>
        <p:nvSpPr>
          <p:cNvPr id="3" name="Subtitle 2">
            <a:extLst>
              <a:ext uri="{FF2B5EF4-FFF2-40B4-BE49-F238E27FC236}">
                <a16:creationId xmlns:a16="http://schemas.microsoft.com/office/drawing/2014/main" id="{B0416517-6E31-5EB2-9E14-48277588B58E}"/>
              </a:ext>
            </a:extLst>
          </p:cNvPr>
          <p:cNvSpPr>
            <a:spLocks noGrp="1"/>
          </p:cNvSpPr>
          <p:nvPr>
            <p:ph type="subTitle" idx="1" hasCustomPrompt="1"/>
          </p:nvPr>
        </p:nvSpPr>
        <p:spPr bwMode="gray">
          <a:xfrm>
            <a:off x="551384" y="470856"/>
            <a:ext cx="3240000"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Edit Name Surname</a:t>
            </a:r>
          </a:p>
        </p:txBody>
      </p:sp>
      <p:sp>
        <p:nvSpPr>
          <p:cNvPr id="5" name="Text Placeholder 1">
            <a:extLst>
              <a:ext uri="{FF2B5EF4-FFF2-40B4-BE49-F238E27FC236}">
                <a16:creationId xmlns:a16="http://schemas.microsoft.com/office/drawing/2014/main" id="{08C8A5A2-EC78-EC54-A690-5119D6E64A2E}"/>
              </a:ext>
            </a:extLst>
          </p:cNvPr>
          <p:cNvSpPr>
            <a:spLocks noGrp="1"/>
          </p:cNvSpPr>
          <p:nvPr>
            <p:ph type="body" sz="quarter" idx="12" hasCustomPrompt="1"/>
          </p:nvPr>
        </p:nvSpPr>
        <p:spPr bwMode="gray">
          <a:xfrm>
            <a:off x="3935992" y="470856"/>
            <a:ext cx="2088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Edit date</a:t>
            </a:r>
          </a:p>
        </p:txBody>
      </p:sp>
      <p:sp>
        <p:nvSpPr>
          <p:cNvPr id="11" name="Text Placeholder 2">
            <a:extLst>
              <a:ext uri="{FF2B5EF4-FFF2-40B4-BE49-F238E27FC236}">
                <a16:creationId xmlns:a16="http://schemas.microsoft.com/office/drawing/2014/main" id="{E6ED980B-9D65-A198-AE5E-5981B5E21230}"/>
              </a:ext>
            </a:extLst>
          </p:cNvPr>
          <p:cNvSpPr>
            <a:spLocks noGrp="1"/>
          </p:cNvSpPr>
          <p:nvPr>
            <p:ph type="body" sz="quarter" idx="13" hasCustomPrompt="1"/>
          </p:nvPr>
        </p:nvSpPr>
        <p:spPr bwMode="gray">
          <a:xfrm>
            <a:off x="551381" y="938908"/>
            <a:ext cx="5472000" cy="184666"/>
          </a:xfrm>
        </p:spPr>
        <p:txBody>
          <a:bodyPr wrap="square">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sp>
        <p:nvSpPr>
          <p:cNvPr id="8" name="Picture Placeholder 1">
            <a:extLst>
              <a:ext uri="{FF2B5EF4-FFF2-40B4-BE49-F238E27FC236}">
                <a16:creationId xmlns:a16="http://schemas.microsoft.com/office/drawing/2014/main" id="{30DD2D3B-1714-F49A-B6C1-3FDB1CE0D98F}"/>
              </a:ext>
            </a:extLst>
          </p:cNvPr>
          <p:cNvSpPr>
            <a:spLocks noGrp="1"/>
          </p:cNvSpPr>
          <p:nvPr>
            <p:ph type="pic" sz="quarter" idx="14"/>
          </p:nvPr>
        </p:nvSpPr>
        <p:spPr bwMode="gray">
          <a:xfrm>
            <a:off x="4425055" y="2420888"/>
            <a:ext cx="7766945" cy="4437112"/>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7" name="Rectangle orange">
            <a:extLst>
              <a:ext uri="{FF2B5EF4-FFF2-40B4-BE49-F238E27FC236}">
                <a16:creationId xmlns:a16="http://schemas.microsoft.com/office/drawing/2014/main" id="{812F2B87-FA36-EC70-E097-2108BCF02D3B}"/>
              </a:ext>
            </a:extLst>
          </p:cNvPr>
          <p:cNvSpPr/>
          <p:nvPr userDrawn="1"/>
        </p:nvSpPr>
        <p:spPr bwMode="gray">
          <a:xfrm>
            <a:off x="4281055" y="1844824"/>
            <a:ext cx="144000" cy="5760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032729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slide with image 5">
    <p:spTree>
      <p:nvGrpSpPr>
        <p:cNvPr id="1" name=""/>
        <p:cNvGrpSpPr/>
        <p:nvPr/>
      </p:nvGrpSpPr>
      <p:grpSpPr>
        <a:xfrm>
          <a:off x="0" y="0"/>
          <a:ext cx="0" cy="0"/>
          <a:chOff x="0" y="0"/>
          <a:chExt cx="0" cy="0"/>
        </a:xfrm>
      </p:grpSpPr>
      <p:sp>
        <p:nvSpPr>
          <p:cNvPr id="6" name="Gradient background">
            <a:extLst>
              <a:ext uri="{FF2B5EF4-FFF2-40B4-BE49-F238E27FC236}">
                <a16:creationId xmlns:a16="http://schemas.microsoft.com/office/drawing/2014/main" id="{7129C899-CA72-B0BF-E98C-9CCD2CE9E8B9}"/>
              </a:ext>
            </a:extLst>
          </p:cNvPr>
          <p:cNvSpPr/>
          <p:nvPr userDrawn="1"/>
        </p:nvSpPr>
        <p:spPr bwMode="hidden">
          <a:xfrm>
            <a:off x="0" y="2420888"/>
            <a:ext cx="4281056" cy="4437112"/>
          </a:xfrm>
          <a:prstGeom prst="rect">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noProof="0"/>
          </a:p>
        </p:txBody>
      </p:sp>
      <p:sp>
        <p:nvSpPr>
          <p:cNvPr id="3" name="Subtitle 2">
            <a:extLst>
              <a:ext uri="{FF2B5EF4-FFF2-40B4-BE49-F238E27FC236}">
                <a16:creationId xmlns:a16="http://schemas.microsoft.com/office/drawing/2014/main" id="{B0416517-6E31-5EB2-9E14-48277588B58E}"/>
              </a:ext>
            </a:extLst>
          </p:cNvPr>
          <p:cNvSpPr>
            <a:spLocks noGrp="1"/>
          </p:cNvSpPr>
          <p:nvPr>
            <p:ph type="subTitle" idx="1" hasCustomPrompt="1"/>
          </p:nvPr>
        </p:nvSpPr>
        <p:spPr bwMode="gray">
          <a:xfrm>
            <a:off x="551384" y="470856"/>
            <a:ext cx="3240000"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Edit Name Surname</a:t>
            </a:r>
          </a:p>
        </p:txBody>
      </p:sp>
      <p:sp>
        <p:nvSpPr>
          <p:cNvPr id="5" name="Text Placeholder 1">
            <a:extLst>
              <a:ext uri="{FF2B5EF4-FFF2-40B4-BE49-F238E27FC236}">
                <a16:creationId xmlns:a16="http://schemas.microsoft.com/office/drawing/2014/main" id="{08C8A5A2-EC78-EC54-A690-5119D6E64A2E}"/>
              </a:ext>
            </a:extLst>
          </p:cNvPr>
          <p:cNvSpPr>
            <a:spLocks noGrp="1"/>
          </p:cNvSpPr>
          <p:nvPr>
            <p:ph type="body" sz="quarter" idx="12" hasCustomPrompt="1"/>
          </p:nvPr>
        </p:nvSpPr>
        <p:spPr bwMode="gray">
          <a:xfrm>
            <a:off x="3935992" y="470856"/>
            <a:ext cx="2088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Edit date</a:t>
            </a:r>
          </a:p>
        </p:txBody>
      </p:sp>
      <p:sp>
        <p:nvSpPr>
          <p:cNvPr id="11" name="Text Placeholder 2">
            <a:extLst>
              <a:ext uri="{FF2B5EF4-FFF2-40B4-BE49-F238E27FC236}">
                <a16:creationId xmlns:a16="http://schemas.microsoft.com/office/drawing/2014/main" id="{E6ED980B-9D65-A198-AE5E-5981B5E21230}"/>
              </a:ext>
            </a:extLst>
          </p:cNvPr>
          <p:cNvSpPr>
            <a:spLocks noGrp="1"/>
          </p:cNvSpPr>
          <p:nvPr>
            <p:ph type="body" sz="quarter" idx="13" hasCustomPrompt="1"/>
          </p:nvPr>
        </p:nvSpPr>
        <p:spPr bwMode="gray">
          <a:xfrm>
            <a:off x="551381" y="938908"/>
            <a:ext cx="5472000" cy="184666"/>
          </a:xfrm>
        </p:spPr>
        <p:txBody>
          <a:bodyPr wrap="square">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sp>
        <p:nvSpPr>
          <p:cNvPr id="8" name="Picture Placeholder 1">
            <a:extLst>
              <a:ext uri="{FF2B5EF4-FFF2-40B4-BE49-F238E27FC236}">
                <a16:creationId xmlns:a16="http://schemas.microsoft.com/office/drawing/2014/main" id="{30DD2D3B-1714-F49A-B6C1-3FDB1CE0D98F}"/>
              </a:ext>
            </a:extLst>
          </p:cNvPr>
          <p:cNvSpPr>
            <a:spLocks noGrp="1"/>
          </p:cNvSpPr>
          <p:nvPr>
            <p:ph type="pic" sz="quarter" idx="14"/>
          </p:nvPr>
        </p:nvSpPr>
        <p:spPr bwMode="gray">
          <a:xfrm>
            <a:off x="4425056" y="2420888"/>
            <a:ext cx="7766944" cy="4437112"/>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7" name="Rectangle orange">
            <a:extLst>
              <a:ext uri="{FF2B5EF4-FFF2-40B4-BE49-F238E27FC236}">
                <a16:creationId xmlns:a16="http://schemas.microsoft.com/office/drawing/2014/main" id="{812F2B87-FA36-EC70-E097-2108BCF02D3B}"/>
              </a:ext>
            </a:extLst>
          </p:cNvPr>
          <p:cNvSpPr/>
          <p:nvPr userDrawn="1"/>
        </p:nvSpPr>
        <p:spPr bwMode="gray">
          <a:xfrm>
            <a:off x="4281056" y="1844824"/>
            <a:ext cx="144000" cy="5760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
        <p:nvSpPr>
          <p:cNvPr id="2" name="Title 1">
            <a:extLst>
              <a:ext uri="{FF2B5EF4-FFF2-40B4-BE49-F238E27FC236}">
                <a16:creationId xmlns:a16="http://schemas.microsoft.com/office/drawing/2014/main" id="{7C4A620D-E72D-0599-539C-16ECD62CD3D9}"/>
              </a:ext>
            </a:extLst>
          </p:cNvPr>
          <p:cNvSpPr>
            <a:spLocks noGrp="1"/>
          </p:cNvSpPr>
          <p:nvPr>
            <p:ph type="ctrTitle" hasCustomPrompt="1"/>
          </p:nvPr>
        </p:nvSpPr>
        <p:spPr bwMode="gray">
          <a:xfrm>
            <a:off x="551385" y="3429000"/>
            <a:ext cx="3384607" cy="1532727"/>
          </a:xfrm>
        </p:spPr>
        <p:txBody>
          <a:bodyPr wrap="square" anchor="t">
            <a:spAutoFit/>
          </a:bodyPr>
          <a:lstStyle>
            <a:lvl1pPr algn="l">
              <a:lnSpc>
                <a:spcPct val="83000"/>
              </a:lnSpc>
              <a:defRPr sz="4000" spc="0" baseline="0">
                <a:solidFill>
                  <a:schemeClr val="tx1"/>
                </a:solidFill>
              </a:defRPr>
            </a:lvl1pPr>
          </a:lstStyle>
          <a:p>
            <a:r>
              <a:rPr lang="en-US" noProof="0"/>
              <a:t>Presentation title (max. three lines)</a:t>
            </a:r>
          </a:p>
        </p:txBody>
      </p:sp>
    </p:spTree>
    <p:extLst>
      <p:ext uri="{BB962C8B-B14F-4D97-AF65-F5344CB8AC3E}">
        <p14:creationId xmlns:p14="http://schemas.microsoft.com/office/powerpoint/2010/main" val="3505208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slide with image 6">
    <p:spTree>
      <p:nvGrpSpPr>
        <p:cNvPr id="1" name=""/>
        <p:cNvGrpSpPr/>
        <p:nvPr/>
      </p:nvGrpSpPr>
      <p:grpSpPr>
        <a:xfrm>
          <a:off x="0" y="0"/>
          <a:ext cx="0" cy="0"/>
          <a:chOff x="0" y="0"/>
          <a:chExt cx="0" cy="0"/>
        </a:xfrm>
      </p:grpSpPr>
      <p:sp>
        <p:nvSpPr>
          <p:cNvPr id="6" name="Gradient background">
            <a:extLst>
              <a:ext uri="{FF2B5EF4-FFF2-40B4-BE49-F238E27FC236}">
                <a16:creationId xmlns:a16="http://schemas.microsoft.com/office/drawing/2014/main" id="{7129C899-CA72-B0BF-E98C-9CCD2CE9E8B9}"/>
              </a:ext>
            </a:extLst>
          </p:cNvPr>
          <p:cNvSpPr/>
          <p:nvPr userDrawn="1"/>
        </p:nvSpPr>
        <p:spPr bwMode="hidden">
          <a:xfrm flipH="1">
            <a:off x="615" y="2420888"/>
            <a:ext cx="4280440" cy="4437112"/>
          </a:xfrm>
          <a:prstGeom prst="rect">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noProof="0"/>
          </a:p>
        </p:txBody>
      </p:sp>
      <p:sp>
        <p:nvSpPr>
          <p:cNvPr id="3" name="Subtitle 2">
            <a:extLst>
              <a:ext uri="{FF2B5EF4-FFF2-40B4-BE49-F238E27FC236}">
                <a16:creationId xmlns:a16="http://schemas.microsoft.com/office/drawing/2014/main" id="{B0416517-6E31-5EB2-9E14-48277588B58E}"/>
              </a:ext>
            </a:extLst>
          </p:cNvPr>
          <p:cNvSpPr>
            <a:spLocks noGrp="1"/>
          </p:cNvSpPr>
          <p:nvPr>
            <p:ph type="subTitle" idx="1" hasCustomPrompt="1"/>
          </p:nvPr>
        </p:nvSpPr>
        <p:spPr bwMode="gray">
          <a:xfrm>
            <a:off x="551384" y="470856"/>
            <a:ext cx="3240000"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Edit Name Surname</a:t>
            </a:r>
          </a:p>
        </p:txBody>
      </p:sp>
      <p:sp>
        <p:nvSpPr>
          <p:cNvPr id="5" name="Text Placeholder 1">
            <a:extLst>
              <a:ext uri="{FF2B5EF4-FFF2-40B4-BE49-F238E27FC236}">
                <a16:creationId xmlns:a16="http://schemas.microsoft.com/office/drawing/2014/main" id="{08C8A5A2-EC78-EC54-A690-5119D6E64A2E}"/>
              </a:ext>
            </a:extLst>
          </p:cNvPr>
          <p:cNvSpPr>
            <a:spLocks noGrp="1"/>
          </p:cNvSpPr>
          <p:nvPr>
            <p:ph type="body" sz="quarter" idx="12" hasCustomPrompt="1"/>
          </p:nvPr>
        </p:nvSpPr>
        <p:spPr bwMode="gray">
          <a:xfrm>
            <a:off x="3935992" y="470856"/>
            <a:ext cx="2088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Edit date</a:t>
            </a:r>
          </a:p>
        </p:txBody>
      </p:sp>
      <p:sp>
        <p:nvSpPr>
          <p:cNvPr id="11" name="Text Placeholder 2">
            <a:extLst>
              <a:ext uri="{FF2B5EF4-FFF2-40B4-BE49-F238E27FC236}">
                <a16:creationId xmlns:a16="http://schemas.microsoft.com/office/drawing/2014/main" id="{E6ED980B-9D65-A198-AE5E-5981B5E21230}"/>
              </a:ext>
            </a:extLst>
          </p:cNvPr>
          <p:cNvSpPr>
            <a:spLocks noGrp="1"/>
          </p:cNvSpPr>
          <p:nvPr>
            <p:ph type="body" sz="quarter" idx="13" hasCustomPrompt="1"/>
          </p:nvPr>
        </p:nvSpPr>
        <p:spPr bwMode="gray">
          <a:xfrm>
            <a:off x="551381" y="938908"/>
            <a:ext cx="5472000" cy="184666"/>
          </a:xfrm>
        </p:spPr>
        <p:txBody>
          <a:bodyPr wrap="square">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sp>
        <p:nvSpPr>
          <p:cNvPr id="8" name="Picture Placeholder 1">
            <a:extLst>
              <a:ext uri="{FF2B5EF4-FFF2-40B4-BE49-F238E27FC236}">
                <a16:creationId xmlns:a16="http://schemas.microsoft.com/office/drawing/2014/main" id="{30DD2D3B-1714-F49A-B6C1-3FDB1CE0D98F}"/>
              </a:ext>
            </a:extLst>
          </p:cNvPr>
          <p:cNvSpPr>
            <a:spLocks noGrp="1"/>
          </p:cNvSpPr>
          <p:nvPr>
            <p:ph type="pic" sz="quarter" idx="14"/>
          </p:nvPr>
        </p:nvSpPr>
        <p:spPr bwMode="gray">
          <a:xfrm>
            <a:off x="4425055" y="2420888"/>
            <a:ext cx="7766945" cy="4437112"/>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7" name="Rectangle orange">
            <a:extLst>
              <a:ext uri="{FF2B5EF4-FFF2-40B4-BE49-F238E27FC236}">
                <a16:creationId xmlns:a16="http://schemas.microsoft.com/office/drawing/2014/main" id="{812F2B87-FA36-EC70-E097-2108BCF02D3B}"/>
              </a:ext>
            </a:extLst>
          </p:cNvPr>
          <p:cNvSpPr/>
          <p:nvPr userDrawn="1"/>
        </p:nvSpPr>
        <p:spPr bwMode="gray">
          <a:xfrm>
            <a:off x="4281055" y="1844824"/>
            <a:ext cx="144000" cy="5760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
        <p:nvSpPr>
          <p:cNvPr id="9" name="Title 1">
            <a:extLst>
              <a:ext uri="{FF2B5EF4-FFF2-40B4-BE49-F238E27FC236}">
                <a16:creationId xmlns:a16="http://schemas.microsoft.com/office/drawing/2014/main" id="{FEDBD3AB-8D5C-9430-21B5-DB44408225B2}"/>
              </a:ext>
            </a:extLst>
          </p:cNvPr>
          <p:cNvSpPr>
            <a:spLocks noGrp="1"/>
          </p:cNvSpPr>
          <p:nvPr>
            <p:ph type="ctrTitle" hasCustomPrompt="1"/>
          </p:nvPr>
        </p:nvSpPr>
        <p:spPr bwMode="gray">
          <a:xfrm>
            <a:off x="551385" y="3429000"/>
            <a:ext cx="3384607" cy="1532727"/>
          </a:xfrm>
        </p:spPr>
        <p:txBody>
          <a:bodyPr wrap="square" anchor="t">
            <a:spAutoFit/>
          </a:bodyPr>
          <a:lstStyle>
            <a:lvl1pPr algn="l">
              <a:lnSpc>
                <a:spcPct val="83000"/>
              </a:lnSpc>
              <a:defRPr sz="4000" spc="0" baseline="0">
                <a:solidFill>
                  <a:schemeClr val="tx1"/>
                </a:solidFill>
              </a:defRPr>
            </a:lvl1pPr>
          </a:lstStyle>
          <a:p>
            <a:r>
              <a:rPr lang="en-US" noProof="0"/>
              <a:t>Presentation title (max. three lines)</a:t>
            </a:r>
          </a:p>
        </p:txBody>
      </p:sp>
    </p:spTree>
    <p:extLst>
      <p:ext uri="{BB962C8B-B14F-4D97-AF65-F5344CB8AC3E}">
        <p14:creationId xmlns:p14="http://schemas.microsoft.com/office/powerpoint/2010/main" val="37086219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Table of content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26664"/>
            <a:ext cx="11088000" cy="914096"/>
          </a:xfrm>
        </p:spPr>
        <p:txBody>
          <a:bodyPr/>
          <a:lstStyle>
            <a:lvl1pPr>
              <a:defRPr sz="6600">
                <a:solidFill>
                  <a:schemeClr val="tx1"/>
                </a:solidFill>
              </a:defRPr>
            </a:lvl1pPr>
          </a:lstStyle>
          <a:p>
            <a:r>
              <a:rPr lang="en-US" noProof="0"/>
              <a:t>Edit table of contents</a:t>
            </a:r>
          </a:p>
        </p:txBody>
      </p:sp>
      <p:sp>
        <p:nvSpPr>
          <p:cNvPr id="15" name="Picture Placeholder 1">
            <a:extLst>
              <a:ext uri="{FF2B5EF4-FFF2-40B4-BE49-F238E27FC236}">
                <a16:creationId xmlns:a16="http://schemas.microsoft.com/office/drawing/2014/main" id="{35F424A1-9BB3-B324-997B-7DA2CBB4B02B}"/>
              </a:ext>
            </a:extLst>
          </p:cNvPr>
          <p:cNvSpPr>
            <a:spLocks noGrp="1"/>
          </p:cNvSpPr>
          <p:nvPr>
            <p:ph type="pic" sz="quarter" idx="15"/>
          </p:nvPr>
        </p:nvSpPr>
        <p:spPr bwMode="gray">
          <a:xfrm>
            <a:off x="551384"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3" name="Text Placeholder 1">
            <a:extLst>
              <a:ext uri="{FF2B5EF4-FFF2-40B4-BE49-F238E27FC236}">
                <a16:creationId xmlns:a16="http://schemas.microsoft.com/office/drawing/2014/main" id="{FF5F6786-619A-37D6-0082-EDF431617447}"/>
              </a:ext>
            </a:extLst>
          </p:cNvPr>
          <p:cNvSpPr>
            <a:spLocks noGrp="1"/>
          </p:cNvSpPr>
          <p:nvPr>
            <p:ph type="body" sz="quarter" idx="13" hasCustomPrompt="1"/>
          </p:nvPr>
        </p:nvSpPr>
        <p:spPr bwMode="gray">
          <a:xfrm>
            <a:off x="551384" y="465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4" name="Text Placeholder 2">
            <a:extLst>
              <a:ext uri="{FF2B5EF4-FFF2-40B4-BE49-F238E27FC236}">
                <a16:creationId xmlns:a16="http://schemas.microsoft.com/office/drawing/2014/main" id="{C8CA8EA4-F7B2-6078-77B7-8F2AB8EFAB03}"/>
              </a:ext>
            </a:extLst>
          </p:cNvPr>
          <p:cNvSpPr>
            <a:spLocks noGrp="1"/>
          </p:cNvSpPr>
          <p:nvPr>
            <p:ph type="body" sz="quarter" idx="14" hasCustomPrompt="1"/>
          </p:nvPr>
        </p:nvSpPr>
        <p:spPr bwMode="gray">
          <a:xfrm>
            <a:off x="803412" y="465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0" name="Picture Placeholder 2">
            <a:extLst>
              <a:ext uri="{FF2B5EF4-FFF2-40B4-BE49-F238E27FC236}">
                <a16:creationId xmlns:a16="http://schemas.microsoft.com/office/drawing/2014/main" id="{77D9958F-D7E9-E341-64EF-0414563D58C9}"/>
              </a:ext>
            </a:extLst>
          </p:cNvPr>
          <p:cNvSpPr>
            <a:spLocks noGrp="1"/>
          </p:cNvSpPr>
          <p:nvPr>
            <p:ph type="pic" sz="quarter" idx="18"/>
          </p:nvPr>
        </p:nvSpPr>
        <p:spPr bwMode="gray">
          <a:xfrm>
            <a:off x="3359696"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8" name="Text Placeholder 3">
            <a:extLst>
              <a:ext uri="{FF2B5EF4-FFF2-40B4-BE49-F238E27FC236}">
                <a16:creationId xmlns:a16="http://schemas.microsoft.com/office/drawing/2014/main" id="{55806D21-D8B0-D169-3BEA-BE646E92C058}"/>
              </a:ext>
            </a:extLst>
          </p:cNvPr>
          <p:cNvSpPr>
            <a:spLocks noGrp="1"/>
          </p:cNvSpPr>
          <p:nvPr>
            <p:ph type="body" sz="quarter" idx="16" hasCustomPrompt="1"/>
          </p:nvPr>
        </p:nvSpPr>
        <p:spPr bwMode="gray">
          <a:xfrm>
            <a:off x="3359696" y="465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9" name="Text Placeholder 4">
            <a:extLst>
              <a:ext uri="{FF2B5EF4-FFF2-40B4-BE49-F238E27FC236}">
                <a16:creationId xmlns:a16="http://schemas.microsoft.com/office/drawing/2014/main" id="{F1E53736-3FEA-0BB6-0AEC-B1FB5B19F9F4}"/>
              </a:ext>
            </a:extLst>
          </p:cNvPr>
          <p:cNvSpPr>
            <a:spLocks noGrp="1"/>
          </p:cNvSpPr>
          <p:nvPr>
            <p:ph type="body" sz="quarter" idx="17" hasCustomPrompt="1"/>
          </p:nvPr>
        </p:nvSpPr>
        <p:spPr bwMode="gray">
          <a:xfrm>
            <a:off x="3611724" y="465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3" name="Picture Placeholder 3">
            <a:extLst>
              <a:ext uri="{FF2B5EF4-FFF2-40B4-BE49-F238E27FC236}">
                <a16:creationId xmlns:a16="http://schemas.microsoft.com/office/drawing/2014/main" id="{BF6F1D10-A4CD-E6DC-2DE0-E4703326DA5B}"/>
              </a:ext>
            </a:extLst>
          </p:cNvPr>
          <p:cNvSpPr>
            <a:spLocks noGrp="1"/>
          </p:cNvSpPr>
          <p:nvPr>
            <p:ph type="pic" sz="quarter" idx="21"/>
          </p:nvPr>
        </p:nvSpPr>
        <p:spPr bwMode="gray">
          <a:xfrm>
            <a:off x="6168008"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21" name="Text Placeholder 5">
            <a:extLst>
              <a:ext uri="{FF2B5EF4-FFF2-40B4-BE49-F238E27FC236}">
                <a16:creationId xmlns:a16="http://schemas.microsoft.com/office/drawing/2014/main" id="{98EB2553-2FBB-C46C-B935-78FBAF6AAD00}"/>
              </a:ext>
            </a:extLst>
          </p:cNvPr>
          <p:cNvSpPr>
            <a:spLocks noGrp="1"/>
          </p:cNvSpPr>
          <p:nvPr>
            <p:ph type="body" sz="quarter" idx="19" hasCustomPrompt="1"/>
          </p:nvPr>
        </p:nvSpPr>
        <p:spPr bwMode="gray">
          <a:xfrm>
            <a:off x="6168008" y="465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2" name="Text Placeholder 6">
            <a:extLst>
              <a:ext uri="{FF2B5EF4-FFF2-40B4-BE49-F238E27FC236}">
                <a16:creationId xmlns:a16="http://schemas.microsoft.com/office/drawing/2014/main" id="{24CDD227-79BA-3E0A-A169-54BDF73EDD11}"/>
              </a:ext>
            </a:extLst>
          </p:cNvPr>
          <p:cNvSpPr>
            <a:spLocks noGrp="1"/>
          </p:cNvSpPr>
          <p:nvPr>
            <p:ph type="body" sz="quarter" idx="20" hasCustomPrompt="1"/>
          </p:nvPr>
        </p:nvSpPr>
        <p:spPr bwMode="gray">
          <a:xfrm>
            <a:off x="6420036" y="465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6" name="Picture Placeholder 4">
            <a:extLst>
              <a:ext uri="{FF2B5EF4-FFF2-40B4-BE49-F238E27FC236}">
                <a16:creationId xmlns:a16="http://schemas.microsoft.com/office/drawing/2014/main" id="{8EFC52AE-56A9-D690-BC97-D54E2DB805C9}"/>
              </a:ext>
            </a:extLst>
          </p:cNvPr>
          <p:cNvSpPr>
            <a:spLocks noGrp="1"/>
          </p:cNvSpPr>
          <p:nvPr>
            <p:ph type="pic" sz="quarter" idx="24"/>
          </p:nvPr>
        </p:nvSpPr>
        <p:spPr bwMode="gray">
          <a:xfrm>
            <a:off x="8976320"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24" name="Text Placeholder 7">
            <a:extLst>
              <a:ext uri="{FF2B5EF4-FFF2-40B4-BE49-F238E27FC236}">
                <a16:creationId xmlns:a16="http://schemas.microsoft.com/office/drawing/2014/main" id="{2245BFC4-DD57-EE1C-86D1-53BBE74E9EF2}"/>
              </a:ext>
            </a:extLst>
          </p:cNvPr>
          <p:cNvSpPr>
            <a:spLocks noGrp="1"/>
          </p:cNvSpPr>
          <p:nvPr>
            <p:ph type="body" sz="quarter" idx="22" hasCustomPrompt="1"/>
          </p:nvPr>
        </p:nvSpPr>
        <p:spPr bwMode="gray">
          <a:xfrm>
            <a:off x="8976320" y="465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5" name="Text Placeholder 8">
            <a:extLst>
              <a:ext uri="{FF2B5EF4-FFF2-40B4-BE49-F238E27FC236}">
                <a16:creationId xmlns:a16="http://schemas.microsoft.com/office/drawing/2014/main" id="{FA44FE0D-01E5-CFDE-EB9B-8D1C77A8FED6}"/>
              </a:ext>
            </a:extLst>
          </p:cNvPr>
          <p:cNvSpPr>
            <a:spLocks noGrp="1"/>
          </p:cNvSpPr>
          <p:nvPr>
            <p:ph type="body" sz="quarter" idx="23" hasCustomPrompt="1"/>
          </p:nvPr>
        </p:nvSpPr>
        <p:spPr bwMode="gray">
          <a:xfrm>
            <a:off x="9228348" y="465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pic>
        <p:nvPicPr>
          <p:cNvPr id="27" name="Logo">
            <a:extLst>
              <a:ext uri="{FF2B5EF4-FFF2-40B4-BE49-F238E27FC236}">
                <a16:creationId xmlns:a16="http://schemas.microsoft.com/office/drawing/2014/main" id="{6CB62FDA-7C32-F694-6DE6-E1D01DA97A1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4247329965"/>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7" pos="2026">
          <p15:clr>
            <a:srgbClr val="FBAE40"/>
          </p15:clr>
        </p15:guide>
        <p15:guide id="8" pos="2116">
          <p15:clr>
            <a:srgbClr val="FBAE40"/>
          </p15:clr>
        </p15:guide>
        <p15:guide id="9" pos="5564">
          <p15:clr>
            <a:srgbClr val="FBAE40"/>
          </p15:clr>
        </p15:guide>
        <p15:guide id="10" pos="565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Table of conten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26664"/>
            <a:ext cx="11088000" cy="914096"/>
          </a:xfrm>
        </p:spPr>
        <p:txBody>
          <a:bodyPr/>
          <a:lstStyle>
            <a:lvl1pPr>
              <a:defRPr sz="6600">
                <a:solidFill>
                  <a:schemeClr val="tx1"/>
                </a:solidFill>
              </a:defRPr>
            </a:lvl1pPr>
          </a:lstStyle>
          <a:p>
            <a:r>
              <a:rPr lang="en-US" noProof="0"/>
              <a:t>Edit table of contents</a:t>
            </a:r>
          </a:p>
        </p:txBody>
      </p:sp>
      <p:sp>
        <p:nvSpPr>
          <p:cNvPr id="15" name="Picture Placeholder 1">
            <a:extLst>
              <a:ext uri="{FF2B5EF4-FFF2-40B4-BE49-F238E27FC236}">
                <a16:creationId xmlns:a16="http://schemas.microsoft.com/office/drawing/2014/main" id="{35F424A1-9BB3-B324-997B-7DA2CBB4B02B}"/>
              </a:ext>
            </a:extLst>
          </p:cNvPr>
          <p:cNvSpPr>
            <a:spLocks noGrp="1"/>
          </p:cNvSpPr>
          <p:nvPr>
            <p:ph type="pic" sz="quarter" idx="15"/>
          </p:nvPr>
        </p:nvSpPr>
        <p:spPr bwMode="gray">
          <a:xfrm>
            <a:off x="551384" y="1844824"/>
            <a:ext cx="2664000" cy="122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3" name="Text Placeholder 1">
            <a:extLst>
              <a:ext uri="{FF2B5EF4-FFF2-40B4-BE49-F238E27FC236}">
                <a16:creationId xmlns:a16="http://schemas.microsoft.com/office/drawing/2014/main" id="{FF5F6786-619A-37D6-0082-EDF431617447}"/>
              </a:ext>
            </a:extLst>
          </p:cNvPr>
          <p:cNvSpPr>
            <a:spLocks noGrp="1"/>
          </p:cNvSpPr>
          <p:nvPr>
            <p:ph type="body" sz="quarter" idx="13" hasCustomPrompt="1"/>
          </p:nvPr>
        </p:nvSpPr>
        <p:spPr bwMode="gray">
          <a:xfrm>
            <a:off x="551384" y="321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4" name="Text Placeholder 2">
            <a:extLst>
              <a:ext uri="{FF2B5EF4-FFF2-40B4-BE49-F238E27FC236}">
                <a16:creationId xmlns:a16="http://schemas.microsoft.com/office/drawing/2014/main" id="{C8CA8EA4-F7B2-6078-77B7-8F2AB8EFAB03}"/>
              </a:ext>
            </a:extLst>
          </p:cNvPr>
          <p:cNvSpPr>
            <a:spLocks noGrp="1"/>
          </p:cNvSpPr>
          <p:nvPr>
            <p:ph type="body" sz="quarter" idx="14" hasCustomPrompt="1"/>
          </p:nvPr>
        </p:nvSpPr>
        <p:spPr bwMode="gray">
          <a:xfrm>
            <a:off x="803412" y="321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0" name="Picture Placeholder 2">
            <a:extLst>
              <a:ext uri="{FF2B5EF4-FFF2-40B4-BE49-F238E27FC236}">
                <a16:creationId xmlns:a16="http://schemas.microsoft.com/office/drawing/2014/main" id="{77D9958F-D7E9-E341-64EF-0414563D58C9}"/>
              </a:ext>
            </a:extLst>
          </p:cNvPr>
          <p:cNvSpPr>
            <a:spLocks noGrp="1"/>
          </p:cNvSpPr>
          <p:nvPr>
            <p:ph type="pic" sz="quarter" idx="18"/>
          </p:nvPr>
        </p:nvSpPr>
        <p:spPr bwMode="gray">
          <a:xfrm>
            <a:off x="3359696" y="1844824"/>
            <a:ext cx="2664000" cy="122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8" name="Text Placeholder 3">
            <a:extLst>
              <a:ext uri="{FF2B5EF4-FFF2-40B4-BE49-F238E27FC236}">
                <a16:creationId xmlns:a16="http://schemas.microsoft.com/office/drawing/2014/main" id="{55806D21-D8B0-D169-3BEA-BE646E92C058}"/>
              </a:ext>
            </a:extLst>
          </p:cNvPr>
          <p:cNvSpPr>
            <a:spLocks noGrp="1"/>
          </p:cNvSpPr>
          <p:nvPr>
            <p:ph type="body" sz="quarter" idx="16" hasCustomPrompt="1"/>
          </p:nvPr>
        </p:nvSpPr>
        <p:spPr bwMode="gray">
          <a:xfrm>
            <a:off x="3359696" y="321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9" name="Text Placeholder 4">
            <a:extLst>
              <a:ext uri="{FF2B5EF4-FFF2-40B4-BE49-F238E27FC236}">
                <a16:creationId xmlns:a16="http://schemas.microsoft.com/office/drawing/2014/main" id="{F1E53736-3FEA-0BB6-0AEC-B1FB5B19F9F4}"/>
              </a:ext>
            </a:extLst>
          </p:cNvPr>
          <p:cNvSpPr>
            <a:spLocks noGrp="1"/>
          </p:cNvSpPr>
          <p:nvPr>
            <p:ph type="body" sz="quarter" idx="17" hasCustomPrompt="1"/>
          </p:nvPr>
        </p:nvSpPr>
        <p:spPr bwMode="gray">
          <a:xfrm>
            <a:off x="3611724" y="321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3" name="Picture Placeholder 3">
            <a:extLst>
              <a:ext uri="{FF2B5EF4-FFF2-40B4-BE49-F238E27FC236}">
                <a16:creationId xmlns:a16="http://schemas.microsoft.com/office/drawing/2014/main" id="{BF6F1D10-A4CD-E6DC-2DE0-E4703326DA5B}"/>
              </a:ext>
            </a:extLst>
          </p:cNvPr>
          <p:cNvSpPr>
            <a:spLocks noGrp="1"/>
          </p:cNvSpPr>
          <p:nvPr>
            <p:ph type="pic" sz="quarter" idx="21"/>
          </p:nvPr>
        </p:nvSpPr>
        <p:spPr bwMode="gray">
          <a:xfrm>
            <a:off x="6168008" y="1844824"/>
            <a:ext cx="2664000" cy="122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21" name="Text Placeholder 5">
            <a:extLst>
              <a:ext uri="{FF2B5EF4-FFF2-40B4-BE49-F238E27FC236}">
                <a16:creationId xmlns:a16="http://schemas.microsoft.com/office/drawing/2014/main" id="{98EB2553-2FBB-C46C-B935-78FBAF6AAD00}"/>
              </a:ext>
            </a:extLst>
          </p:cNvPr>
          <p:cNvSpPr>
            <a:spLocks noGrp="1"/>
          </p:cNvSpPr>
          <p:nvPr>
            <p:ph type="body" sz="quarter" idx="19" hasCustomPrompt="1"/>
          </p:nvPr>
        </p:nvSpPr>
        <p:spPr bwMode="gray">
          <a:xfrm>
            <a:off x="6168008" y="321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2" name="Text Placeholder 6">
            <a:extLst>
              <a:ext uri="{FF2B5EF4-FFF2-40B4-BE49-F238E27FC236}">
                <a16:creationId xmlns:a16="http://schemas.microsoft.com/office/drawing/2014/main" id="{24CDD227-79BA-3E0A-A169-54BDF73EDD11}"/>
              </a:ext>
            </a:extLst>
          </p:cNvPr>
          <p:cNvSpPr>
            <a:spLocks noGrp="1"/>
          </p:cNvSpPr>
          <p:nvPr>
            <p:ph type="body" sz="quarter" idx="20" hasCustomPrompt="1"/>
          </p:nvPr>
        </p:nvSpPr>
        <p:spPr bwMode="gray">
          <a:xfrm>
            <a:off x="6420036" y="321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6" name="Picture Placeholder 4">
            <a:extLst>
              <a:ext uri="{FF2B5EF4-FFF2-40B4-BE49-F238E27FC236}">
                <a16:creationId xmlns:a16="http://schemas.microsoft.com/office/drawing/2014/main" id="{8EFC52AE-56A9-D690-BC97-D54E2DB805C9}"/>
              </a:ext>
            </a:extLst>
          </p:cNvPr>
          <p:cNvSpPr>
            <a:spLocks noGrp="1"/>
          </p:cNvSpPr>
          <p:nvPr>
            <p:ph type="pic" sz="quarter" idx="24"/>
          </p:nvPr>
        </p:nvSpPr>
        <p:spPr bwMode="gray">
          <a:xfrm>
            <a:off x="8976320" y="1844824"/>
            <a:ext cx="2664000" cy="122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24" name="Text Placeholder 7">
            <a:extLst>
              <a:ext uri="{FF2B5EF4-FFF2-40B4-BE49-F238E27FC236}">
                <a16:creationId xmlns:a16="http://schemas.microsoft.com/office/drawing/2014/main" id="{2245BFC4-DD57-EE1C-86D1-53BBE74E9EF2}"/>
              </a:ext>
            </a:extLst>
          </p:cNvPr>
          <p:cNvSpPr>
            <a:spLocks noGrp="1"/>
          </p:cNvSpPr>
          <p:nvPr>
            <p:ph type="body" sz="quarter" idx="22" hasCustomPrompt="1"/>
          </p:nvPr>
        </p:nvSpPr>
        <p:spPr bwMode="gray">
          <a:xfrm>
            <a:off x="8976320" y="321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5" name="Text Placeholder 8">
            <a:extLst>
              <a:ext uri="{FF2B5EF4-FFF2-40B4-BE49-F238E27FC236}">
                <a16:creationId xmlns:a16="http://schemas.microsoft.com/office/drawing/2014/main" id="{FA44FE0D-01E5-CFDE-EB9B-8D1C77A8FED6}"/>
              </a:ext>
            </a:extLst>
          </p:cNvPr>
          <p:cNvSpPr>
            <a:spLocks noGrp="1"/>
          </p:cNvSpPr>
          <p:nvPr>
            <p:ph type="body" sz="quarter" idx="23" hasCustomPrompt="1"/>
          </p:nvPr>
        </p:nvSpPr>
        <p:spPr bwMode="gray">
          <a:xfrm>
            <a:off x="9228348" y="321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10" name="Picture Placeholder 5">
            <a:extLst>
              <a:ext uri="{FF2B5EF4-FFF2-40B4-BE49-F238E27FC236}">
                <a16:creationId xmlns:a16="http://schemas.microsoft.com/office/drawing/2014/main" id="{87E83465-E936-9562-7382-58B2C6BC3AC5}"/>
              </a:ext>
            </a:extLst>
          </p:cNvPr>
          <p:cNvSpPr>
            <a:spLocks noGrp="1"/>
          </p:cNvSpPr>
          <p:nvPr>
            <p:ph type="pic" sz="quarter" idx="27"/>
          </p:nvPr>
        </p:nvSpPr>
        <p:spPr bwMode="gray">
          <a:xfrm>
            <a:off x="551384" y="3933056"/>
            <a:ext cx="2664000" cy="122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8" name="Text Placeholder 9">
            <a:extLst>
              <a:ext uri="{FF2B5EF4-FFF2-40B4-BE49-F238E27FC236}">
                <a16:creationId xmlns:a16="http://schemas.microsoft.com/office/drawing/2014/main" id="{CEE294DF-F384-A74E-EE39-69C112F65FC7}"/>
              </a:ext>
            </a:extLst>
          </p:cNvPr>
          <p:cNvSpPr>
            <a:spLocks noGrp="1"/>
          </p:cNvSpPr>
          <p:nvPr>
            <p:ph type="body" sz="quarter" idx="25" hasCustomPrompt="1"/>
          </p:nvPr>
        </p:nvSpPr>
        <p:spPr bwMode="gray">
          <a:xfrm>
            <a:off x="551384" y="5301368"/>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9" name="Text Placeholder 10">
            <a:extLst>
              <a:ext uri="{FF2B5EF4-FFF2-40B4-BE49-F238E27FC236}">
                <a16:creationId xmlns:a16="http://schemas.microsoft.com/office/drawing/2014/main" id="{E3654B84-E40B-FCB1-3724-1DABC8B1737D}"/>
              </a:ext>
            </a:extLst>
          </p:cNvPr>
          <p:cNvSpPr>
            <a:spLocks noGrp="1"/>
          </p:cNvSpPr>
          <p:nvPr>
            <p:ph type="body" sz="quarter" idx="26" hasCustomPrompt="1"/>
          </p:nvPr>
        </p:nvSpPr>
        <p:spPr bwMode="gray">
          <a:xfrm>
            <a:off x="803384" y="5301368"/>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17" name="Picture Placeholder 6">
            <a:extLst>
              <a:ext uri="{FF2B5EF4-FFF2-40B4-BE49-F238E27FC236}">
                <a16:creationId xmlns:a16="http://schemas.microsoft.com/office/drawing/2014/main" id="{26F7F342-6CB9-4537-438D-BA9E5446D5C5}"/>
              </a:ext>
            </a:extLst>
          </p:cNvPr>
          <p:cNvSpPr>
            <a:spLocks noGrp="1"/>
          </p:cNvSpPr>
          <p:nvPr>
            <p:ph type="pic" sz="quarter" idx="30"/>
          </p:nvPr>
        </p:nvSpPr>
        <p:spPr bwMode="gray">
          <a:xfrm>
            <a:off x="3359696" y="3933056"/>
            <a:ext cx="2664000" cy="122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2" name="Text Placeholder 11">
            <a:extLst>
              <a:ext uri="{FF2B5EF4-FFF2-40B4-BE49-F238E27FC236}">
                <a16:creationId xmlns:a16="http://schemas.microsoft.com/office/drawing/2014/main" id="{78586DED-D6C9-416B-DE95-E998EB52076F}"/>
              </a:ext>
            </a:extLst>
          </p:cNvPr>
          <p:cNvSpPr>
            <a:spLocks noGrp="1"/>
          </p:cNvSpPr>
          <p:nvPr>
            <p:ph type="body" sz="quarter" idx="28" hasCustomPrompt="1"/>
          </p:nvPr>
        </p:nvSpPr>
        <p:spPr bwMode="gray">
          <a:xfrm>
            <a:off x="3359696" y="5301368"/>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6" name="Text Placeholder 12">
            <a:extLst>
              <a:ext uri="{FF2B5EF4-FFF2-40B4-BE49-F238E27FC236}">
                <a16:creationId xmlns:a16="http://schemas.microsoft.com/office/drawing/2014/main" id="{CB2BFA5B-027E-0A7B-FD2A-AAC3CBC9749C}"/>
              </a:ext>
            </a:extLst>
          </p:cNvPr>
          <p:cNvSpPr>
            <a:spLocks noGrp="1"/>
          </p:cNvSpPr>
          <p:nvPr>
            <p:ph type="body" sz="quarter" idx="29" hasCustomPrompt="1"/>
          </p:nvPr>
        </p:nvSpPr>
        <p:spPr bwMode="gray">
          <a:xfrm>
            <a:off x="3611724" y="5301368"/>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9" name="Picture Placeholder 7">
            <a:extLst>
              <a:ext uri="{FF2B5EF4-FFF2-40B4-BE49-F238E27FC236}">
                <a16:creationId xmlns:a16="http://schemas.microsoft.com/office/drawing/2014/main" id="{0F726FBF-CB4A-AF8D-5B1E-DCD4213344B7}"/>
              </a:ext>
            </a:extLst>
          </p:cNvPr>
          <p:cNvSpPr>
            <a:spLocks noGrp="1"/>
          </p:cNvSpPr>
          <p:nvPr>
            <p:ph type="pic" sz="quarter" idx="33"/>
          </p:nvPr>
        </p:nvSpPr>
        <p:spPr bwMode="gray">
          <a:xfrm>
            <a:off x="6168008" y="3933056"/>
            <a:ext cx="2664000" cy="122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27" name="Text Placeholder 13">
            <a:extLst>
              <a:ext uri="{FF2B5EF4-FFF2-40B4-BE49-F238E27FC236}">
                <a16:creationId xmlns:a16="http://schemas.microsoft.com/office/drawing/2014/main" id="{D0D834FA-1583-AE1B-9B41-FD20F66F2287}"/>
              </a:ext>
            </a:extLst>
          </p:cNvPr>
          <p:cNvSpPr>
            <a:spLocks noGrp="1"/>
          </p:cNvSpPr>
          <p:nvPr>
            <p:ph type="body" sz="quarter" idx="31" hasCustomPrompt="1"/>
          </p:nvPr>
        </p:nvSpPr>
        <p:spPr bwMode="gray">
          <a:xfrm>
            <a:off x="6168008" y="5301368"/>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8" name="Text Placeholder 14">
            <a:extLst>
              <a:ext uri="{FF2B5EF4-FFF2-40B4-BE49-F238E27FC236}">
                <a16:creationId xmlns:a16="http://schemas.microsoft.com/office/drawing/2014/main" id="{D640CFF1-EE63-44B9-98DB-23D254A8FD24}"/>
              </a:ext>
            </a:extLst>
          </p:cNvPr>
          <p:cNvSpPr>
            <a:spLocks noGrp="1"/>
          </p:cNvSpPr>
          <p:nvPr>
            <p:ph type="body" sz="quarter" idx="32" hasCustomPrompt="1"/>
          </p:nvPr>
        </p:nvSpPr>
        <p:spPr bwMode="gray">
          <a:xfrm>
            <a:off x="6420036" y="5301368"/>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32" name="Picture Placeholder 8">
            <a:extLst>
              <a:ext uri="{FF2B5EF4-FFF2-40B4-BE49-F238E27FC236}">
                <a16:creationId xmlns:a16="http://schemas.microsoft.com/office/drawing/2014/main" id="{EAC21E38-8163-B540-E913-991D485220F7}"/>
              </a:ext>
            </a:extLst>
          </p:cNvPr>
          <p:cNvSpPr>
            <a:spLocks noGrp="1"/>
          </p:cNvSpPr>
          <p:nvPr>
            <p:ph type="pic" sz="quarter" idx="36"/>
          </p:nvPr>
        </p:nvSpPr>
        <p:spPr bwMode="gray">
          <a:xfrm>
            <a:off x="8976320" y="3933056"/>
            <a:ext cx="2664000" cy="122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30" name="Text Placeholder 15">
            <a:extLst>
              <a:ext uri="{FF2B5EF4-FFF2-40B4-BE49-F238E27FC236}">
                <a16:creationId xmlns:a16="http://schemas.microsoft.com/office/drawing/2014/main" id="{1F29D8D5-6E5E-8B9E-0128-955D7E46C229}"/>
              </a:ext>
            </a:extLst>
          </p:cNvPr>
          <p:cNvSpPr>
            <a:spLocks noGrp="1"/>
          </p:cNvSpPr>
          <p:nvPr>
            <p:ph type="body" sz="quarter" idx="34" hasCustomPrompt="1"/>
          </p:nvPr>
        </p:nvSpPr>
        <p:spPr bwMode="gray">
          <a:xfrm>
            <a:off x="8976320" y="5301368"/>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31" name="Text Placeholder 16">
            <a:extLst>
              <a:ext uri="{FF2B5EF4-FFF2-40B4-BE49-F238E27FC236}">
                <a16:creationId xmlns:a16="http://schemas.microsoft.com/office/drawing/2014/main" id="{841AE9E9-C6DA-13DA-947A-F29639F25832}"/>
              </a:ext>
            </a:extLst>
          </p:cNvPr>
          <p:cNvSpPr>
            <a:spLocks noGrp="1"/>
          </p:cNvSpPr>
          <p:nvPr>
            <p:ph type="body" sz="quarter" idx="35" hasCustomPrompt="1"/>
          </p:nvPr>
        </p:nvSpPr>
        <p:spPr bwMode="gray">
          <a:xfrm>
            <a:off x="9228348" y="5301368"/>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pic>
        <p:nvPicPr>
          <p:cNvPr id="33" name="Logo">
            <a:extLst>
              <a:ext uri="{FF2B5EF4-FFF2-40B4-BE49-F238E27FC236}">
                <a16:creationId xmlns:a16="http://schemas.microsoft.com/office/drawing/2014/main" id="{7D38B19B-8E1F-2476-5E13-10CCDB113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873303921"/>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7" pos="2026">
          <p15:clr>
            <a:srgbClr val="FBAE40"/>
          </p15:clr>
        </p15:guide>
        <p15:guide id="8" pos="2116">
          <p15:clr>
            <a:srgbClr val="FBAE40"/>
          </p15:clr>
        </p15:guide>
        <p15:guide id="9" pos="5564">
          <p15:clr>
            <a:srgbClr val="FBAE40"/>
          </p15:clr>
        </p15:guide>
        <p15:guide id="10" pos="565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26664"/>
            <a:ext cx="11088000" cy="914096"/>
          </a:xfrm>
        </p:spPr>
        <p:txBody>
          <a:bodyPr/>
          <a:lstStyle>
            <a:lvl1pPr>
              <a:defRPr sz="6600">
                <a:solidFill>
                  <a:schemeClr val="tx1"/>
                </a:solidFill>
              </a:defRPr>
            </a:lvl1pPr>
          </a:lstStyle>
          <a:p>
            <a:r>
              <a:rPr lang="en-US" noProof="0"/>
              <a:t>Agenda</a:t>
            </a:r>
          </a:p>
        </p:txBody>
      </p:sp>
      <p:pic>
        <p:nvPicPr>
          <p:cNvPr id="3" name="Logo">
            <a:extLst>
              <a:ext uri="{FF2B5EF4-FFF2-40B4-BE49-F238E27FC236}">
                <a16:creationId xmlns:a16="http://schemas.microsoft.com/office/drawing/2014/main" id="{80A9B968-2C0B-3E87-C3F8-5A609C6918B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469111759"/>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 Section Divider 1">
    <p:bg>
      <p:bgPr>
        <a:solidFill>
          <a:srgbClr val="FFFFFF"/>
        </a:solidFill>
        <a:effectLst/>
      </p:bgPr>
    </p:bg>
    <p:spTree>
      <p:nvGrpSpPr>
        <p:cNvPr id="1" name=""/>
        <p:cNvGrpSpPr/>
        <p:nvPr/>
      </p:nvGrpSpPr>
      <p:grpSpPr>
        <a:xfrm>
          <a:off x="0" y="0"/>
          <a:ext cx="0" cy="0"/>
          <a:chOff x="0" y="0"/>
          <a:chExt cx="0" cy="0"/>
        </a:xfrm>
      </p:grpSpPr>
      <p:pic>
        <p:nvPicPr>
          <p:cNvPr id="4" name="Gradient background">
            <a:extLst>
              <a:ext uri="{FF2B5EF4-FFF2-40B4-BE49-F238E27FC236}">
                <a16:creationId xmlns:a16="http://schemas.microsoft.com/office/drawing/2014/main" id="{95B531DC-EDFA-F406-F1A3-7CCD05D79506}"/>
              </a:ext>
            </a:extLst>
          </p:cNvPr>
          <p:cNvPicPr>
            <a:picLocks/>
          </p:cNvPicPr>
          <p:nvPr userDrawn="1"/>
        </p:nvPicPr>
        <p:blipFill>
          <a:blip>
            <a:extLst>
              <a:ext uri="{96DAC541-7B7A-43D3-8B79-37D633B846F1}">
                <asvg:svgBlip xmlns:asvg="http://schemas.microsoft.com/office/drawing/2016/SVG/main" r:embed="rId2"/>
              </a:ext>
            </a:extLst>
          </a:blip>
          <a:srcRect l="83735" t="784" r="487" b="784"/>
          <a:stretch>
            <a:fillRect/>
          </a:stretch>
        </p:blipFill>
        <p:spPr bwMode="hidden">
          <a:xfrm>
            <a:off x="11641138" y="1"/>
            <a:ext cx="555184" cy="6858000"/>
          </a:xfrm>
          <a:prstGeom prst="rect">
            <a:avLst/>
          </a:prstGeom>
        </p:spPr>
      </p:pic>
      <p:sp>
        <p:nvSpPr>
          <p:cNvPr id="2" name="Title 1">
            <a:extLst>
              <a:ext uri="{FF2B5EF4-FFF2-40B4-BE49-F238E27FC236}">
                <a16:creationId xmlns:a16="http://schemas.microsoft.com/office/drawing/2014/main" id="{B85CC55B-C320-BCEE-F065-D9048F6029B9}"/>
              </a:ext>
            </a:extLst>
          </p:cNvPr>
          <p:cNvSpPr>
            <a:spLocks noGrp="1"/>
          </p:cNvSpPr>
          <p:nvPr>
            <p:ph type="title" hasCustomPrompt="1"/>
          </p:nvPr>
        </p:nvSpPr>
        <p:spPr bwMode="gray">
          <a:xfrm>
            <a:off x="551384" y="512676"/>
            <a:ext cx="10440000" cy="2528962"/>
          </a:xfrm>
        </p:spPr>
        <p:txBody>
          <a:bodyPr anchor="t"/>
          <a:lstStyle>
            <a:lvl1pPr>
              <a:lnSpc>
                <a:spcPct val="83000"/>
              </a:lnSpc>
              <a:defRPr sz="6600"/>
            </a:lvl1pPr>
          </a:lstStyle>
          <a:p>
            <a:r>
              <a:rPr lang="en-US" noProof="0"/>
              <a:t>X. Click to edit section name (maximum three lines)</a:t>
            </a:r>
          </a:p>
        </p:txBody>
      </p:sp>
      <p:sp>
        <p:nvSpPr>
          <p:cNvPr id="3" name="Text Placeholder 1">
            <a:extLst>
              <a:ext uri="{FF2B5EF4-FFF2-40B4-BE49-F238E27FC236}">
                <a16:creationId xmlns:a16="http://schemas.microsoft.com/office/drawing/2014/main" id="{8656E0B2-AAD7-833E-F127-94C389D991A9}"/>
              </a:ext>
            </a:extLst>
          </p:cNvPr>
          <p:cNvSpPr>
            <a:spLocks noGrp="1"/>
          </p:cNvSpPr>
          <p:nvPr>
            <p:ph type="body" idx="1" hasCustomPrompt="1"/>
          </p:nvPr>
        </p:nvSpPr>
        <p:spPr bwMode="gray">
          <a:xfrm>
            <a:off x="551384" y="3320988"/>
            <a:ext cx="10440000" cy="369332"/>
          </a:xfrm>
          <a:prstGeom prst="rect">
            <a:avLst/>
          </a:prstGeom>
        </p:spPr>
        <p:txBody>
          <a:bodyPr>
            <a:spAutoFit/>
          </a:bodyPr>
          <a:lstStyle>
            <a:lvl1pPr marL="216000" indent="-216000">
              <a:spcBef>
                <a:spcPts val="800"/>
              </a:spcBef>
              <a:buFont typeface="Arial" panose="020B0604020202020204" pitchFamily="34" charset="0"/>
              <a:buChar char="•"/>
              <a:defRPr sz="2400" b="0">
                <a:solidFill>
                  <a:schemeClr val="tx1"/>
                </a:solidFill>
                <a:latin typeface="+mn-lt"/>
              </a:defRPr>
            </a:lvl1pPr>
            <a:lvl2pPr marL="216000" indent="-216000">
              <a:spcBef>
                <a:spcPts val="800"/>
              </a:spcBef>
              <a:buFont typeface="Arial" panose="020B0604020202020204" pitchFamily="34" charset="0"/>
              <a:buChar char="•"/>
              <a:defRPr sz="2400" b="0">
                <a:solidFill>
                  <a:schemeClr val="tx1"/>
                </a:solidFill>
                <a:latin typeface="+mn-lt"/>
              </a:defRPr>
            </a:lvl2pPr>
            <a:lvl3pPr marL="216000" indent="-216000">
              <a:spcBef>
                <a:spcPts val="800"/>
              </a:spcBef>
              <a:buFont typeface="Arial" panose="020B0604020202020204" pitchFamily="34" charset="0"/>
              <a:buChar char="•"/>
              <a:defRPr sz="2400" b="0">
                <a:solidFill>
                  <a:schemeClr val="tx1"/>
                </a:solidFill>
                <a:latin typeface="+mn-lt"/>
              </a:defRPr>
            </a:lvl3pPr>
            <a:lvl4pPr marL="216000" indent="-216000">
              <a:spcBef>
                <a:spcPts val="800"/>
              </a:spcBef>
              <a:buFont typeface="Arial" panose="020B0604020202020204" pitchFamily="34" charset="0"/>
              <a:buChar char="•"/>
              <a:defRPr sz="2400" b="0">
                <a:solidFill>
                  <a:schemeClr val="tx1"/>
                </a:solidFill>
                <a:latin typeface="+mn-lt"/>
              </a:defRPr>
            </a:lvl4pPr>
            <a:lvl5pPr marL="216000" indent="-216000">
              <a:spcBef>
                <a:spcPts val="800"/>
              </a:spcBef>
              <a:buFont typeface="Arial" panose="020B0604020202020204" pitchFamily="34" charset="0"/>
              <a:buChar char="•"/>
              <a:defRPr sz="2400" b="0">
                <a:solidFill>
                  <a:schemeClr val="tx1"/>
                </a:solidFill>
                <a:latin typeface="+mn-lt"/>
              </a:defRPr>
            </a:lvl5pPr>
            <a:lvl6pPr marL="216000" indent="-216000">
              <a:spcBef>
                <a:spcPts val="800"/>
              </a:spcBef>
              <a:buFont typeface="Arial" panose="020B0604020202020204" pitchFamily="34" charset="0"/>
              <a:buChar char="•"/>
              <a:defRPr sz="2400" b="0">
                <a:solidFill>
                  <a:schemeClr val="tx1"/>
                </a:solidFill>
                <a:latin typeface="+mn-lt"/>
              </a:defRPr>
            </a:lvl6pPr>
            <a:lvl7pPr marL="216000" indent="-216000">
              <a:spcBef>
                <a:spcPts val="800"/>
              </a:spcBef>
              <a:buFont typeface="Arial" panose="020B0604020202020204" pitchFamily="34" charset="0"/>
              <a:buChar char="•"/>
              <a:defRPr sz="2400" b="0">
                <a:solidFill>
                  <a:schemeClr val="tx1"/>
                </a:solidFill>
                <a:latin typeface="+mn-lt"/>
              </a:defRPr>
            </a:lvl7pPr>
            <a:lvl8pPr marL="216000" indent="-216000">
              <a:spcBef>
                <a:spcPts val="800"/>
              </a:spcBef>
              <a:buFont typeface="Arial" panose="020B0604020202020204" pitchFamily="34" charset="0"/>
              <a:buChar char="•"/>
              <a:defRPr sz="2400" b="0">
                <a:solidFill>
                  <a:schemeClr val="tx1"/>
                </a:solidFill>
                <a:latin typeface="+mn-lt"/>
              </a:defRPr>
            </a:lvl8pPr>
            <a:lvl9pPr marL="216000" indent="-216000">
              <a:spcBef>
                <a:spcPts val="800"/>
              </a:spcBef>
              <a:buFont typeface="Arial" panose="020B0604020202020204" pitchFamily="34" charset="0"/>
              <a:buChar char="•"/>
              <a:defRPr sz="2400" b="0">
                <a:solidFill>
                  <a:schemeClr val="tx1"/>
                </a:solidFill>
                <a:latin typeface="+mn-lt"/>
              </a:defRPr>
            </a:lvl9pPr>
          </a:lstStyle>
          <a:p>
            <a:pPr lvl="0"/>
            <a:r>
              <a:rPr lang="en-US" noProof="0"/>
              <a:t>Click to edit optional subpoint(s)</a:t>
            </a:r>
          </a:p>
        </p:txBody>
      </p:sp>
      <p:pic>
        <p:nvPicPr>
          <p:cNvPr id="10" name="Logo">
            <a:extLst>
              <a:ext uri="{FF2B5EF4-FFF2-40B4-BE49-F238E27FC236}">
                <a16:creationId xmlns:a16="http://schemas.microsoft.com/office/drawing/2014/main" id="{F5F7C4CC-8B8D-1C83-BF94-876E28A3522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589400166"/>
      </p:ext>
    </p:extLst>
  </p:cSld>
  <p:clrMapOvr>
    <a:masterClrMapping/>
  </p:clrMapOvr>
  <p:extLst>
    <p:ext uri="{DCECCB84-F9BA-43D5-87BE-67443E8EF086}">
      <p15:sldGuideLst xmlns:p15="http://schemas.microsoft.com/office/powerpoint/2012/main">
        <p15:guide id="1" pos="692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 Section Divi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C55B-C320-BCEE-F065-D9048F6029B9}"/>
              </a:ext>
            </a:extLst>
          </p:cNvPr>
          <p:cNvSpPr>
            <a:spLocks noGrp="1"/>
          </p:cNvSpPr>
          <p:nvPr>
            <p:ph type="title" hasCustomPrompt="1"/>
          </p:nvPr>
        </p:nvSpPr>
        <p:spPr bwMode="gray">
          <a:xfrm>
            <a:off x="551384" y="512676"/>
            <a:ext cx="10440000" cy="2528962"/>
          </a:xfrm>
        </p:spPr>
        <p:txBody>
          <a:bodyPr anchor="t"/>
          <a:lstStyle>
            <a:lvl1pPr>
              <a:lnSpc>
                <a:spcPct val="83000"/>
              </a:lnSpc>
              <a:defRPr sz="6600"/>
            </a:lvl1pPr>
          </a:lstStyle>
          <a:p>
            <a:r>
              <a:rPr lang="en-US" noProof="0"/>
              <a:t>X. Click to edit section name (maximum three lines)</a:t>
            </a:r>
          </a:p>
        </p:txBody>
      </p:sp>
      <p:sp>
        <p:nvSpPr>
          <p:cNvPr id="3" name="Text Placeholder 1">
            <a:extLst>
              <a:ext uri="{FF2B5EF4-FFF2-40B4-BE49-F238E27FC236}">
                <a16:creationId xmlns:a16="http://schemas.microsoft.com/office/drawing/2014/main" id="{8656E0B2-AAD7-833E-F127-94C389D991A9}"/>
              </a:ext>
            </a:extLst>
          </p:cNvPr>
          <p:cNvSpPr>
            <a:spLocks noGrp="1"/>
          </p:cNvSpPr>
          <p:nvPr>
            <p:ph type="body" idx="1" hasCustomPrompt="1"/>
          </p:nvPr>
        </p:nvSpPr>
        <p:spPr bwMode="gray">
          <a:xfrm>
            <a:off x="551384" y="3320988"/>
            <a:ext cx="10440000" cy="369332"/>
          </a:xfrm>
          <a:prstGeom prst="rect">
            <a:avLst/>
          </a:prstGeom>
        </p:spPr>
        <p:txBody>
          <a:bodyPr>
            <a:spAutoFit/>
          </a:bodyPr>
          <a:lstStyle>
            <a:lvl1pPr marL="216000" indent="-216000">
              <a:spcBef>
                <a:spcPts val="800"/>
              </a:spcBef>
              <a:buFont typeface="Arial" panose="020B0604020202020204" pitchFamily="34" charset="0"/>
              <a:buChar char="•"/>
              <a:defRPr sz="2400" b="0">
                <a:solidFill>
                  <a:schemeClr val="tx1"/>
                </a:solidFill>
                <a:latin typeface="+mn-lt"/>
              </a:defRPr>
            </a:lvl1pPr>
            <a:lvl2pPr marL="216000" indent="-216000">
              <a:spcBef>
                <a:spcPts val="800"/>
              </a:spcBef>
              <a:buFont typeface="Arial" panose="020B0604020202020204" pitchFamily="34" charset="0"/>
              <a:buChar char="•"/>
              <a:defRPr sz="2400" b="0">
                <a:solidFill>
                  <a:schemeClr val="tx1"/>
                </a:solidFill>
                <a:latin typeface="+mn-lt"/>
              </a:defRPr>
            </a:lvl2pPr>
            <a:lvl3pPr marL="216000" indent="-216000">
              <a:spcBef>
                <a:spcPts val="800"/>
              </a:spcBef>
              <a:buFont typeface="Arial" panose="020B0604020202020204" pitchFamily="34" charset="0"/>
              <a:buChar char="•"/>
              <a:defRPr sz="2400" b="0">
                <a:solidFill>
                  <a:schemeClr val="tx1"/>
                </a:solidFill>
                <a:latin typeface="+mn-lt"/>
              </a:defRPr>
            </a:lvl3pPr>
            <a:lvl4pPr marL="216000" indent="-216000">
              <a:spcBef>
                <a:spcPts val="800"/>
              </a:spcBef>
              <a:buFont typeface="Arial" panose="020B0604020202020204" pitchFamily="34" charset="0"/>
              <a:buChar char="•"/>
              <a:defRPr sz="2400" b="0">
                <a:solidFill>
                  <a:schemeClr val="tx1"/>
                </a:solidFill>
                <a:latin typeface="+mn-lt"/>
              </a:defRPr>
            </a:lvl4pPr>
            <a:lvl5pPr marL="216000" indent="-216000">
              <a:spcBef>
                <a:spcPts val="800"/>
              </a:spcBef>
              <a:buFont typeface="Arial" panose="020B0604020202020204" pitchFamily="34" charset="0"/>
              <a:buChar char="•"/>
              <a:defRPr sz="2400" b="0">
                <a:solidFill>
                  <a:schemeClr val="tx1"/>
                </a:solidFill>
                <a:latin typeface="+mn-lt"/>
              </a:defRPr>
            </a:lvl5pPr>
            <a:lvl6pPr marL="216000" indent="-216000">
              <a:spcBef>
                <a:spcPts val="800"/>
              </a:spcBef>
              <a:buFont typeface="Arial" panose="020B0604020202020204" pitchFamily="34" charset="0"/>
              <a:buChar char="•"/>
              <a:defRPr sz="2400" b="0">
                <a:solidFill>
                  <a:schemeClr val="tx1"/>
                </a:solidFill>
                <a:latin typeface="+mn-lt"/>
              </a:defRPr>
            </a:lvl6pPr>
            <a:lvl7pPr marL="216000" indent="-216000">
              <a:spcBef>
                <a:spcPts val="800"/>
              </a:spcBef>
              <a:buFont typeface="Arial" panose="020B0604020202020204" pitchFamily="34" charset="0"/>
              <a:buChar char="•"/>
              <a:defRPr sz="2400" b="0">
                <a:solidFill>
                  <a:schemeClr val="tx1"/>
                </a:solidFill>
                <a:latin typeface="+mn-lt"/>
              </a:defRPr>
            </a:lvl7pPr>
            <a:lvl8pPr marL="216000" indent="-216000">
              <a:spcBef>
                <a:spcPts val="800"/>
              </a:spcBef>
              <a:buFont typeface="Arial" panose="020B0604020202020204" pitchFamily="34" charset="0"/>
              <a:buChar char="•"/>
              <a:defRPr sz="2400" b="0">
                <a:solidFill>
                  <a:schemeClr val="tx1"/>
                </a:solidFill>
                <a:latin typeface="+mn-lt"/>
              </a:defRPr>
            </a:lvl8pPr>
            <a:lvl9pPr marL="216000" indent="-216000">
              <a:spcBef>
                <a:spcPts val="800"/>
              </a:spcBef>
              <a:buFont typeface="Arial" panose="020B0604020202020204" pitchFamily="34" charset="0"/>
              <a:buChar char="•"/>
              <a:defRPr sz="2400" b="0">
                <a:solidFill>
                  <a:schemeClr val="tx1"/>
                </a:solidFill>
                <a:latin typeface="+mn-lt"/>
              </a:defRPr>
            </a:lvl9pPr>
          </a:lstStyle>
          <a:p>
            <a:pPr lvl="0"/>
            <a:r>
              <a:rPr lang="en-US" noProof="0"/>
              <a:t>Click to edit optional subpoint(s)</a:t>
            </a:r>
          </a:p>
        </p:txBody>
      </p:sp>
      <p:pic>
        <p:nvPicPr>
          <p:cNvPr id="10" name="Logo">
            <a:extLst>
              <a:ext uri="{FF2B5EF4-FFF2-40B4-BE49-F238E27FC236}">
                <a16:creationId xmlns:a16="http://schemas.microsoft.com/office/drawing/2014/main" id="{F5F7C4CC-8B8D-1C83-BF94-876E28A3522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pic>
        <p:nvPicPr>
          <p:cNvPr id="7" name="Graphic 6">
            <a:extLst>
              <a:ext uri="{FF2B5EF4-FFF2-40B4-BE49-F238E27FC236}">
                <a16:creationId xmlns:a16="http://schemas.microsoft.com/office/drawing/2014/main" id="{C319D055-168E-C9A6-4B8C-59B80F8FA40D}"/>
              </a:ext>
            </a:extLst>
          </p:cNvPr>
          <p:cNvPicPr>
            <a:picLocks noChangeAspect="1"/>
          </p:cNvPicPr>
          <p:nvPr userDrawn="1"/>
        </p:nvPicPr>
        <p:blipFill>
          <a:blip>
            <a:extLst>
              <a:ext uri="{96DAC541-7B7A-43D3-8B79-37D633B846F1}">
                <asvg:svgBlip xmlns:asvg="http://schemas.microsoft.com/office/drawing/2016/SVG/main" r:embed="rId3"/>
              </a:ext>
            </a:extLst>
          </a:blip>
          <a:srcRect r="90878"/>
          <a:stretch>
            <a:fillRect/>
          </a:stretch>
        </p:blipFill>
        <p:spPr>
          <a:xfrm flipH="1">
            <a:off x="11641138" y="0"/>
            <a:ext cx="558232" cy="6858000"/>
          </a:xfrm>
          <a:prstGeom prst="rect">
            <a:avLst/>
          </a:prstGeom>
        </p:spPr>
      </p:pic>
    </p:spTree>
    <p:extLst>
      <p:ext uri="{BB962C8B-B14F-4D97-AF65-F5344CB8AC3E}">
        <p14:creationId xmlns:p14="http://schemas.microsoft.com/office/powerpoint/2010/main" val="1915054142"/>
      </p:ext>
    </p:extLst>
  </p:cSld>
  <p:clrMapOvr>
    <a:masterClrMapping/>
  </p:clrMapOvr>
  <p:extLst>
    <p:ext uri="{DCECCB84-F9BA-43D5-87BE-67443E8EF086}">
      <p15:sldGuideLst xmlns:p15="http://schemas.microsoft.com/office/powerpoint/2012/main">
        <p15:guide id="1" pos="692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Section Divi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C55B-C320-BCEE-F065-D9048F6029B9}"/>
              </a:ext>
            </a:extLst>
          </p:cNvPr>
          <p:cNvSpPr>
            <a:spLocks noGrp="1"/>
          </p:cNvSpPr>
          <p:nvPr>
            <p:ph type="title" hasCustomPrompt="1"/>
          </p:nvPr>
        </p:nvSpPr>
        <p:spPr bwMode="gray">
          <a:xfrm>
            <a:off x="551384" y="512676"/>
            <a:ext cx="4926549" cy="2528962"/>
          </a:xfrm>
        </p:spPr>
        <p:txBody>
          <a:bodyPr anchor="t"/>
          <a:lstStyle>
            <a:lvl1pPr>
              <a:lnSpc>
                <a:spcPct val="83000"/>
              </a:lnSpc>
              <a:defRPr sz="6600"/>
            </a:lvl1pPr>
          </a:lstStyle>
          <a:p>
            <a:r>
              <a:rPr lang="en-US" noProof="0"/>
              <a:t>X. Section name (max. three lines)</a:t>
            </a:r>
          </a:p>
        </p:txBody>
      </p:sp>
      <p:sp>
        <p:nvSpPr>
          <p:cNvPr id="3" name="Text Placeholder 1">
            <a:extLst>
              <a:ext uri="{FF2B5EF4-FFF2-40B4-BE49-F238E27FC236}">
                <a16:creationId xmlns:a16="http://schemas.microsoft.com/office/drawing/2014/main" id="{8656E0B2-AAD7-833E-F127-94C389D991A9}"/>
              </a:ext>
            </a:extLst>
          </p:cNvPr>
          <p:cNvSpPr>
            <a:spLocks noGrp="1"/>
          </p:cNvSpPr>
          <p:nvPr>
            <p:ph type="body" idx="1" hasCustomPrompt="1"/>
          </p:nvPr>
        </p:nvSpPr>
        <p:spPr bwMode="gray">
          <a:xfrm>
            <a:off x="551384" y="3593291"/>
            <a:ext cx="5072628" cy="369332"/>
          </a:xfrm>
          <a:prstGeom prst="rect">
            <a:avLst/>
          </a:prstGeom>
        </p:spPr>
        <p:txBody>
          <a:bodyPr wrap="square">
            <a:spAutoFit/>
          </a:bodyPr>
          <a:lstStyle>
            <a:lvl1pPr marL="216000" indent="-216000">
              <a:spcBef>
                <a:spcPts val="800"/>
              </a:spcBef>
              <a:buFont typeface="Arial" panose="020B0604020202020204" pitchFamily="34" charset="0"/>
              <a:buChar char="•"/>
              <a:defRPr sz="2400" b="0">
                <a:solidFill>
                  <a:schemeClr val="tx1"/>
                </a:solidFill>
                <a:latin typeface="+mn-lt"/>
              </a:defRPr>
            </a:lvl1pPr>
            <a:lvl2pPr marL="216000" indent="-216000">
              <a:spcBef>
                <a:spcPts val="800"/>
              </a:spcBef>
              <a:buFont typeface="Arial" panose="020B0604020202020204" pitchFamily="34" charset="0"/>
              <a:buChar char="•"/>
              <a:defRPr sz="2400" b="0">
                <a:solidFill>
                  <a:schemeClr val="tx1"/>
                </a:solidFill>
                <a:latin typeface="+mn-lt"/>
              </a:defRPr>
            </a:lvl2pPr>
            <a:lvl3pPr marL="216000" indent="-216000">
              <a:spcBef>
                <a:spcPts val="800"/>
              </a:spcBef>
              <a:buFont typeface="Arial" panose="020B0604020202020204" pitchFamily="34" charset="0"/>
              <a:buChar char="•"/>
              <a:defRPr sz="2400" b="0">
                <a:solidFill>
                  <a:schemeClr val="tx1"/>
                </a:solidFill>
                <a:latin typeface="+mn-lt"/>
              </a:defRPr>
            </a:lvl3pPr>
            <a:lvl4pPr marL="216000" indent="-216000">
              <a:spcBef>
                <a:spcPts val="800"/>
              </a:spcBef>
              <a:buFont typeface="Arial" panose="020B0604020202020204" pitchFamily="34" charset="0"/>
              <a:buChar char="•"/>
              <a:defRPr sz="2400" b="0">
                <a:solidFill>
                  <a:schemeClr val="tx1"/>
                </a:solidFill>
                <a:latin typeface="+mn-lt"/>
              </a:defRPr>
            </a:lvl4pPr>
            <a:lvl5pPr marL="216000" indent="-216000">
              <a:spcBef>
                <a:spcPts val="800"/>
              </a:spcBef>
              <a:buFont typeface="Arial" panose="020B0604020202020204" pitchFamily="34" charset="0"/>
              <a:buChar char="•"/>
              <a:defRPr sz="2400" b="0">
                <a:solidFill>
                  <a:schemeClr val="tx1"/>
                </a:solidFill>
                <a:latin typeface="+mn-lt"/>
              </a:defRPr>
            </a:lvl5pPr>
            <a:lvl6pPr marL="216000" indent="-216000">
              <a:spcBef>
                <a:spcPts val="800"/>
              </a:spcBef>
              <a:buFont typeface="Arial" panose="020B0604020202020204" pitchFamily="34" charset="0"/>
              <a:buChar char="•"/>
              <a:defRPr sz="2400" b="0">
                <a:solidFill>
                  <a:schemeClr val="tx1"/>
                </a:solidFill>
                <a:latin typeface="+mn-lt"/>
              </a:defRPr>
            </a:lvl6pPr>
            <a:lvl7pPr marL="216000" indent="-216000">
              <a:spcBef>
                <a:spcPts val="800"/>
              </a:spcBef>
              <a:buFont typeface="Arial" panose="020B0604020202020204" pitchFamily="34" charset="0"/>
              <a:buChar char="•"/>
              <a:defRPr sz="2400" b="0">
                <a:solidFill>
                  <a:schemeClr val="tx1"/>
                </a:solidFill>
                <a:latin typeface="+mn-lt"/>
              </a:defRPr>
            </a:lvl7pPr>
            <a:lvl8pPr marL="216000" indent="-216000">
              <a:spcBef>
                <a:spcPts val="800"/>
              </a:spcBef>
              <a:buFont typeface="Arial" panose="020B0604020202020204" pitchFamily="34" charset="0"/>
              <a:buChar char="•"/>
              <a:defRPr sz="2400" b="0">
                <a:solidFill>
                  <a:schemeClr val="tx1"/>
                </a:solidFill>
                <a:latin typeface="+mn-lt"/>
              </a:defRPr>
            </a:lvl8pPr>
            <a:lvl9pPr marL="216000" indent="-216000">
              <a:spcBef>
                <a:spcPts val="800"/>
              </a:spcBef>
              <a:buFont typeface="Arial" panose="020B0604020202020204" pitchFamily="34" charset="0"/>
              <a:buChar char="•"/>
              <a:defRPr sz="2400" b="0">
                <a:solidFill>
                  <a:schemeClr val="tx1"/>
                </a:solidFill>
                <a:latin typeface="+mn-lt"/>
              </a:defRPr>
            </a:lvl9pPr>
          </a:lstStyle>
          <a:p>
            <a:pPr lvl="0"/>
            <a:r>
              <a:rPr lang="en-US" noProof="0"/>
              <a:t>Click to edit optional subpoint(s)</a:t>
            </a:r>
          </a:p>
        </p:txBody>
      </p:sp>
      <p:sp>
        <p:nvSpPr>
          <p:cNvPr id="4" name="Picture Placeholder 1">
            <a:extLst>
              <a:ext uri="{FF2B5EF4-FFF2-40B4-BE49-F238E27FC236}">
                <a16:creationId xmlns:a16="http://schemas.microsoft.com/office/drawing/2014/main" id="{4CA65FF8-CA33-78E1-DB61-531BB02E1EBD}"/>
              </a:ext>
            </a:extLst>
          </p:cNvPr>
          <p:cNvSpPr>
            <a:spLocks noGrp="1"/>
          </p:cNvSpPr>
          <p:nvPr>
            <p:ph type="pic" sz="quarter" idx="14"/>
          </p:nvPr>
        </p:nvSpPr>
        <p:spPr bwMode="gray">
          <a:xfrm>
            <a:off x="6168008" y="0"/>
            <a:ext cx="6023992" cy="6858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pic>
        <p:nvPicPr>
          <p:cNvPr id="10" name="Logo">
            <a:extLst>
              <a:ext uri="{FF2B5EF4-FFF2-40B4-BE49-F238E27FC236}">
                <a16:creationId xmlns:a16="http://schemas.microsoft.com/office/drawing/2014/main" id="{F5F7C4CC-8B8D-1C83-BF94-876E28A3522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09715118"/>
      </p:ext>
    </p:extLst>
  </p:cSld>
  <p:clrMapOvr>
    <a:masterClrMapping/>
  </p:clrMapOvr>
  <p:extLst>
    <p:ext uri="{DCECCB84-F9BA-43D5-87BE-67443E8EF086}">
      <p15:sldGuideLst xmlns:p15="http://schemas.microsoft.com/office/powerpoint/2012/main">
        <p15:guide id="2" pos="3795">
          <p15:clr>
            <a:srgbClr val="FBAE40"/>
          </p15:clr>
        </p15:guide>
        <p15:guide id="3" pos="388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p:txBody>
          <a:bodyPr/>
          <a:lstStyle/>
          <a:p>
            <a:r>
              <a:rPr lang="en-US" noProof="0"/>
              <a:t>Click to edit slide title (maximum two lines)</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3F156D71-E0B5-D6E1-661C-545C3C90E20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783693145"/>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11088000" cy="415498"/>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11088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10" name="Logo">
            <a:extLst>
              <a:ext uri="{FF2B5EF4-FFF2-40B4-BE49-F238E27FC236}">
                <a16:creationId xmlns:a16="http://schemas.microsoft.com/office/drawing/2014/main" id="{B4620EFA-9440-BC50-A006-00442344819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126573895"/>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text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5473179" cy="415498"/>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473179"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10" name="Logo">
            <a:extLst>
              <a:ext uri="{FF2B5EF4-FFF2-40B4-BE49-F238E27FC236}">
                <a16:creationId xmlns:a16="http://schemas.microsoft.com/office/drawing/2014/main" id="{B4620EFA-9440-BC50-A006-00442344819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625629829"/>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and tex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11088000" cy="415498"/>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472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2">
            <a:extLst>
              <a:ext uri="{FF2B5EF4-FFF2-40B4-BE49-F238E27FC236}">
                <a16:creationId xmlns:a16="http://schemas.microsoft.com/office/drawing/2014/main" id="{969B420C-8A57-5FE0-A3B3-87E196E65D2A}"/>
              </a:ext>
            </a:extLst>
          </p:cNvPr>
          <p:cNvSpPr>
            <a:spLocks noGrp="1"/>
          </p:cNvSpPr>
          <p:nvPr>
            <p:ph type="body" sz="quarter" idx="14" hasCustomPrompt="1"/>
          </p:nvPr>
        </p:nvSpPr>
        <p:spPr bwMode="gray">
          <a:xfrm>
            <a:off x="6168008" y="1844824"/>
            <a:ext cx="5472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7" name="Logo">
            <a:extLst>
              <a:ext uri="{FF2B5EF4-FFF2-40B4-BE49-F238E27FC236}">
                <a16:creationId xmlns:a16="http://schemas.microsoft.com/office/drawing/2014/main" id="{3044E95F-CA3F-13A8-2786-33924D4D7A0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777272829"/>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153">
          <p15:clr>
            <a:srgbClr val="9FCC3B"/>
          </p15:clr>
        </p15:guide>
        <p15:guide id="14" pos="6244">
          <p15:clr>
            <a:srgbClr val="9FCC3B"/>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and text (thre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11088000" cy="415498"/>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3" y="1844824"/>
            <a:ext cx="3600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2">
            <a:extLst>
              <a:ext uri="{FF2B5EF4-FFF2-40B4-BE49-F238E27FC236}">
                <a16:creationId xmlns:a16="http://schemas.microsoft.com/office/drawing/2014/main" id="{969B420C-8A57-5FE0-A3B3-87E196E65D2A}"/>
              </a:ext>
            </a:extLst>
          </p:cNvPr>
          <p:cNvSpPr>
            <a:spLocks noGrp="1"/>
          </p:cNvSpPr>
          <p:nvPr>
            <p:ph type="body" sz="quarter" idx="14" hasCustomPrompt="1"/>
          </p:nvPr>
        </p:nvSpPr>
        <p:spPr bwMode="gray">
          <a:xfrm>
            <a:off x="4295800" y="1844824"/>
            <a:ext cx="3600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3">
            <a:extLst>
              <a:ext uri="{FF2B5EF4-FFF2-40B4-BE49-F238E27FC236}">
                <a16:creationId xmlns:a16="http://schemas.microsoft.com/office/drawing/2014/main" id="{41804F57-3A4A-9DF7-253D-B1D02A1E5C58}"/>
              </a:ext>
            </a:extLst>
          </p:cNvPr>
          <p:cNvSpPr>
            <a:spLocks noGrp="1"/>
          </p:cNvSpPr>
          <p:nvPr>
            <p:ph type="body" sz="quarter" idx="15" hasCustomPrompt="1"/>
          </p:nvPr>
        </p:nvSpPr>
        <p:spPr bwMode="gray">
          <a:xfrm>
            <a:off x="8040216" y="1844824"/>
            <a:ext cx="3600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8" name="Logo">
            <a:extLst>
              <a:ext uri="{FF2B5EF4-FFF2-40B4-BE49-F238E27FC236}">
                <a16:creationId xmlns:a16="http://schemas.microsoft.com/office/drawing/2014/main" id="{E285D2F7-CECB-F944-A2C5-B4FE6727F64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982153892"/>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527">
          <p15:clr>
            <a:srgbClr val="9FCC3B"/>
          </p15:clr>
        </p15:guide>
        <p15:guide id="12" pos="1436">
          <p15:clr>
            <a:srgbClr val="9FCC3B"/>
          </p15:clr>
        </p15:guide>
        <p15:guide id="13" pos="6244">
          <p15:clr>
            <a:srgbClr val="9FCC3B"/>
          </p15:clr>
        </p15:guide>
        <p15:guide id="14" pos="6153">
          <p15:clr>
            <a:srgbClr val="9FCC3B"/>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Title, text and imag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6569120" y="476672"/>
            <a:ext cx="5072018"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6569120" y="1844824"/>
            <a:ext cx="5072018"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0" y="0"/>
            <a:ext cx="6023992" cy="6858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pic>
        <p:nvPicPr>
          <p:cNvPr id="3" name="Logo">
            <a:extLst>
              <a:ext uri="{FF2B5EF4-FFF2-40B4-BE49-F238E27FC236}">
                <a16:creationId xmlns:a16="http://schemas.microsoft.com/office/drawing/2014/main" id="{8DF71F51-0B3A-FA94-83C0-0892861AA27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9912350" y="6301888"/>
            <a:ext cx="1691980" cy="252837"/>
          </a:xfrm>
          <a:prstGeom prst="rect">
            <a:avLst/>
          </a:prstGeom>
        </p:spPr>
      </p:pic>
    </p:spTree>
    <p:extLst>
      <p:ext uri="{BB962C8B-B14F-4D97-AF65-F5344CB8AC3E}">
        <p14:creationId xmlns:p14="http://schemas.microsoft.com/office/powerpoint/2010/main" val="121133435"/>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Title, text and imag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5072018"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072018"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6168008" y="0"/>
            <a:ext cx="6023992" cy="6858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pic>
        <p:nvPicPr>
          <p:cNvPr id="3" name="Logo">
            <a:extLst>
              <a:ext uri="{FF2B5EF4-FFF2-40B4-BE49-F238E27FC236}">
                <a16:creationId xmlns:a16="http://schemas.microsoft.com/office/drawing/2014/main" id="{8DF71F51-0B3A-FA94-83C0-0892861AA27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255808818"/>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 Title, text and two images (Left)">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0" y="0"/>
            <a:ext cx="6023992" cy="3357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4" name="Picture Placeholder 2">
            <a:extLst>
              <a:ext uri="{FF2B5EF4-FFF2-40B4-BE49-F238E27FC236}">
                <a16:creationId xmlns:a16="http://schemas.microsoft.com/office/drawing/2014/main" id="{1572822B-059A-B7AD-0BBE-CC9F10D80A89}"/>
              </a:ext>
            </a:extLst>
          </p:cNvPr>
          <p:cNvSpPr>
            <a:spLocks noGrp="1"/>
          </p:cNvSpPr>
          <p:nvPr>
            <p:ph type="pic" sz="quarter" idx="15"/>
          </p:nvPr>
        </p:nvSpPr>
        <p:spPr bwMode="gray">
          <a:xfrm>
            <a:off x="0" y="3501000"/>
            <a:ext cx="6023992" cy="3357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pic>
        <p:nvPicPr>
          <p:cNvPr id="5" name="Logo">
            <a:extLst>
              <a:ext uri="{FF2B5EF4-FFF2-40B4-BE49-F238E27FC236}">
                <a16:creationId xmlns:a16="http://schemas.microsoft.com/office/drawing/2014/main" id="{BF778B60-B2B6-2C1B-6489-97359DB6250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9912350" y="6301888"/>
            <a:ext cx="1691980" cy="252837"/>
          </a:xfrm>
          <a:prstGeom prst="rect">
            <a:avLst/>
          </a:prstGeom>
        </p:spPr>
      </p:pic>
      <p:sp>
        <p:nvSpPr>
          <p:cNvPr id="7" name="Title 1">
            <a:extLst>
              <a:ext uri="{FF2B5EF4-FFF2-40B4-BE49-F238E27FC236}">
                <a16:creationId xmlns:a16="http://schemas.microsoft.com/office/drawing/2014/main" id="{E2DDFF32-ABCB-33C4-9D6C-A673B4B538DF}"/>
              </a:ext>
            </a:extLst>
          </p:cNvPr>
          <p:cNvSpPr>
            <a:spLocks noGrp="1"/>
          </p:cNvSpPr>
          <p:nvPr>
            <p:ph type="title" hasCustomPrompt="1"/>
          </p:nvPr>
        </p:nvSpPr>
        <p:spPr bwMode="gray">
          <a:xfrm>
            <a:off x="6569120" y="476672"/>
            <a:ext cx="5072018" cy="830997"/>
          </a:xfrm>
        </p:spPr>
        <p:txBody>
          <a:bodyPr/>
          <a:lstStyle>
            <a:lvl1pPr>
              <a:defRPr/>
            </a:lvl1pPr>
          </a:lstStyle>
          <a:p>
            <a:r>
              <a:rPr lang="en-US" noProof="0"/>
              <a:t>Click to edit slide title (maximum two lines)</a:t>
            </a:r>
          </a:p>
        </p:txBody>
      </p:sp>
      <p:sp>
        <p:nvSpPr>
          <p:cNvPr id="9" name="Text Placeholder 1">
            <a:extLst>
              <a:ext uri="{FF2B5EF4-FFF2-40B4-BE49-F238E27FC236}">
                <a16:creationId xmlns:a16="http://schemas.microsoft.com/office/drawing/2014/main" id="{E09FD615-2E6A-9A47-5949-05F77046EE40}"/>
              </a:ext>
            </a:extLst>
          </p:cNvPr>
          <p:cNvSpPr>
            <a:spLocks noGrp="1"/>
          </p:cNvSpPr>
          <p:nvPr>
            <p:ph type="body" sz="quarter" idx="13" hasCustomPrompt="1"/>
          </p:nvPr>
        </p:nvSpPr>
        <p:spPr bwMode="gray">
          <a:xfrm>
            <a:off x="6569120" y="1844824"/>
            <a:ext cx="5072018"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67460637"/>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153">
          <p15:clr>
            <a:srgbClr val="9FCC3B"/>
          </p15:clr>
        </p15:guide>
        <p15:guide id="14" pos="6244">
          <p15:clr>
            <a:srgbClr val="9FCC3B"/>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 Title, text and two images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5072018"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072018"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6168008" y="0"/>
            <a:ext cx="6023992" cy="3357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4" name="Picture Placeholder 2">
            <a:extLst>
              <a:ext uri="{FF2B5EF4-FFF2-40B4-BE49-F238E27FC236}">
                <a16:creationId xmlns:a16="http://schemas.microsoft.com/office/drawing/2014/main" id="{1572822B-059A-B7AD-0BBE-CC9F10D80A89}"/>
              </a:ext>
            </a:extLst>
          </p:cNvPr>
          <p:cNvSpPr>
            <a:spLocks noGrp="1"/>
          </p:cNvSpPr>
          <p:nvPr>
            <p:ph type="pic" sz="quarter" idx="15"/>
          </p:nvPr>
        </p:nvSpPr>
        <p:spPr bwMode="gray">
          <a:xfrm>
            <a:off x="6168008" y="3501000"/>
            <a:ext cx="6023992" cy="3357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pic>
        <p:nvPicPr>
          <p:cNvPr id="3" name="Logo">
            <a:extLst>
              <a:ext uri="{FF2B5EF4-FFF2-40B4-BE49-F238E27FC236}">
                <a16:creationId xmlns:a16="http://schemas.microsoft.com/office/drawing/2014/main" id="{82BC9066-B5D9-AF6D-6531-C5B70B0F4BE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797810402"/>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153">
          <p15:clr>
            <a:srgbClr val="9FCC3B"/>
          </p15:clr>
        </p15:guide>
        <p15:guide id="14" pos="6244">
          <p15:clr>
            <a:srgbClr val="9FCC3B"/>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wo images, title and text">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0" y="0"/>
            <a:ext cx="6023992" cy="31788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4" name="Picture Placeholder 2">
            <a:extLst>
              <a:ext uri="{FF2B5EF4-FFF2-40B4-BE49-F238E27FC236}">
                <a16:creationId xmlns:a16="http://schemas.microsoft.com/office/drawing/2014/main" id="{1572822B-059A-B7AD-0BBE-CC9F10D80A89}"/>
              </a:ext>
            </a:extLst>
          </p:cNvPr>
          <p:cNvSpPr>
            <a:spLocks noGrp="1"/>
          </p:cNvSpPr>
          <p:nvPr>
            <p:ph type="pic" sz="quarter" idx="15"/>
          </p:nvPr>
        </p:nvSpPr>
        <p:spPr bwMode="gray">
          <a:xfrm>
            <a:off x="6168008" y="0"/>
            <a:ext cx="6023992" cy="31788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3717032"/>
            <a:ext cx="5472000"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6168008" y="3717032"/>
            <a:ext cx="5472000" cy="2340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a:extLst>
              <a:ext uri="{FF2B5EF4-FFF2-40B4-BE49-F238E27FC236}">
                <a16:creationId xmlns:a16="http://schemas.microsoft.com/office/drawing/2014/main" id="{F1CE46F8-E5F0-79EC-BCFD-07B38471E427}"/>
              </a:ext>
            </a:extLst>
          </p:cNvPr>
          <p:cNvSpPr>
            <a:spLocks noGrp="1"/>
          </p:cNvSpPr>
          <p:nvPr>
            <p:ph type="ftr" sz="quarter" idx="16"/>
          </p:nvPr>
        </p:nvSpPr>
        <p:spPr bwMode="gray"/>
        <p:txBody>
          <a:bodyPr/>
          <a:lstStyle/>
          <a:p>
            <a:pPr algn="l"/>
            <a:endParaRPr lang="en-US" noProof="0"/>
          </a:p>
        </p:txBody>
      </p:sp>
      <p:sp>
        <p:nvSpPr>
          <p:cNvPr id="7" name="Slide Number Placeholder">
            <a:extLst>
              <a:ext uri="{FF2B5EF4-FFF2-40B4-BE49-F238E27FC236}">
                <a16:creationId xmlns:a16="http://schemas.microsoft.com/office/drawing/2014/main" id="{D132686C-3404-59C2-A915-D1BF3E01084B}"/>
              </a:ext>
            </a:extLst>
          </p:cNvPr>
          <p:cNvSpPr>
            <a:spLocks noGrp="1"/>
          </p:cNvSpPr>
          <p:nvPr>
            <p:ph type="sldNum" sz="quarter" idx="17"/>
          </p:nvPr>
        </p:nvSpPr>
        <p:spPr bwMode="gray"/>
        <p:txBody>
          <a:bodyPr/>
          <a:lstStyle/>
          <a:p>
            <a:fld id="{1EDD9F3E-8BFD-4E3C-98D1-767322780FDD}" type="slidenum">
              <a:rPr lang="en-US" noProof="0" smtClean="0"/>
              <a:pPr/>
              <a:t>‹#›</a:t>
            </a:fld>
            <a:endParaRPr lang="en-US" noProof="0"/>
          </a:p>
        </p:txBody>
      </p:sp>
      <p:pic>
        <p:nvPicPr>
          <p:cNvPr id="3" name="Logo">
            <a:extLst>
              <a:ext uri="{FF2B5EF4-FFF2-40B4-BE49-F238E27FC236}">
                <a16:creationId xmlns:a16="http://schemas.microsoft.com/office/drawing/2014/main" id="{3C98B57A-3555-40BA-AB17-E55AA71BD4C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262628359"/>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153">
          <p15:clr>
            <a:srgbClr val="9FCC3B"/>
          </p15:clr>
        </p15:guide>
        <p15:guide id="14" pos="6244">
          <p15:clr>
            <a:srgbClr val="9FCC3B"/>
          </p15:clr>
        </p15:guide>
        <p15:guide id="15" orient="horz" pos="234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 Title and three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p:txBody>
          <a:bodyPr/>
          <a:lstStyle/>
          <a:p>
            <a:r>
              <a:rPr lang="en-US" noProof="0"/>
              <a:t>Click to edit slide title (maximum two lines)</a:t>
            </a:r>
          </a:p>
        </p:txBody>
      </p:sp>
      <p:sp>
        <p:nvSpPr>
          <p:cNvPr id="8" name="Text Placeholder 1">
            <a:extLst>
              <a:ext uri="{FF2B5EF4-FFF2-40B4-BE49-F238E27FC236}">
                <a16:creationId xmlns:a16="http://schemas.microsoft.com/office/drawing/2014/main" id="{261E2592-C1EF-3D9B-8998-9CBE468D2E23}"/>
              </a:ext>
            </a:extLst>
          </p:cNvPr>
          <p:cNvSpPr>
            <a:spLocks noGrp="1"/>
          </p:cNvSpPr>
          <p:nvPr>
            <p:ph type="body" sz="quarter" idx="13" hasCustomPrompt="1"/>
          </p:nvPr>
        </p:nvSpPr>
        <p:spPr bwMode="gray">
          <a:xfrm>
            <a:off x="551384" y="1844824"/>
            <a:ext cx="3600000" cy="276999"/>
          </a:xfrm>
        </p:spPr>
        <p:txBody>
          <a:bodyPr>
            <a:spAutoFit/>
          </a:bodyPr>
          <a:lstStyle>
            <a:lvl1pPr marL="0" indent="0">
              <a:spcBef>
                <a:spcPts val="0"/>
              </a:spcBef>
              <a:buFont typeface="Arial" panose="020B0604020202020204" pitchFamily="34" charset="0"/>
              <a:buNone/>
              <a:defRPr b="0">
                <a:solidFill>
                  <a:schemeClr val="tx1"/>
                </a:solidFill>
                <a:latin typeface="+mn-lt"/>
              </a:defRPr>
            </a:lvl1pPr>
            <a:lvl2pPr marL="0" indent="0">
              <a:spcBef>
                <a:spcPts val="0"/>
              </a:spcBef>
              <a:buFont typeface="Arial" panose="020B0604020202020204" pitchFamily="34" charset="0"/>
              <a:buNone/>
              <a:defRPr b="0">
                <a:solidFill>
                  <a:schemeClr val="tx1"/>
                </a:solidFill>
                <a:latin typeface="+mn-lt"/>
              </a:defRPr>
            </a:lvl2pPr>
            <a:lvl3pPr marL="0" indent="0">
              <a:spcBef>
                <a:spcPts val="0"/>
              </a:spcBef>
              <a:buNone/>
              <a:defRPr b="0">
                <a:solidFill>
                  <a:schemeClr val="tx1"/>
                </a:solidFill>
                <a:latin typeface="+mn-lt"/>
              </a:defRPr>
            </a:lvl3pPr>
            <a:lvl4pPr marL="0" indent="0">
              <a:spcBef>
                <a:spcPts val="0"/>
              </a:spcBef>
              <a:buNone/>
              <a:defRPr b="0">
                <a:solidFill>
                  <a:schemeClr val="tx1"/>
                </a:solidFill>
                <a:latin typeface="+mn-lt"/>
              </a:defRPr>
            </a:lvl4pPr>
            <a:lvl5pPr marL="0" indent="0">
              <a:spcBef>
                <a:spcPts val="0"/>
              </a:spcBef>
              <a:buNone/>
              <a:defRPr b="0">
                <a:solidFill>
                  <a:schemeClr val="tx1"/>
                </a:solidFill>
                <a:latin typeface="+mn-lt"/>
              </a:defRPr>
            </a:lvl5pPr>
            <a:lvl6pPr marL="0" indent="0">
              <a:spcBef>
                <a:spcPts val="0"/>
              </a:spcBef>
              <a:buNone/>
              <a:defRPr b="0">
                <a:solidFill>
                  <a:schemeClr val="tx1"/>
                </a:solidFill>
                <a:latin typeface="+mn-lt"/>
              </a:defRPr>
            </a:lvl6pPr>
            <a:lvl7pPr marL="0" indent="0">
              <a:spcBef>
                <a:spcPts val="0"/>
              </a:spcBef>
              <a:buNone/>
              <a:defRPr b="0">
                <a:solidFill>
                  <a:schemeClr val="tx1"/>
                </a:solidFill>
                <a:latin typeface="+mn-lt"/>
              </a:defRPr>
            </a:lvl7pPr>
            <a:lvl8pPr marL="0" indent="0">
              <a:spcBef>
                <a:spcPts val="0"/>
              </a:spcBef>
              <a:buNone/>
              <a:defRPr b="0">
                <a:solidFill>
                  <a:schemeClr val="tx1"/>
                </a:solidFill>
                <a:latin typeface="+mn-lt"/>
              </a:defRPr>
            </a:lvl8pPr>
            <a:lvl9pPr marL="0" indent="0">
              <a:spcBef>
                <a:spcPts val="0"/>
              </a:spcBef>
              <a:buNone/>
              <a:defRPr b="0">
                <a:solidFill>
                  <a:schemeClr val="tx1"/>
                </a:solidFill>
                <a:latin typeface="+mn-lt"/>
              </a:defRPr>
            </a:lvl9pPr>
          </a:lstStyle>
          <a:p>
            <a:pPr lvl="0"/>
            <a:r>
              <a:rPr lang="en-US" noProof="0"/>
              <a:t>Click to edit caption</a:t>
            </a:r>
          </a:p>
        </p:txBody>
      </p:sp>
      <p:sp>
        <p:nvSpPr>
          <p:cNvPr id="11" name="Picture Placeholder 1">
            <a:extLst>
              <a:ext uri="{FF2B5EF4-FFF2-40B4-BE49-F238E27FC236}">
                <a16:creationId xmlns:a16="http://schemas.microsoft.com/office/drawing/2014/main" id="{214862B1-1BEA-07E1-834B-64536F34BB66}"/>
              </a:ext>
            </a:extLst>
          </p:cNvPr>
          <p:cNvSpPr>
            <a:spLocks noGrp="1"/>
          </p:cNvSpPr>
          <p:nvPr>
            <p:ph type="pic" sz="quarter" idx="16"/>
          </p:nvPr>
        </p:nvSpPr>
        <p:spPr bwMode="gray">
          <a:xfrm>
            <a:off x="551384" y="2240868"/>
            <a:ext cx="3600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2" name="Text Placeholder 2">
            <a:extLst>
              <a:ext uri="{FF2B5EF4-FFF2-40B4-BE49-F238E27FC236}">
                <a16:creationId xmlns:a16="http://schemas.microsoft.com/office/drawing/2014/main" id="{8FDE0631-BFE0-D7CB-B38E-9800DAD94A74}"/>
              </a:ext>
            </a:extLst>
          </p:cNvPr>
          <p:cNvSpPr>
            <a:spLocks noGrp="1"/>
          </p:cNvSpPr>
          <p:nvPr>
            <p:ph type="body" sz="quarter" idx="17" hasCustomPrompt="1"/>
          </p:nvPr>
        </p:nvSpPr>
        <p:spPr bwMode="gray">
          <a:xfrm>
            <a:off x="551384" y="5049180"/>
            <a:ext cx="3600000" cy="1008000"/>
          </a:xfrm>
        </p:spPr>
        <p:txBody>
          <a:bodyPr>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text</a:t>
            </a:r>
          </a:p>
        </p:txBody>
      </p:sp>
      <p:sp>
        <p:nvSpPr>
          <p:cNvPr id="9" name="Text Placeholder 3">
            <a:extLst>
              <a:ext uri="{FF2B5EF4-FFF2-40B4-BE49-F238E27FC236}">
                <a16:creationId xmlns:a16="http://schemas.microsoft.com/office/drawing/2014/main" id="{0625D5CD-EB13-7B23-8CE8-72C1140C3D1F}"/>
              </a:ext>
            </a:extLst>
          </p:cNvPr>
          <p:cNvSpPr>
            <a:spLocks noGrp="1"/>
          </p:cNvSpPr>
          <p:nvPr>
            <p:ph type="body" sz="quarter" idx="14" hasCustomPrompt="1"/>
          </p:nvPr>
        </p:nvSpPr>
        <p:spPr bwMode="gray">
          <a:xfrm>
            <a:off x="4295800" y="1844824"/>
            <a:ext cx="3600000" cy="276999"/>
          </a:xfrm>
        </p:spPr>
        <p:txBody>
          <a:bodyPr>
            <a:spAutoFit/>
          </a:bodyPr>
          <a:lstStyle>
            <a:lvl1pPr marL="0" indent="0">
              <a:spcBef>
                <a:spcPts val="0"/>
              </a:spcBef>
              <a:buFont typeface="Arial" panose="020B0604020202020204" pitchFamily="34" charset="0"/>
              <a:buNone/>
              <a:defRPr b="0">
                <a:solidFill>
                  <a:schemeClr val="tx1"/>
                </a:solidFill>
                <a:latin typeface="+mn-lt"/>
              </a:defRPr>
            </a:lvl1pPr>
            <a:lvl2pPr marL="0" indent="0">
              <a:spcBef>
                <a:spcPts val="0"/>
              </a:spcBef>
              <a:buFont typeface="Arial" panose="020B0604020202020204" pitchFamily="34" charset="0"/>
              <a:buNone/>
              <a:defRPr b="0">
                <a:solidFill>
                  <a:schemeClr val="tx1"/>
                </a:solidFill>
                <a:latin typeface="+mn-lt"/>
              </a:defRPr>
            </a:lvl2pPr>
            <a:lvl3pPr marL="0" indent="0">
              <a:spcBef>
                <a:spcPts val="0"/>
              </a:spcBef>
              <a:buNone/>
              <a:defRPr b="0">
                <a:solidFill>
                  <a:schemeClr val="tx1"/>
                </a:solidFill>
                <a:latin typeface="+mn-lt"/>
              </a:defRPr>
            </a:lvl3pPr>
            <a:lvl4pPr marL="0" indent="0">
              <a:spcBef>
                <a:spcPts val="0"/>
              </a:spcBef>
              <a:buNone/>
              <a:defRPr b="0">
                <a:solidFill>
                  <a:schemeClr val="tx1"/>
                </a:solidFill>
                <a:latin typeface="+mn-lt"/>
              </a:defRPr>
            </a:lvl4pPr>
            <a:lvl5pPr marL="0" indent="0">
              <a:spcBef>
                <a:spcPts val="0"/>
              </a:spcBef>
              <a:buNone/>
              <a:defRPr b="0">
                <a:solidFill>
                  <a:schemeClr val="tx1"/>
                </a:solidFill>
                <a:latin typeface="+mn-lt"/>
              </a:defRPr>
            </a:lvl5pPr>
            <a:lvl6pPr marL="0" indent="0">
              <a:spcBef>
                <a:spcPts val="0"/>
              </a:spcBef>
              <a:buNone/>
              <a:defRPr b="0">
                <a:solidFill>
                  <a:schemeClr val="tx1"/>
                </a:solidFill>
                <a:latin typeface="+mn-lt"/>
              </a:defRPr>
            </a:lvl6pPr>
            <a:lvl7pPr marL="0" indent="0">
              <a:spcBef>
                <a:spcPts val="0"/>
              </a:spcBef>
              <a:buNone/>
              <a:defRPr b="0">
                <a:solidFill>
                  <a:schemeClr val="tx1"/>
                </a:solidFill>
                <a:latin typeface="+mn-lt"/>
              </a:defRPr>
            </a:lvl7pPr>
            <a:lvl8pPr marL="0" indent="0">
              <a:spcBef>
                <a:spcPts val="0"/>
              </a:spcBef>
              <a:buNone/>
              <a:defRPr b="0">
                <a:solidFill>
                  <a:schemeClr val="tx1"/>
                </a:solidFill>
                <a:latin typeface="+mn-lt"/>
              </a:defRPr>
            </a:lvl8pPr>
            <a:lvl9pPr marL="0" indent="0">
              <a:spcBef>
                <a:spcPts val="0"/>
              </a:spcBef>
              <a:buNone/>
              <a:defRPr b="0">
                <a:solidFill>
                  <a:schemeClr val="tx1"/>
                </a:solidFill>
                <a:latin typeface="+mn-lt"/>
              </a:defRPr>
            </a:lvl9pPr>
          </a:lstStyle>
          <a:p>
            <a:pPr lvl="0"/>
            <a:r>
              <a:rPr lang="en-US" noProof="0"/>
              <a:t>Click to edit caption</a:t>
            </a:r>
          </a:p>
        </p:txBody>
      </p:sp>
      <p:sp>
        <p:nvSpPr>
          <p:cNvPr id="13" name="Picture Placeholder 2">
            <a:extLst>
              <a:ext uri="{FF2B5EF4-FFF2-40B4-BE49-F238E27FC236}">
                <a16:creationId xmlns:a16="http://schemas.microsoft.com/office/drawing/2014/main" id="{79D56707-D9C5-867A-9B10-EEE16F55F40B}"/>
              </a:ext>
            </a:extLst>
          </p:cNvPr>
          <p:cNvSpPr>
            <a:spLocks noGrp="1"/>
          </p:cNvSpPr>
          <p:nvPr>
            <p:ph type="pic" sz="quarter" idx="18"/>
          </p:nvPr>
        </p:nvSpPr>
        <p:spPr bwMode="gray">
          <a:xfrm>
            <a:off x="4295800" y="2240868"/>
            <a:ext cx="3600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4" name="Text Placeholder 4">
            <a:extLst>
              <a:ext uri="{FF2B5EF4-FFF2-40B4-BE49-F238E27FC236}">
                <a16:creationId xmlns:a16="http://schemas.microsoft.com/office/drawing/2014/main" id="{618DCF02-18F0-F413-650A-1BBBB77FE2FC}"/>
              </a:ext>
            </a:extLst>
          </p:cNvPr>
          <p:cNvSpPr>
            <a:spLocks noGrp="1"/>
          </p:cNvSpPr>
          <p:nvPr>
            <p:ph type="body" sz="quarter" idx="19" hasCustomPrompt="1"/>
          </p:nvPr>
        </p:nvSpPr>
        <p:spPr bwMode="gray">
          <a:xfrm>
            <a:off x="4295800" y="5049180"/>
            <a:ext cx="3600000" cy="1008000"/>
          </a:xfrm>
        </p:spPr>
        <p:txBody>
          <a:bodyPr>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text</a:t>
            </a:r>
          </a:p>
        </p:txBody>
      </p:sp>
      <p:sp>
        <p:nvSpPr>
          <p:cNvPr id="10" name="Text Placeholder 5">
            <a:extLst>
              <a:ext uri="{FF2B5EF4-FFF2-40B4-BE49-F238E27FC236}">
                <a16:creationId xmlns:a16="http://schemas.microsoft.com/office/drawing/2014/main" id="{70B06B7A-FFCC-5BC2-0870-633DD5EE8002}"/>
              </a:ext>
            </a:extLst>
          </p:cNvPr>
          <p:cNvSpPr>
            <a:spLocks noGrp="1"/>
          </p:cNvSpPr>
          <p:nvPr>
            <p:ph type="body" sz="quarter" idx="15" hasCustomPrompt="1"/>
          </p:nvPr>
        </p:nvSpPr>
        <p:spPr bwMode="gray">
          <a:xfrm>
            <a:off x="8040216" y="1844824"/>
            <a:ext cx="3600000" cy="276999"/>
          </a:xfrm>
        </p:spPr>
        <p:txBody>
          <a:bodyPr>
            <a:spAutoFit/>
          </a:bodyPr>
          <a:lstStyle>
            <a:lvl1pPr marL="0" indent="0">
              <a:spcBef>
                <a:spcPts val="0"/>
              </a:spcBef>
              <a:buFont typeface="Arial" panose="020B0604020202020204" pitchFamily="34" charset="0"/>
              <a:buNone/>
              <a:defRPr b="0">
                <a:solidFill>
                  <a:schemeClr val="tx1"/>
                </a:solidFill>
                <a:latin typeface="+mn-lt"/>
              </a:defRPr>
            </a:lvl1pPr>
            <a:lvl2pPr marL="0" indent="0">
              <a:spcBef>
                <a:spcPts val="0"/>
              </a:spcBef>
              <a:buFont typeface="Arial" panose="020B0604020202020204" pitchFamily="34" charset="0"/>
              <a:buNone/>
              <a:defRPr b="0">
                <a:solidFill>
                  <a:schemeClr val="tx1"/>
                </a:solidFill>
                <a:latin typeface="+mn-lt"/>
              </a:defRPr>
            </a:lvl2pPr>
            <a:lvl3pPr marL="0" indent="0">
              <a:spcBef>
                <a:spcPts val="0"/>
              </a:spcBef>
              <a:buNone/>
              <a:defRPr b="0">
                <a:solidFill>
                  <a:schemeClr val="tx1"/>
                </a:solidFill>
                <a:latin typeface="+mn-lt"/>
              </a:defRPr>
            </a:lvl3pPr>
            <a:lvl4pPr marL="0" indent="0">
              <a:spcBef>
                <a:spcPts val="0"/>
              </a:spcBef>
              <a:buNone/>
              <a:defRPr b="0">
                <a:solidFill>
                  <a:schemeClr val="tx1"/>
                </a:solidFill>
                <a:latin typeface="+mn-lt"/>
              </a:defRPr>
            </a:lvl4pPr>
            <a:lvl5pPr marL="0" indent="0">
              <a:spcBef>
                <a:spcPts val="0"/>
              </a:spcBef>
              <a:buNone/>
              <a:defRPr b="0">
                <a:solidFill>
                  <a:schemeClr val="tx1"/>
                </a:solidFill>
                <a:latin typeface="+mn-lt"/>
              </a:defRPr>
            </a:lvl5pPr>
            <a:lvl6pPr marL="0" indent="0">
              <a:spcBef>
                <a:spcPts val="0"/>
              </a:spcBef>
              <a:buNone/>
              <a:defRPr b="0">
                <a:solidFill>
                  <a:schemeClr val="tx1"/>
                </a:solidFill>
                <a:latin typeface="+mn-lt"/>
              </a:defRPr>
            </a:lvl6pPr>
            <a:lvl7pPr marL="0" indent="0">
              <a:spcBef>
                <a:spcPts val="0"/>
              </a:spcBef>
              <a:buNone/>
              <a:defRPr b="0">
                <a:solidFill>
                  <a:schemeClr val="tx1"/>
                </a:solidFill>
                <a:latin typeface="+mn-lt"/>
              </a:defRPr>
            </a:lvl7pPr>
            <a:lvl8pPr marL="0" indent="0">
              <a:spcBef>
                <a:spcPts val="0"/>
              </a:spcBef>
              <a:buNone/>
              <a:defRPr b="0">
                <a:solidFill>
                  <a:schemeClr val="tx1"/>
                </a:solidFill>
                <a:latin typeface="+mn-lt"/>
              </a:defRPr>
            </a:lvl8pPr>
            <a:lvl9pPr marL="0" indent="0">
              <a:spcBef>
                <a:spcPts val="0"/>
              </a:spcBef>
              <a:buNone/>
              <a:defRPr b="0">
                <a:solidFill>
                  <a:schemeClr val="tx1"/>
                </a:solidFill>
                <a:latin typeface="+mn-lt"/>
              </a:defRPr>
            </a:lvl9pPr>
          </a:lstStyle>
          <a:p>
            <a:pPr lvl="0"/>
            <a:r>
              <a:rPr lang="en-US" noProof="0"/>
              <a:t>Click to edit caption</a:t>
            </a:r>
          </a:p>
        </p:txBody>
      </p:sp>
      <p:sp>
        <p:nvSpPr>
          <p:cNvPr id="15" name="Picture Placeholder 3">
            <a:extLst>
              <a:ext uri="{FF2B5EF4-FFF2-40B4-BE49-F238E27FC236}">
                <a16:creationId xmlns:a16="http://schemas.microsoft.com/office/drawing/2014/main" id="{08F0C17C-68B4-7D82-079D-FE5525B2C862}"/>
              </a:ext>
            </a:extLst>
          </p:cNvPr>
          <p:cNvSpPr>
            <a:spLocks noGrp="1"/>
          </p:cNvSpPr>
          <p:nvPr>
            <p:ph type="pic" sz="quarter" idx="20"/>
          </p:nvPr>
        </p:nvSpPr>
        <p:spPr bwMode="gray">
          <a:xfrm>
            <a:off x="8040216" y="2240868"/>
            <a:ext cx="3600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6" name="Text Placeholder 6">
            <a:extLst>
              <a:ext uri="{FF2B5EF4-FFF2-40B4-BE49-F238E27FC236}">
                <a16:creationId xmlns:a16="http://schemas.microsoft.com/office/drawing/2014/main" id="{4C875757-40AA-FFE0-19F9-4B08BD4DB8EB}"/>
              </a:ext>
            </a:extLst>
          </p:cNvPr>
          <p:cNvSpPr>
            <a:spLocks noGrp="1"/>
          </p:cNvSpPr>
          <p:nvPr>
            <p:ph type="body" sz="quarter" idx="21" hasCustomPrompt="1"/>
          </p:nvPr>
        </p:nvSpPr>
        <p:spPr bwMode="gray">
          <a:xfrm>
            <a:off x="8040216" y="5049180"/>
            <a:ext cx="3600000" cy="1008000"/>
          </a:xfrm>
        </p:spPr>
        <p:txBody>
          <a:bodyPr>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text</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3F156D71-E0B5-D6E1-661C-545C3C90E20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688232716"/>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 Full image  (name and position)">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600" y="0"/>
            <a:ext cx="12193200" cy="6858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5" name="Text Placeholder 5">
            <a:extLst>
              <a:ext uri="{FF2B5EF4-FFF2-40B4-BE49-F238E27FC236}">
                <a16:creationId xmlns:a16="http://schemas.microsoft.com/office/drawing/2014/main" id="{8CE8921B-3DA6-94DA-A776-DD044CCFAE46}"/>
              </a:ext>
            </a:extLst>
          </p:cNvPr>
          <p:cNvSpPr>
            <a:spLocks noGrp="1"/>
          </p:cNvSpPr>
          <p:nvPr>
            <p:ph type="body" sz="quarter" idx="12" hasCustomPrompt="1"/>
          </p:nvPr>
        </p:nvSpPr>
        <p:spPr bwMode="gray">
          <a:xfrm>
            <a:off x="551384" y="5264626"/>
            <a:ext cx="2398193" cy="792666"/>
          </a:xfrm>
          <a:solidFill>
            <a:schemeClr val="bg1"/>
          </a:solidFill>
        </p:spPr>
        <p:txBody>
          <a:bodyPr wrap="none" lIns="108000" tIns="133200" rIns="108000" bIns="169200" anchor="b">
            <a:spAutoFit/>
          </a:bodyPr>
          <a:lstStyle>
            <a:lvl1pPr marL="0" indent="0">
              <a:spcBef>
                <a:spcPts val="0"/>
              </a:spcBef>
              <a:buFont typeface="Arial" panose="020B0604020202020204" pitchFamily="34" charset="0"/>
              <a:buNone/>
              <a:defRPr b="1">
                <a:solidFill>
                  <a:schemeClr val="tx1"/>
                </a:solidFill>
              </a:defRPr>
            </a:lvl1pPr>
            <a:lvl2pPr marL="0" indent="0">
              <a:spcBef>
                <a:spcPts val="200"/>
              </a:spcBef>
              <a:buFont typeface="Arial" panose="020B0604020202020204" pitchFamily="34" charset="0"/>
              <a:buNone/>
              <a:defRPr sz="1200" b="0">
                <a:solidFill>
                  <a:schemeClr val="tx1"/>
                </a:solidFill>
              </a:defRPr>
            </a:lvl2pPr>
            <a:lvl3pPr marL="0" indent="0">
              <a:spcBef>
                <a:spcPts val="200"/>
              </a:spcBef>
              <a:buNone/>
              <a:defRPr sz="1200" b="0">
                <a:solidFill>
                  <a:schemeClr val="tx1"/>
                </a:solidFill>
              </a:defRPr>
            </a:lvl3pPr>
            <a:lvl4pPr marL="0" indent="0">
              <a:spcBef>
                <a:spcPts val="200"/>
              </a:spcBef>
              <a:buNone/>
              <a:defRPr sz="1200" b="0">
                <a:solidFill>
                  <a:schemeClr val="tx1"/>
                </a:solidFill>
              </a:defRPr>
            </a:lvl4pPr>
            <a:lvl5pPr marL="0" indent="0">
              <a:spcBef>
                <a:spcPts val="200"/>
              </a:spcBef>
              <a:buNone/>
              <a:defRPr sz="1200" b="0">
                <a:solidFill>
                  <a:schemeClr val="tx1"/>
                </a:solidFill>
              </a:defRPr>
            </a:lvl5pPr>
            <a:lvl6pPr marL="0" indent="0">
              <a:spcBef>
                <a:spcPts val="200"/>
              </a:spcBef>
              <a:buNone/>
              <a:defRPr sz="1200" b="0">
                <a:solidFill>
                  <a:schemeClr val="tx1"/>
                </a:solidFill>
              </a:defRPr>
            </a:lvl6pPr>
            <a:lvl7pPr marL="0" indent="0">
              <a:spcBef>
                <a:spcPts val="200"/>
              </a:spcBef>
              <a:buNone/>
              <a:defRPr sz="1200" b="0">
                <a:solidFill>
                  <a:schemeClr val="tx1"/>
                </a:solidFill>
              </a:defRPr>
            </a:lvl7pPr>
            <a:lvl8pPr marL="0" indent="0">
              <a:spcBef>
                <a:spcPts val="200"/>
              </a:spcBef>
              <a:buNone/>
              <a:defRPr sz="1200" b="0">
                <a:solidFill>
                  <a:schemeClr val="tx1"/>
                </a:solidFill>
              </a:defRPr>
            </a:lvl8pPr>
            <a:lvl9pPr marL="0" indent="0">
              <a:spcBef>
                <a:spcPts val="200"/>
              </a:spcBef>
              <a:buNone/>
              <a:defRPr sz="1200" b="0">
                <a:solidFill>
                  <a:schemeClr val="tx1"/>
                </a:solidFill>
              </a:defRPr>
            </a:lvl9pPr>
          </a:lstStyle>
          <a:p>
            <a:pPr lvl="0"/>
            <a:r>
              <a:rPr lang="en-US" noProof="0"/>
              <a:t>Edit Name Surname</a:t>
            </a:r>
          </a:p>
          <a:p>
            <a:pPr lvl="1"/>
            <a:r>
              <a:rPr lang="en-US" noProof="0"/>
              <a:t>Second level</a:t>
            </a:r>
          </a:p>
        </p:txBody>
      </p:sp>
    </p:spTree>
    <p:extLst>
      <p:ext uri="{BB962C8B-B14F-4D97-AF65-F5344CB8AC3E}">
        <p14:creationId xmlns:p14="http://schemas.microsoft.com/office/powerpoint/2010/main" val="19937465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Media (fullscreen)">
    <p:spTree>
      <p:nvGrpSpPr>
        <p:cNvPr id="1" name=""/>
        <p:cNvGrpSpPr/>
        <p:nvPr/>
      </p:nvGrpSpPr>
      <p:grpSpPr>
        <a:xfrm>
          <a:off x="0" y="0"/>
          <a:ext cx="0" cy="0"/>
          <a:chOff x="0" y="0"/>
          <a:chExt cx="0" cy="0"/>
        </a:xfrm>
      </p:grpSpPr>
      <p:sp>
        <p:nvSpPr>
          <p:cNvPr id="3" name="Media Placeholder 1">
            <a:extLst>
              <a:ext uri="{FF2B5EF4-FFF2-40B4-BE49-F238E27FC236}">
                <a16:creationId xmlns:a16="http://schemas.microsoft.com/office/drawing/2014/main" id="{CBB6E684-2097-3EE4-C891-8AFA7D49DEA4}"/>
              </a:ext>
            </a:extLst>
          </p:cNvPr>
          <p:cNvSpPr>
            <a:spLocks noGrp="1"/>
          </p:cNvSpPr>
          <p:nvPr>
            <p:ph type="media" sz="quarter" idx="10"/>
          </p:nvPr>
        </p:nvSpPr>
        <p:spPr bwMode="gray">
          <a:xfrm>
            <a:off x="-600" y="0"/>
            <a:ext cx="12193200" cy="6858000"/>
          </a:xfrm>
          <a:solidFill>
            <a:schemeClr val="bg2"/>
          </a:solidFill>
        </p:spPr>
        <p:txBody>
          <a:bodyPr bIns="720000" anchor="ctr"/>
          <a:lstStyle>
            <a:lvl1pPr algn="ctr">
              <a:spcBef>
                <a:spcPts val="0"/>
              </a:spcBef>
              <a:defRPr sz="1200" b="0">
                <a:solidFill>
                  <a:schemeClr val="tx1"/>
                </a:solidFill>
              </a:defRPr>
            </a:lvl1pPr>
          </a:lstStyle>
          <a:p>
            <a:r>
              <a:rPr lang="ja-JP" altLang="en-US" noProof="0"/>
              <a:t>メディアを追加</a:t>
            </a:r>
            <a:endParaRPr lang="en-US" noProof="0"/>
          </a:p>
        </p:txBody>
      </p:sp>
    </p:spTree>
    <p:extLst>
      <p:ext uri="{BB962C8B-B14F-4D97-AF65-F5344CB8AC3E}">
        <p14:creationId xmlns:p14="http://schemas.microsoft.com/office/powerpoint/2010/main" val="41202670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 Key message 1 (gradient)">
    <p:spTree>
      <p:nvGrpSpPr>
        <p:cNvPr id="1" name=""/>
        <p:cNvGrpSpPr/>
        <p:nvPr/>
      </p:nvGrpSpPr>
      <p:grpSpPr>
        <a:xfrm>
          <a:off x="0" y="0"/>
          <a:ext cx="0" cy="0"/>
          <a:chOff x="0" y="0"/>
          <a:chExt cx="0" cy="0"/>
        </a:xfrm>
      </p:grpSpPr>
      <p:pic>
        <p:nvPicPr>
          <p:cNvPr id="7" name="Gradient background">
            <a:extLst>
              <a:ext uri="{FF2B5EF4-FFF2-40B4-BE49-F238E27FC236}">
                <a16:creationId xmlns:a16="http://schemas.microsoft.com/office/drawing/2014/main" id="{8D74D201-83D3-6FD9-8655-C4045985B17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hidden">
          <a:xfrm>
            <a:off x="11641138" y="0"/>
            <a:ext cx="555184" cy="6858000"/>
          </a:xfrm>
          <a:prstGeom prst="rect">
            <a:avLst/>
          </a:prstGeom>
        </p:spPr>
      </p:pic>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748559"/>
            <a:ext cx="10440000" cy="4904676"/>
          </a:xfrm>
        </p:spPr>
        <p:txBody>
          <a:bodyPr>
            <a:spAutoFit/>
          </a:bodyPr>
          <a:lstStyle>
            <a:lvl1pPr>
              <a:lnSpc>
                <a:spcPct val="83000"/>
              </a:lnSpc>
              <a:defRPr sz="9600" spc="-60" baseline="0">
                <a:solidFill>
                  <a:schemeClr val="tx1"/>
                </a:solidFill>
              </a:defRPr>
            </a:lvl1pPr>
          </a:lstStyle>
          <a:p>
            <a:r>
              <a:rPr lang="en-US" noProof="0"/>
              <a:t>Click to edit key message (can be several lines long)</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8105179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 Key message 2 (gradient)">
    <p:spTree>
      <p:nvGrpSpPr>
        <p:cNvPr id="1" name=""/>
        <p:cNvGrpSpPr/>
        <p:nvPr/>
      </p:nvGrpSpPr>
      <p:grpSpPr>
        <a:xfrm>
          <a:off x="0" y="0"/>
          <a:ext cx="0" cy="0"/>
          <a:chOff x="0" y="0"/>
          <a:chExt cx="0" cy="0"/>
        </a:xfrm>
      </p:grpSpPr>
      <p:sp>
        <p:nvSpPr>
          <p:cNvPr id="7" name="Picture Placeholder 1">
            <a:extLst>
              <a:ext uri="{FF2B5EF4-FFF2-40B4-BE49-F238E27FC236}">
                <a16:creationId xmlns:a16="http://schemas.microsoft.com/office/drawing/2014/main" id="{9266D735-8620-C437-0FB3-0FE9AE77E09E}"/>
              </a:ext>
            </a:extLst>
          </p:cNvPr>
          <p:cNvSpPr>
            <a:spLocks noGrp="1"/>
          </p:cNvSpPr>
          <p:nvPr>
            <p:ph type="pic" sz="quarter" idx="14"/>
          </p:nvPr>
        </p:nvSpPr>
        <p:spPr bwMode="gray">
          <a:xfrm>
            <a:off x="0" y="0"/>
            <a:ext cx="12192000" cy="6858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505247"/>
            <a:ext cx="10440000" cy="1692515"/>
          </a:xfrm>
        </p:spPr>
        <p:txBody>
          <a:bodyPr/>
          <a:lstStyle>
            <a:lvl1pPr>
              <a:lnSpc>
                <a:spcPct val="83000"/>
              </a:lnSpc>
              <a:defRPr sz="6600" spc="-60" baseline="0">
                <a:solidFill>
                  <a:schemeClr val="tx1"/>
                </a:solidFill>
              </a:defRPr>
            </a:lvl1pPr>
          </a:lstStyle>
          <a:p>
            <a:r>
              <a:rPr lang="en-US" noProof="0"/>
              <a:t>Click to edit key message (can be several lines long)</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5C384BCF-9353-711D-04BF-7AF1446ED0E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816364646"/>
      </p:ext>
    </p:extLst>
  </p:cSld>
  <p:clrMapOvr>
    <a:masterClrMapping/>
  </p:clrMapOvr>
  <p:extLst>
    <p:ext uri="{DCECCB84-F9BA-43D5-87BE-67443E8EF086}">
      <p15:sldGuideLst xmlns:p15="http://schemas.microsoft.com/office/powerpoint/2012/main">
        <p15:guide id="10" pos="692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Key message 1 (gre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03874-3F49-6B30-F1BA-029CAB9E94C7}"/>
              </a:ext>
            </a:extLst>
          </p:cNvPr>
          <p:cNvSpPr/>
          <p:nvPr userDrawn="1"/>
        </p:nvSpPr>
        <p:spPr>
          <a:xfrm>
            <a:off x="1076" y="0"/>
            <a:ext cx="12190923" cy="6858000"/>
          </a:xfrm>
          <a:prstGeom prst="rect">
            <a:avLst/>
          </a:prstGeom>
          <a:solidFill>
            <a:schemeClr val="bg2"/>
          </a:solidFill>
          <a:ln>
            <a:noFill/>
          </a:ln>
        </p:spPr>
        <p:style>
          <a:lnRef idx="2">
            <a:schemeClr val="accent1"/>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err="1"/>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721362"/>
            <a:ext cx="10440000" cy="4904676"/>
          </a:xfrm>
        </p:spPr>
        <p:txBody>
          <a:bodyPr>
            <a:spAutoFit/>
          </a:bodyPr>
          <a:lstStyle>
            <a:lvl1pPr>
              <a:lnSpc>
                <a:spcPct val="83000"/>
              </a:lnSpc>
              <a:defRPr sz="9600" spc="-60" baseline="0">
                <a:solidFill>
                  <a:schemeClr val="tx1"/>
                </a:solidFill>
              </a:defRPr>
            </a:lvl1pPr>
          </a:lstStyle>
          <a:p>
            <a:r>
              <a:rPr lang="en-US" noProof="0"/>
              <a:t>Click to edit key message (can be several lines long)</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4642454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Key message 2 (gre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1CC37E-F977-0808-8FE2-EBFB981F74D1}"/>
              </a:ext>
            </a:extLst>
          </p:cNvPr>
          <p:cNvSpPr/>
          <p:nvPr userDrawn="1"/>
        </p:nvSpPr>
        <p:spPr>
          <a:xfrm>
            <a:off x="1076" y="0"/>
            <a:ext cx="12190923" cy="6858000"/>
          </a:xfrm>
          <a:prstGeom prst="rect">
            <a:avLst/>
          </a:prstGeom>
          <a:solidFill>
            <a:schemeClr val="bg2"/>
          </a:solidFill>
          <a:ln>
            <a:noFill/>
          </a:ln>
        </p:spPr>
        <p:style>
          <a:lnRef idx="2">
            <a:schemeClr val="accent1"/>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err="1"/>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505247"/>
            <a:ext cx="10440000" cy="1692515"/>
          </a:xfrm>
        </p:spPr>
        <p:txBody>
          <a:bodyPr/>
          <a:lstStyle>
            <a:lvl1pPr>
              <a:lnSpc>
                <a:spcPct val="83000"/>
              </a:lnSpc>
              <a:defRPr sz="6600" spc="-60" baseline="0">
                <a:solidFill>
                  <a:schemeClr val="tx1"/>
                </a:solidFill>
              </a:defRPr>
            </a:lvl1pPr>
          </a:lstStyle>
          <a:p>
            <a:r>
              <a:rPr lang="en-US" noProof="0"/>
              <a:t>Click to edit key message (can be several lines long)</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5C384BCF-9353-711D-04BF-7AF1446ED0E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5502354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 Title, text and chart">
    <p:spTree>
      <p:nvGrpSpPr>
        <p:cNvPr id="1" name=""/>
        <p:cNvGrpSpPr/>
        <p:nvPr/>
      </p:nvGrpSpPr>
      <p:grpSpPr>
        <a:xfrm>
          <a:off x="0" y="0"/>
          <a:ext cx="0" cy="0"/>
          <a:chOff x="0" y="0"/>
          <a:chExt cx="0" cy="0"/>
        </a:xfrm>
      </p:grpSpPr>
      <p:sp>
        <p:nvSpPr>
          <p:cNvPr id="3" name="Background (Background Grey)">
            <a:extLst>
              <a:ext uri="{FF2B5EF4-FFF2-40B4-BE49-F238E27FC236}">
                <a16:creationId xmlns:a16="http://schemas.microsoft.com/office/drawing/2014/main" id="{F56792E5-C6B9-EC9B-17EE-7D7E78258F0A}"/>
              </a:ext>
            </a:extLst>
          </p:cNvPr>
          <p:cNvSpPr/>
          <p:nvPr userDrawn="1"/>
        </p:nvSpPr>
        <p:spPr bwMode="gray">
          <a:xfrm>
            <a:off x="6168008" y="512676"/>
            <a:ext cx="5472000" cy="5544000"/>
          </a:xfrm>
          <a:prstGeom prst="rect">
            <a:avLst/>
          </a:prstGeom>
          <a:solidFill>
            <a:schemeClr val="bg2"/>
          </a:solidFill>
          <a:ln>
            <a:noFill/>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5472000"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472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2">
            <a:extLst>
              <a:ext uri="{FF2B5EF4-FFF2-40B4-BE49-F238E27FC236}">
                <a16:creationId xmlns:a16="http://schemas.microsoft.com/office/drawing/2014/main" id="{9E0B544B-42EB-16A3-0EBF-8006B62CA02D}"/>
              </a:ext>
            </a:extLst>
          </p:cNvPr>
          <p:cNvSpPr>
            <a:spLocks noGrp="1"/>
          </p:cNvSpPr>
          <p:nvPr>
            <p:ph type="body" sz="quarter" idx="12" hasCustomPrompt="1"/>
          </p:nvPr>
        </p:nvSpPr>
        <p:spPr bwMode="gray">
          <a:xfrm>
            <a:off x="6528008" y="836712"/>
            <a:ext cx="4752000" cy="184666"/>
          </a:xfrm>
        </p:spPr>
        <p:txBody>
          <a:bodyPr>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Click to edit chart title</a:t>
            </a:r>
          </a:p>
        </p:txBody>
      </p:sp>
      <p:sp>
        <p:nvSpPr>
          <p:cNvPr id="7" name="Text Placeholder 3">
            <a:extLst>
              <a:ext uri="{FF2B5EF4-FFF2-40B4-BE49-F238E27FC236}">
                <a16:creationId xmlns:a16="http://schemas.microsoft.com/office/drawing/2014/main" id="{5A94ADB8-8BB9-7BA9-B6D8-7500FFA904E3}"/>
              </a:ext>
            </a:extLst>
          </p:cNvPr>
          <p:cNvSpPr>
            <a:spLocks noGrp="1"/>
          </p:cNvSpPr>
          <p:nvPr>
            <p:ph type="body" sz="quarter" idx="14" hasCustomPrompt="1"/>
          </p:nvPr>
        </p:nvSpPr>
        <p:spPr bwMode="gray">
          <a:xfrm>
            <a:off x="6528008" y="1052736"/>
            <a:ext cx="4752000" cy="184666"/>
          </a:xfrm>
        </p:spPr>
        <p:txBody>
          <a:bodyPr>
            <a:sp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unit of value</a:t>
            </a:r>
          </a:p>
        </p:txBody>
      </p:sp>
      <p:sp>
        <p:nvSpPr>
          <p:cNvPr id="12" name="Chart Placeholder 1">
            <a:extLst>
              <a:ext uri="{FF2B5EF4-FFF2-40B4-BE49-F238E27FC236}">
                <a16:creationId xmlns:a16="http://schemas.microsoft.com/office/drawing/2014/main" id="{6F45CE3C-CE03-F84F-458B-8EB30D44E2C2}"/>
              </a:ext>
            </a:extLst>
          </p:cNvPr>
          <p:cNvSpPr>
            <a:spLocks noGrp="1"/>
          </p:cNvSpPr>
          <p:nvPr>
            <p:ph type="chart" sz="quarter" idx="16"/>
          </p:nvPr>
        </p:nvSpPr>
        <p:spPr bwMode="gray">
          <a:xfrm>
            <a:off x="6527521" y="1340768"/>
            <a:ext cx="4752975" cy="4140000"/>
          </a:xfrm>
        </p:spPr>
        <p:txBody>
          <a:bodyPr bIns="720000" anchor="ctr"/>
          <a:lstStyle>
            <a:lvl1pPr algn="ctr">
              <a:spcBef>
                <a:spcPts val="0"/>
              </a:spcBef>
              <a:defRPr sz="1200" b="0">
                <a:solidFill>
                  <a:schemeClr val="tx1"/>
                </a:solidFill>
              </a:defRPr>
            </a:lvl1pPr>
          </a:lstStyle>
          <a:p>
            <a:r>
              <a:rPr lang="ja-JP" altLang="en-US" noProof="0"/>
              <a:t>グラフを追加</a:t>
            </a:r>
            <a:endParaRPr lang="en-US" noProof="0"/>
          </a:p>
        </p:txBody>
      </p:sp>
      <p:sp>
        <p:nvSpPr>
          <p:cNvPr id="9" name="Text Placeholder 4">
            <a:extLst>
              <a:ext uri="{FF2B5EF4-FFF2-40B4-BE49-F238E27FC236}">
                <a16:creationId xmlns:a16="http://schemas.microsoft.com/office/drawing/2014/main" id="{F1429D25-4756-CAC6-F902-90E7E3E788FA}"/>
              </a:ext>
            </a:extLst>
          </p:cNvPr>
          <p:cNvSpPr>
            <a:spLocks noGrp="1"/>
          </p:cNvSpPr>
          <p:nvPr>
            <p:ph type="body" sz="quarter" idx="15" hasCustomPrompt="1"/>
          </p:nvPr>
        </p:nvSpPr>
        <p:spPr bwMode="gray">
          <a:xfrm>
            <a:off x="6528008" y="5589530"/>
            <a:ext cx="4752000" cy="107722"/>
          </a:xfrm>
        </p:spPr>
        <p:txBody>
          <a:bodyPr anchor="b">
            <a:spAutoFit/>
          </a:bodyPr>
          <a:lstStyle>
            <a:lvl1pPr marL="0" indent="0">
              <a:spcBef>
                <a:spcPts val="0"/>
              </a:spcBef>
              <a:buFont typeface="Arial" panose="020B0604020202020204" pitchFamily="34" charset="0"/>
              <a:buNone/>
              <a:defRPr sz="700" b="0">
                <a:solidFill>
                  <a:schemeClr val="tx1"/>
                </a:solidFill>
                <a:latin typeface="+mn-lt"/>
              </a:defRPr>
            </a:lvl1pPr>
            <a:lvl2pPr marL="0" indent="0">
              <a:spcBef>
                <a:spcPts val="0"/>
              </a:spcBef>
              <a:buFont typeface="Arial" panose="020B0604020202020204" pitchFamily="34" charset="0"/>
              <a:buNone/>
              <a:defRPr sz="700" b="0">
                <a:solidFill>
                  <a:schemeClr val="tx1"/>
                </a:solidFill>
                <a:latin typeface="+mn-lt"/>
              </a:defRPr>
            </a:lvl2pPr>
            <a:lvl3pPr marL="0" indent="0">
              <a:spcBef>
                <a:spcPts val="0"/>
              </a:spcBef>
              <a:buNone/>
              <a:defRPr sz="700" b="0">
                <a:solidFill>
                  <a:schemeClr val="tx1"/>
                </a:solidFill>
                <a:latin typeface="+mn-lt"/>
              </a:defRPr>
            </a:lvl3pPr>
            <a:lvl4pPr marL="0" indent="0">
              <a:spcBef>
                <a:spcPts val="0"/>
              </a:spcBef>
              <a:buNone/>
              <a:defRPr sz="700" b="0">
                <a:solidFill>
                  <a:schemeClr val="tx1"/>
                </a:solidFill>
                <a:latin typeface="+mn-lt"/>
              </a:defRPr>
            </a:lvl4pPr>
            <a:lvl5pPr marL="0" indent="0">
              <a:spcBef>
                <a:spcPts val="0"/>
              </a:spcBef>
              <a:buNone/>
              <a:defRPr sz="700" b="0">
                <a:solidFill>
                  <a:schemeClr val="tx1"/>
                </a:solidFill>
                <a:latin typeface="+mn-lt"/>
              </a:defRPr>
            </a:lvl5pPr>
            <a:lvl6pPr marL="0" indent="0">
              <a:spcBef>
                <a:spcPts val="0"/>
              </a:spcBef>
              <a:buNone/>
              <a:defRPr sz="700" b="0">
                <a:solidFill>
                  <a:schemeClr val="tx1"/>
                </a:solidFill>
                <a:latin typeface="+mn-lt"/>
              </a:defRPr>
            </a:lvl6pPr>
            <a:lvl7pPr marL="0" indent="0">
              <a:spcBef>
                <a:spcPts val="0"/>
              </a:spcBef>
              <a:buNone/>
              <a:defRPr sz="700" b="0">
                <a:solidFill>
                  <a:schemeClr val="tx1"/>
                </a:solidFill>
                <a:latin typeface="+mn-lt"/>
              </a:defRPr>
            </a:lvl7pPr>
            <a:lvl8pPr marL="0" indent="0">
              <a:spcBef>
                <a:spcPts val="0"/>
              </a:spcBef>
              <a:buNone/>
              <a:defRPr sz="700" b="0">
                <a:solidFill>
                  <a:schemeClr val="tx1"/>
                </a:solidFill>
                <a:latin typeface="+mn-lt"/>
              </a:defRPr>
            </a:lvl8pPr>
            <a:lvl9pPr marL="0" indent="0">
              <a:spcBef>
                <a:spcPts val="0"/>
              </a:spcBef>
              <a:buNone/>
              <a:defRPr sz="700" b="0">
                <a:solidFill>
                  <a:schemeClr val="tx1"/>
                </a:solidFill>
                <a:latin typeface="+mn-lt"/>
              </a:defRPr>
            </a:lvl9pPr>
          </a:lstStyle>
          <a:p>
            <a:pPr lvl="0"/>
            <a:r>
              <a:rPr lang="en-US" noProof="0"/>
              <a:t>Click to edit footnote/source</a:t>
            </a:r>
          </a:p>
        </p:txBody>
      </p:sp>
      <p:sp>
        <p:nvSpPr>
          <p:cNvPr id="8" name="Footer Placeholder">
            <a:extLst>
              <a:ext uri="{FF2B5EF4-FFF2-40B4-BE49-F238E27FC236}">
                <a16:creationId xmlns:a16="http://schemas.microsoft.com/office/drawing/2014/main" id="{78DAF8DC-04B4-6F33-FDF5-0EC9726FA829}"/>
              </a:ext>
            </a:extLst>
          </p:cNvPr>
          <p:cNvSpPr>
            <a:spLocks noGrp="1"/>
          </p:cNvSpPr>
          <p:nvPr>
            <p:ph type="ftr" sz="quarter" idx="17"/>
          </p:nvPr>
        </p:nvSpPr>
        <p:spPr bwMode="gray"/>
        <p:txBody>
          <a:bodyPr/>
          <a:lstStyle/>
          <a:p>
            <a:pPr algn="l"/>
            <a:endParaRPr lang="en-US" noProof="0"/>
          </a:p>
        </p:txBody>
      </p:sp>
      <p:sp>
        <p:nvSpPr>
          <p:cNvPr id="10" name="Slide Number Placeholder">
            <a:extLst>
              <a:ext uri="{FF2B5EF4-FFF2-40B4-BE49-F238E27FC236}">
                <a16:creationId xmlns:a16="http://schemas.microsoft.com/office/drawing/2014/main" id="{8CC90698-5AC9-14B7-D67A-08FAA7A9C015}"/>
              </a:ext>
            </a:extLst>
          </p:cNvPr>
          <p:cNvSpPr>
            <a:spLocks noGrp="1"/>
          </p:cNvSpPr>
          <p:nvPr>
            <p:ph type="sldNum" sz="quarter" idx="18"/>
          </p:nvPr>
        </p:nvSpPr>
        <p:spPr bwMode="gray"/>
        <p:txBody>
          <a:bodyPr/>
          <a:lstStyle/>
          <a:p>
            <a:fld id="{1EDD9F3E-8BFD-4E3C-98D1-767322780FDD}" type="slidenum">
              <a:rPr lang="en-US" noProof="0" smtClean="0"/>
              <a:pPr/>
              <a:t>‹#›</a:t>
            </a:fld>
            <a:endParaRPr lang="en-US" noProof="0"/>
          </a:p>
        </p:txBody>
      </p:sp>
      <p:pic>
        <p:nvPicPr>
          <p:cNvPr id="4" name="Logo">
            <a:extLst>
              <a:ext uri="{FF2B5EF4-FFF2-40B4-BE49-F238E27FC236}">
                <a16:creationId xmlns:a16="http://schemas.microsoft.com/office/drawing/2014/main" id="{0268BFFB-23FF-B2EF-20B1-9397D5C51E0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4754950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 Team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p:txBody>
          <a:bodyPr/>
          <a:lstStyle/>
          <a:p>
            <a:r>
              <a:rPr lang="en-US" noProof="0"/>
              <a:t>Click to edit slide title (maximum two lines)</a:t>
            </a:r>
          </a:p>
        </p:txBody>
      </p:sp>
      <p:sp>
        <p:nvSpPr>
          <p:cNvPr id="8" name="Picture Placeholder 1">
            <a:extLst>
              <a:ext uri="{FF2B5EF4-FFF2-40B4-BE49-F238E27FC236}">
                <a16:creationId xmlns:a16="http://schemas.microsoft.com/office/drawing/2014/main" id="{9DD3A440-1CA9-B6A2-DB83-4AED31D07687}"/>
              </a:ext>
            </a:extLst>
          </p:cNvPr>
          <p:cNvSpPr>
            <a:spLocks noGrp="1"/>
          </p:cNvSpPr>
          <p:nvPr>
            <p:ph type="pic" sz="quarter" idx="15"/>
          </p:nvPr>
        </p:nvSpPr>
        <p:spPr bwMode="gray">
          <a:xfrm>
            <a:off x="551384" y="1844824"/>
            <a:ext cx="2687116"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9" name="Text Placeholder 1">
            <a:extLst>
              <a:ext uri="{FF2B5EF4-FFF2-40B4-BE49-F238E27FC236}">
                <a16:creationId xmlns:a16="http://schemas.microsoft.com/office/drawing/2014/main" id="{021D8988-0F40-25F1-D7E7-AD2B2BD5BED6}"/>
              </a:ext>
            </a:extLst>
          </p:cNvPr>
          <p:cNvSpPr>
            <a:spLocks noGrp="1"/>
          </p:cNvSpPr>
          <p:nvPr>
            <p:ph type="body" sz="quarter" idx="14" hasCustomPrompt="1"/>
          </p:nvPr>
        </p:nvSpPr>
        <p:spPr bwMode="gray">
          <a:xfrm>
            <a:off x="550863" y="4653136"/>
            <a:ext cx="2664000" cy="1404764"/>
          </a:xfrm>
        </p:spPr>
        <p:txBody>
          <a:bodyPr wrap="square">
            <a:no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200"/>
              </a:spcBef>
              <a:buFont typeface="Arial" panose="020B0604020202020204" pitchFamily="34" charset="0"/>
              <a:buNone/>
              <a:defRPr sz="1200" b="0">
                <a:solidFill>
                  <a:schemeClr val="tx1"/>
                </a:solidFill>
                <a:latin typeface="+mn-lt"/>
              </a:defRPr>
            </a:lvl2pPr>
            <a:lvl3pPr marL="0" indent="0">
              <a:spcBef>
                <a:spcPts val="200"/>
              </a:spcBef>
              <a:buNone/>
              <a:defRPr sz="1200" b="0">
                <a:solidFill>
                  <a:schemeClr val="tx1"/>
                </a:solidFill>
                <a:latin typeface="+mn-lt"/>
              </a:defRPr>
            </a:lvl3pPr>
            <a:lvl4pPr marL="0" indent="0">
              <a:spcBef>
                <a:spcPts val="200"/>
              </a:spcBef>
              <a:buNone/>
              <a:defRPr sz="1200" b="0">
                <a:solidFill>
                  <a:schemeClr val="tx1"/>
                </a:solidFill>
                <a:latin typeface="+mn-lt"/>
              </a:defRPr>
            </a:lvl4pPr>
            <a:lvl5pPr marL="0" indent="0">
              <a:spcBef>
                <a:spcPts val="200"/>
              </a:spcBef>
              <a:buNone/>
              <a:defRPr sz="1200" b="0">
                <a:solidFill>
                  <a:schemeClr val="tx1"/>
                </a:solidFill>
                <a:latin typeface="+mn-lt"/>
              </a:defRPr>
            </a:lvl5pPr>
            <a:lvl6pPr marL="0" indent="0">
              <a:spcBef>
                <a:spcPts val="200"/>
              </a:spcBef>
              <a:buNone/>
              <a:defRPr sz="1200" b="0">
                <a:solidFill>
                  <a:schemeClr val="tx1"/>
                </a:solidFill>
                <a:latin typeface="+mn-lt"/>
              </a:defRPr>
            </a:lvl6pPr>
            <a:lvl7pPr marL="0" indent="0">
              <a:spcBef>
                <a:spcPts val="200"/>
              </a:spcBef>
              <a:buNone/>
              <a:defRPr sz="1200" b="0">
                <a:solidFill>
                  <a:schemeClr val="tx1"/>
                </a:solidFill>
                <a:latin typeface="+mn-lt"/>
              </a:defRPr>
            </a:lvl7pPr>
            <a:lvl8pPr marL="0" indent="0">
              <a:spcBef>
                <a:spcPts val="200"/>
              </a:spcBef>
              <a:buNone/>
              <a:defRPr sz="1200" b="0">
                <a:solidFill>
                  <a:schemeClr val="tx1"/>
                </a:solidFill>
                <a:latin typeface="+mn-lt"/>
              </a:defRPr>
            </a:lvl8pPr>
            <a:lvl9pPr marL="0" indent="0">
              <a:spcBef>
                <a:spcPts val="200"/>
              </a:spcBef>
              <a:buNone/>
              <a:defRPr sz="1200" b="0">
                <a:solidFill>
                  <a:schemeClr val="tx1"/>
                </a:solidFill>
                <a:latin typeface="+mn-lt"/>
              </a:defRPr>
            </a:lvl9pPr>
          </a:lstStyle>
          <a:p>
            <a:pPr lvl="0"/>
            <a:r>
              <a:rPr lang="en-US" noProof="0"/>
              <a:t>Click to edit Name Surname</a:t>
            </a:r>
          </a:p>
          <a:p>
            <a:pPr lvl="1"/>
            <a:r>
              <a:rPr lang="en-US" noProof="0"/>
              <a:t>Second level</a:t>
            </a:r>
          </a:p>
        </p:txBody>
      </p:sp>
      <p:sp>
        <p:nvSpPr>
          <p:cNvPr id="11" name="Picture Placeholder 2">
            <a:extLst>
              <a:ext uri="{FF2B5EF4-FFF2-40B4-BE49-F238E27FC236}">
                <a16:creationId xmlns:a16="http://schemas.microsoft.com/office/drawing/2014/main" id="{3BF10AE8-C121-8442-377B-88627C9560A0}"/>
              </a:ext>
            </a:extLst>
          </p:cNvPr>
          <p:cNvSpPr>
            <a:spLocks noGrp="1"/>
          </p:cNvSpPr>
          <p:nvPr>
            <p:ph type="pic" sz="quarter" idx="17"/>
          </p:nvPr>
        </p:nvSpPr>
        <p:spPr bwMode="gray">
          <a:xfrm>
            <a:off x="3359696"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0" name="Text Placeholder 2">
            <a:extLst>
              <a:ext uri="{FF2B5EF4-FFF2-40B4-BE49-F238E27FC236}">
                <a16:creationId xmlns:a16="http://schemas.microsoft.com/office/drawing/2014/main" id="{05885C9B-BDFD-3544-8568-29E1331A42CD}"/>
              </a:ext>
            </a:extLst>
          </p:cNvPr>
          <p:cNvSpPr>
            <a:spLocks noGrp="1"/>
          </p:cNvSpPr>
          <p:nvPr>
            <p:ph type="body" sz="quarter" idx="16" hasCustomPrompt="1"/>
          </p:nvPr>
        </p:nvSpPr>
        <p:spPr bwMode="gray">
          <a:xfrm>
            <a:off x="3359696" y="4653136"/>
            <a:ext cx="2664000" cy="1404764"/>
          </a:xfrm>
        </p:spPr>
        <p:txBody>
          <a:bodyPr wrap="square">
            <a:no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200"/>
              </a:spcBef>
              <a:buFont typeface="Arial" panose="020B0604020202020204" pitchFamily="34" charset="0"/>
              <a:buNone/>
              <a:defRPr sz="1200" b="0">
                <a:solidFill>
                  <a:schemeClr val="tx1"/>
                </a:solidFill>
                <a:latin typeface="+mn-lt"/>
              </a:defRPr>
            </a:lvl2pPr>
            <a:lvl3pPr marL="0" indent="0">
              <a:spcBef>
                <a:spcPts val="200"/>
              </a:spcBef>
              <a:buNone/>
              <a:defRPr sz="1200" b="0">
                <a:solidFill>
                  <a:schemeClr val="tx1"/>
                </a:solidFill>
                <a:latin typeface="+mn-lt"/>
              </a:defRPr>
            </a:lvl3pPr>
            <a:lvl4pPr marL="0" indent="0">
              <a:spcBef>
                <a:spcPts val="200"/>
              </a:spcBef>
              <a:buNone/>
              <a:defRPr sz="1200" b="0">
                <a:solidFill>
                  <a:schemeClr val="tx1"/>
                </a:solidFill>
                <a:latin typeface="+mn-lt"/>
              </a:defRPr>
            </a:lvl4pPr>
            <a:lvl5pPr marL="0" indent="0">
              <a:spcBef>
                <a:spcPts val="200"/>
              </a:spcBef>
              <a:buNone/>
              <a:defRPr sz="1200" b="0">
                <a:solidFill>
                  <a:schemeClr val="tx1"/>
                </a:solidFill>
                <a:latin typeface="+mn-lt"/>
              </a:defRPr>
            </a:lvl5pPr>
            <a:lvl6pPr marL="0" indent="0">
              <a:spcBef>
                <a:spcPts val="200"/>
              </a:spcBef>
              <a:buNone/>
              <a:defRPr sz="1200" b="0">
                <a:solidFill>
                  <a:schemeClr val="tx1"/>
                </a:solidFill>
                <a:latin typeface="+mn-lt"/>
              </a:defRPr>
            </a:lvl6pPr>
            <a:lvl7pPr marL="0" indent="0">
              <a:spcBef>
                <a:spcPts val="200"/>
              </a:spcBef>
              <a:buNone/>
              <a:defRPr sz="1200" b="0">
                <a:solidFill>
                  <a:schemeClr val="tx1"/>
                </a:solidFill>
                <a:latin typeface="+mn-lt"/>
              </a:defRPr>
            </a:lvl7pPr>
            <a:lvl8pPr marL="0" indent="0">
              <a:spcBef>
                <a:spcPts val="200"/>
              </a:spcBef>
              <a:buNone/>
              <a:defRPr sz="1200" b="0">
                <a:solidFill>
                  <a:schemeClr val="tx1"/>
                </a:solidFill>
                <a:latin typeface="+mn-lt"/>
              </a:defRPr>
            </a:lvl8pPr>
            <a:lvl9pPr marL="0" indent="0">
              <a:spcBef>
                <a:spcPts val="200"/>
              </a:spcBef>
              <a:buNone/>
              <a:defRPr sz="1200" b="0">
                <a:solidFill>
                  <a:schemeClr val="tx1"/>
                </a:solidFill>
                <a:latin typeface="+mn-lt"/>
              </a:defRPr>
            </a:lvl9pPr>
          </a:lstStyle>
          <a:p>
            <a:pPr lvl="0"/>
            <a:r>
              <a:rPr lang="en-US" noProof="0"/>
              <a:t>Click to edit Name Surname</a:t>
            </a:r>
          </a:p>
          <a:p>
            <a:pPr lvl="1"/>
            <a:r>
              <a:rPr lang="en-US" noProof="0"/>
              <a:t>Second level</a:t>
            </a:r>
          </a:p>
        </p:txBody>
      </p:sp>
      <p:sp>
        <p:nvSpPr>
          <p:cNvPr id="13" name="Picture Placeholder 3">
            <a:extLst>
              <a:ext uri="{FF2B5EF4-FFF2-40B4-BE49-F238E27FC236}">
                <a16:creationId xmlns:a16="http://schemas.microsoft.com/office/drawing/2014/main" id="{8415ECF1-9C67-32ED-D4D3-DDFE8EE0FA8B}"/>
              </a:ext>
            </a:extLst>
          </p:cNvPr>
          <p:cNvSpPr>
            <a:spLocks noGrp="1"/>
          </p:cNvSpPr>
          <p:nvPr>
            <p:ph type="pic" sz="quarter" idx="19"/>
          </p:nvPr>
        </p:nvSpPr>
        <p:spPr bwMode="gray">
          <a:xfrm>
            <a:off x="6168008"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2" name="Text Placeholder 3">
            <a:extLst>
              <a:ext uri="{FF2B5EF4-FFF2-40B4-BE49-F238E27FC236}">
                <a16:creationId xmlns:a16="http://schemas.microsoft.com/office/drawing/2014/main" id="{39C6BBFC-28AE-9E58-2344-AD9D8C100E16}"/>
              </a:ext>
            </a:extLst>
          </p:cNvPr>
          <p:cNvSpPr>
            <a:spLocks noGrp="1"/>
          </p:cNvSpPr>
          <p:nvPr>
            <p:ph type="body" sz="quarter" idx="18" hasCustomPrompt="1"/>
          </p:nvPr>
        </p:nvSpPr>
        <p:spPr bwMode="gray">
          <a:xfrm>
            <a:off x="6168008" y="4653136"/>
            <a:ext cx="2664000" cy="1404764"/>
          </a:xfrm>
        </p:spPr>
        <p:txBody>
          <a:bodyPr wrap="square">
            <a:no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200"/>
              </a:spcBef>
              <a:buFont typeface="Arial" panose="020B0604020202020204" pitchFamily="34" charset="0"/>
              <a:buNone/>
              <a:defRPr sz="1200" b="0">
                <a:solidFill>
                  <a:schemeClr val="tx1"/>
                </a:solidFill>
                <a:latin typeface="+mn-lt"/>
              </a:defRPr>
            </a:lvl2pPr>
            <a:lvl3pPr marL="0" indent="0">
              <a:spcBef>
                <a:spcPts val="200"/>
              </a:spcBef>
              <a:buNone/>
              <a:defRPr sz="1200" b="0">
                <a:solidFill>
                  <a:schemeClr val="tx1"/>
                </a:solidFill>
                <a:latin typeface="+mn-lt"/>
              </a:defRPr>
            </a:lvl3pPr>
            <a:lvl4pPr marL="0" indent="0">
              <a:spcBef>
                <a:spcPts val="200"/>
              </a:spcBef>
              <a:buNone/>
              <a:defRPr sz="1200" b="0">
                <a:solidFill>
                  <a:schemeClr val="tx1"/>
                </a:solidFill>
                <a:latin typeface="+mn-lt"/>
              </a:defRPr>
            </a:lvl4pPr>
            <a:lvl5pPr marL="0" indent="0">
              <a:spcBef>
                <a:spcPts val="200"/>
              </a:spcBef>
              <a:buNone/>
              <a:defRPr sz="1200" b="0">
                <a:solidFill>
                  <a:schemeClr val="tx1"/>
                </a:solidFill>
                <a:latin typeface="+mn-lt"/>
              </a:defRPr>
            </a:lvl5pPr>
            <a:lvl6pPr marL="0" indent="0">
              <a:spcBef>
                <a:spcPts val="200"/>
              </a:spcBef>
              <a:buNone/>
              <a:defRPr sz="1200" b="0">
                <a:solidFill>
                  <a:schemeClr val="tx1"/>
                </a:solidFill>
                <a:latin typeface="+mn-lt"/>
              </a:defRPr>
            </a:lvl6pPr>
            <a:lvl7pPr marL="0" indent="0">
              <a:spcBef>
                <a:spcPts val="200"/>
              </a:spcBef>
              <a:buNone/>
              <a:defRPr sz="1200" b="0">
                <a:solidFill>
                  <a:schemeClr val="tx1"/>
                </a:solidFill>
                <a:latin typeface="+mn-lt"/>
              </a:defRPr>
            </a:lvl7pPr>
            <a:lvl8pPr marL="0" indent="0">
              <a:spcBef>
                <a:spcPts val="200"/>
              </a:spcBef>
              <a:buNone/>
              <a:defRPr sz="1200" b="0">
                <a:solidFill>
                  <a:schemeClr val="tx1"/>
                </a:solidFill>
                <a:latin typeface="+mn-lt"/>
              </a:defRPr>
            </a:lvl8pPr>
            <a:lvl9pPr marL="0" indent="0">
              <a:spcBef>
                <a:spcPts val="200"/>
              </a:spcBef>
              <a:buNone/>
              <a:defRPr sz="1200" b="0">
                <a:solidFill>
                  <a:schemeClr val="tx1"/>
                </a:solidFill>
                <a:latin typeface="+mn-lt"/>
              </a:defRPr>
            </a:lvl9pPr>
          </a:lstStyle>
          <a:p>
            <a:pPr lvl="0"/>
            <a:r>
              <a:rPr lang="en-US" noProof="0"/>
              <a:t>Click to edit Name Surname</a:t>
            </a:r>
          </a:p>
          <a:p>
            <a:pPr lvl="1"/>
            <a:r>
              <a:rPr lang="en-US" noProof="0"/>
              <a:t>Second level</a:t>
            </a:r>
          </a:p>
        </p:txBody>
      </p:sp>
      <p:sp>
        <p:nvSpPr>
          <p:cNvPr id="15" name="Picture Placeholder 4">
            <a:extLst>
              <a:ext uri="{FF2B5EF4-FFF2-40B4-BE49-F238E27FC236}">
                <a16:creationId xmlns:a16="http://schemas.microsoft.com/office/drawing/2014/main" id="{FE697D5E-1E96-8C69-B935-640772D99716}"/>
              </a:ext>
            </a:extLst>
          </p:cNvPr>
          <p:cNvSpPr>
            <a:spLocks noGrp="1"/>
          </p:cNvSpPr>
          <p:nvPr>
            <p:ph type="pic" sz="quarter" idx="21"/>
          </p:nvPr>
        </p:nvSpPr>
        <p:spPr bwMode="gray">
          <a:xfrm>
            <a:off x="8976320"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ja-JP" altLang="en-US" noProof="0"/>
              <a:t>アイコンをクリックして図を追加</a:t>
            </a:r>
            <a:endParaRPr lang="en-US" noProof="0"/>
          </a:p>
        </p:txBody>
      </p:sp>
      <p:sp>
        <p:nvSpPr>
          <p:cNvPr id="14" name="Text Placeholder 4">
            <a:extLst>
              <a:ext uri="{FF2B5EF4-FFF2-40B4-BE49-F238E27FC236}">
                <a16:creationId xmlns:a16="http://schemas.microsoft.com/office/drawing/2014/main" id="{FE99907E-A59A-265E-C3BE-FF36FAD57DBC}"/>
              </a:ext>
            </a:extLst>
          </p:cNvPr>
          <p:cNvSpPr>
            <a:spLocks noGrp="1"/>
          </p:cNvSpPr>
          <p:nvPr>
            <p:ph type="body" sz="quarter" idx="20" hasCustomPrompt="1"/>
          </p:nvPr>
        </p:nvSpPr>
        <p:spPr bwMode="gray">
          <a:xfrm>
            <a:off x="8976320" y="4653136"/>
            <a:ext cx="2664000" cy="1404764"/>
          </a:xfrm>
        </p:spPr>
        <p:txBody>
          <a:bodyPr wrap="square">
            <a:no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200"/>
              </a:spcBef>
              <a:buFont typeface="Arial" panose="020B0604020202020204" pitchFamily="34" charset="0"/>
              <a:buNone/>
              <a:defRPr sz="1200" b="0">
                <a:solidFill>
                  <a:schemeClr val="tx1"/>
                </a:solidFill>
                <a:latin typeface="+mn-lt"/>
              </a:defRPr>
            </a:lvl2pPr>
            <a:lvl3pPr marL="0" indent="0">
              <a:spcBef>
                <a:spcPts val="200"/>
              </a:spcBef>
              <a:buNone/>
              <a:defRPr sz="1200" b="0">
                <a:solidFill>
                  <a:schemeClr val="tx1"/>
                </a:solidFill>
                <a:latin typeface="+mn-lt"/>
              </a:defRPr>
            </a:lvl3pPr>
            <a:lvl4pPr marL="0" indent="0">
              <a:spcBef>
                <a:spcPts val="200"/>
              </a:spcBef>
              <a:buNone/>
              <a:defRPr sz="1200" b="0">
                <a:solidFill>
                  <a:schemeClr val="tx1"/>
                </a:solidFill>
                <a:latin typeface="+mn-lt"/>
              </a:defRPr>
            </a:lvl4pPr>
            <a:lvl5pPr marL="0" indent="0">
              <a:spcBef>
                <a:spcPts val="200"/>
              </a:spcBef>
              <a:buNone/>
              <a:defRPr sz="1200" b="0">
                <a:solidFill>
                  <a:schemeClr val="tx1"/>
                </a:solidFill>
                <a:latin typeface="+mn-lt"/>
              </a:defRPr>
            </a:lvl5pPr>
            <a:lvl6pPr marL="0" indent="0">
              <a:spcBef>
                <a:spcPts val="200"/>
              </a:spcBef>
              <a:buNone/>
              <a:defRPr sz="1200" b="0">
                <a:solidFill>
                  <a:schemeClr val="tx1"/>
                </a:solidFill>
                <a:latin typeface="+mn-lt"/>
              </a:defRPr>
            </a:lvl6pPr>
            <a:lvl7pPr marL="0" indent="0">
              <a:spcBef>
                <a:spcPts val="200"/>
              </a:spcBef>
              <a:buNone/>
              <a:defRPr sz="1200" b="0">
                <a:solidFill>
                  <a:schemeClr val="tx1"/>
                </a:solidFill>
                <a:latin typeface="+mn-lt"/>
              </a:defRPr>
            </a:lvl7pPr>
            <a:lvl8pPr marL="0" indent="0">
              <a:spcBef>
                <a:spcPts val="200"/>
              </a:spcBef>
              <a:buNone/>
              <a:defRPr sz="1200" b="0">
                <a:solidFill>
                  <a:schemeClr val="tx1"/>
                </a:solidFill>
                <a:latin typeface="+mn-lt"/>
              </a:defRPr>
            </a:lvl8pPr>
            <a:lvl9pPr marL="0" indent="0">
              <a:spcBef>
                <a:spcPts val="200"/>
              </a:spcBef>
              <a:buNone/>
              <a:defRPr sz="1200" b="0">
                <a:solidFill>
                  <a:schemeClr val="tx1"/>
                </a:solidFill>
                <a:latin typeface="+mn-lt"/>
              </a:defRPr>
            </a:lvl9pPr>
          </a:lstStyle>
          <a:p>
            <a:pPr lvl="0"/>
            <a:r>
              <a:rPr lang="en-US" noProof="0"/>
              <a:t>Click to edit Name Surname</a:t>
            </a:r>
          </a:p>
          <a:p>
            <a:pPr lvl="1"/>
            <a:r>
              <a:rPr lang="en-US" noProof="0"/>
              <a:t>Second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3F156D71-E0B5-D6E1-661C-545C3C90E20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723011515"/>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40">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nd slide 1">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
        <p:nvSpPr>
          <p:cNvPr id="6" name="Title 1">
            <a:extLst>
              <a:ext uri="{FF2B5EF4-FFF2-40B4-BE49-F238E27FC236}">
                <a16:creationId xmlns:a16="http://schemas.microsoft.com/office/drawing/2014/main" id="{079F1196-D343-C4C6-E6C1-04811483641A}"/>
              </a:ext>
            </a:extLst>
          </p:cNvPr>
          <p:cNvSpPr>
            <a:spLocks noGrp="1"/>
          </p:cNvSpPr>
          <p:nvPr>
            <p:ph type="title" hasCustomPrompt="1"/>
          </p:nvPr>
        </p:nvSpPr>
        <p:spPr bwMode="gray">
          <a:xfrm>
            <a:off x="551384" y="747514"/>
            <a:ext cx="10440000" cy="3687997"/>
          </a:xfrm>
        </p:spPr>
        <p:txBody>
          <a:bodyPr/>
          <a:lstStyle>
            <a:lvl1pPr>
              <a:lnSpc>
                <a:spcPct val="83000"/>
              </a:lnSpc>
              <a:defRPr sz="9600" spc="-60" baseline="0">
                <a:solidFill>
                  <a:schemeClr val="tx1"/>
                </a:solidFill>
              </a:defRPr>
            </a:lvl1pPr>
          </a:lstStyle>
          <a:p>
            <a:r>
              <a:rPr lang="en-US" noProof="0"/>
              <a:t>Click to edit closing statement (max. three lines)</a:t>
            </a:r>
          </a:p>
        </p:txBody>
      </p:sp>
      <p:sp>
        <p:nvSpPr>
          <p:cNvPr id="7" name="Text Placeholder 1">
            <a:extLst>
              <a:ext uri="{FF2B5EF4-FFF2-40B4-BE49-F238E27FC236}">
                <a16:creationId xmlns:a16="http://schemas.microsoft.com/office/drawing/2014/main" id="{C7C11606-5708-5AF1-A745-7C48C9431855}"/>
              </a:ext>
            </a:extLst>
          </p:cNvPr>
          <p:cNvSpPr>
            <a:spLocks noGrp="1"/>
          </p:cNvSpPr>
          <p:nvPr>
            <p:ph type="body" sz="quarter" idx="13" hasCustomPrompt="1"/>
          </p:nvPr>
        </p:nvSpPr>
        <p:spPr bwMode="gray">
          <a:xfrm>
            <a:off x="8112224" y="4508884"/>
            <a:ext cx="3528000" cy="764312"/>
          </a:xfrm>
        </p:spPr>
        <p:txBody>
          <a:bodyPr wrap="square">
            <a:spAutoFit/>
          </a:bodyPr>
          <a:lstStyle>
            <a:lvl1pPr marL="0" indent="0">
              <a:spcBef>
                <a:spcPts val="0"/>
              </a:spcBef>
              <a:buFont typeface="Arial" panose="020B0604020202020204" pitchFamily="34" charset="0"/>
              <a:buNone/>
              <a:defRPr sz="2400" b="1">
                <a:solidFill>
                  <a:schemeClr val="tx1"/>
                </a:solidFill>
                <a:latin typeface="+mj-lt"/>
              </a:defRPr>
            </a:lvl1pPr>
            <a:lvl2pPr marL="0" indent="0">
              <a:spcBef>
                <a:spcPts val="200"/>
              </a:spcBef>
              <a:buFont typeface="Arial" panose="020B0604020202020204" pitchFamily="34" charset="0"/>
              <a:buNone/>
              <a:defRPr sz="2400" b="0">
                <a:solidFill>
                  <a:schemeClr val="tx1"/>
                </a:solidFill>
                <a:latin typeface="+mn-lt"/>
              </a:defRPr>
            </a:lvl2pPr>
            <a:lvl3pPr marL="0" indent="0">
              <a:spcBef>
                <a:spcPts val="200"/>
              </a:spcBef>
              <a:buNone/>
              <a:defRPr sz="2400" b="0">
                <a:solidFill>
                  <a:schemeClr val="tx1"/>
                </a:solidFill>
                <a:latin typeface="+mn-lt"/>
              </a:defRPr>
            </a:lvl3pPr>
            <a:lvl4pPr marL="0" indent="0">
              <a:spcBef>
                <a:spcPts val="200"/>
              </a:spcBef>
              <a:buNone/>
              <a:defRPr sz="2400" b="0">
                <a:solidFill>
                  <a:schemeClr val="tx1"/>
                </a:solidFill>
                <a:latin typeface="+mn-lt"/>
              </a:defRPr>
            </a:lvl4pPr>
            <a:lvl5pPr marL="0" indent="0">
              <a:spcBef>
                <a:spcPts val="200"/>
              </a:spcBef>
              <a:buNone/>
              <a:defRPr sz="2400" b="0">
                <a:solidFill>
                  <a:schemeClr val="tx1"/>
                </a:solidFill>
                <a:latin typeface="+mn-lt"/>
              </a:defRPr>
            </a:lvl5pPr>
            <a:lvl6pPr marL="0" indent="0">
              <a:spcBef>
                <a:spcPts val="200"/>
              </a:spcBef>
              <a:buNone/>
              <a:defRPr sz="2400" b="0">
                <a:solidFill>
                  <a:schemeClr val="tx1"/>
                </a:solidFill>
                <a:latin typeface="+mn-lt"/>
              </a:defRPr>
            </a:lvl6pPr>
            <a:lvl7pPr marL="0" indent="0">
              <a:spcBef>
                <a:spcPts val="200"/>
              </a:spcBef>
              <a:buNone/>
              <a:defRPr sz="2400" b="0">
                <a:solidFill>
                  <a:schemeClr val="tx1"/>
                </a:solidFill>
                <a:latin typeface="+mn-lt"/>
              </a:defRPr>
            </a:lvl7pPr>
            <a:lvl8pPr marL="0" indent="0">
              <a:spcBef>
                <a:spcPts val="200"/>
              </a:spcBef>
              <a:buNone/>
              <a:defRPr sz="2400" b="0">
                <a:solidFill>
                  <a:schemeClr val="tx1"/>
                </a:solidFill>
                <a:latin typeface="+mn-lt"/>
              </a:defRPr>
            </a:lvl8pPr>
            <a:lvl9pPr marL="0" indent="0">
              <a:spcBef>
                <a:spcPts val="200"/>
              </a:spcBef>
              <a:buNone/>
              <a:defRPr sz="2400" b="0">
                <a:solidFill>
                  <a:schemeClr val="tx1"/>
                </a:solidFill>
                <a:latin typeface="+mn-lt"/>
              </a:defRPr>
            </a:lvl9pPr>
          </a:lstStyle>
          <a:p>
            <a:pPr lvl="0"/>
            <a:r>
              <a:rPr lang="en-US" noProof="0"/>
              <a:t>Click to edit text</a:t>
            </a:r>
          </a:p>
          <a:p>
            <a:pPr lvl="1"/>
            <a:r>
              <a:rPr lang="en-US" noProof="0"/>
              <a:t>Second level</a:t>
            </a:r>
          </a:p>
        </p:txBody>
      </p:sp>
      <p:pic>
        <p:nvPicPr>
          <p:cNvPr id="8" name="Gradient background">
            <a:extLst>
              <a:ext uri="{FF2B5EF4-FFF2-40B4-BE49-F238E27FC236}">
                <a16:creationId xmlns:a16="http://schemas.microsoft.com/office/drawing/2014/main" id="{C5FA1B03-9A8B-0B3A-DF97-DDA924BDB59D}"/>
              </a:ext>
            </a:extLst>
          </p:cNvPr>
          <p:cNvPicPr>
            <a:picLocks/>
          </p:cNvPicPr>
          <p:nvPr userDrawn="1"/>
        </p:nvPicPr>
        <p:blipFill>
          <a:blip>
            <a:extLst>
              <a:ext uri="{96DAC541-7B7A-43D3-8B79-37D633B846F1}">
                <asvg:svgBlip xmlns:asvg="http://schemas.microsoft.com/office/drawing/2016/SVG/main" r:embed="rId3"/>
              </a:ext>
            </a:extLst>
          </a:blip>
          <a:srcRect l="83735" t="784" r="487" b="784"/>
          <a:stretch>
            <a:fillRect/>
          </a:stretch>
        </p:blipFill>
        <p:spPr bwMode="hidden">
          <a:xfrm>
            <a:off x="11641138" y="1"/>
            <a:ext cx="555184" cy="6858000"/>
          </a:xfrm>
          <a:prstGeom prst="rect">
            <a:avLst/>
          </a:prstGeom>
        </p:spPr>
      </p:pic>
    </p:spTree>
    <p:extLst>
      <p:ext uri="{BB962C8B-B14F-4D97-AF65-F5344CB8AC3E}">
        <p14:creationId xmlns:p14="http://schemas.microsoft.com/office/powerpoint/2010/main" val="2083572051"/>
      </p:ext>
    </p:extLst>
  </p:cSld>
  <p:clrMapOvr>
    <a:masterClrMapping/>
  </p:clrMapOvr>
  <p:extLst>
    <p:ext uri="{DCECCB84-F9BA-43D5-87BE-67443E8EF086}">
      <p15:sldGuideLst xmlns:p15="http://schemas.microsoft.com/office/powerpoint/2012/main">
        <p15:guide id="10" pos="692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747514"/>
            <a:ext cx="10440000" cy="3687997"/>
          </a:xfrm>
        </p:spPr>
        <p:txBody>
          <a:bodyPr/>
          <a:lstStyle>
            <a:lvl1pPr>
              <a:lnSpc>
                <a:spcPct val="83000"/>
              </a:lnSpc>
              <a:defRPr sz="9600" spc="-60" baseline="0">
                <a:solidFill>
                  <a:schemeClr val="tx1"/>
                </a:solidFill>
              </a:defRPr>
            </a:lvl1pPr>
          </a:lstStyle>
          <a:p>
            <a:r>
              <a:rPr lang="en-US" noProof="0"/>
              <a:t>Click to edit closing statement (max. three lines)</a:t>
            </a:r>
          </a:p>
        </p:txBody>
      </p:sp>
      <p:sp>
        <p:nvSpPr>
          <p:cNvPr id="8" name="Text Placeholder 1">
            <a:extLst>
              <a:ext uri="{FF2B5EF4-FFF2-40B4-BE49-F238E27FC236}">
                <a16:creationId xmlns:a16="http://schemas.microsoft.com/office/drawing/2014/main" id="{D5EBA909-1CBA-C07A-6241-B3E5C730CCA3}"/>
              </a:ext>
            </a:extLst>
          </p:cNvPr>
          <p:cNvSpPr>
            <a:spLocks noGrp="1"/>
          </p:cNvSpPr>
          <p:nvPr>
            <p:ph type="body" sz="quarter" idx="13" hasCustomPrompt="1"/>
          </p:nvPr>
        </p:nvSpPr>
        <p:spPr bwMode="gray">
          <a:xfrm>
            <a:off x="8112224" y="4508884"/>
            <a:ext cx="3528000" cy="764312"/>
          </a:xfrm>
        </p:spPr>
        <p:txBody>
          <a:bodyPr wrap="square">
            <a:spAutoFit/>
          </a:bodyPr>
          <a:lstStyle>
            <a:lvl1pPr marL="0" indent="0">
              <a:spcBef>
                <a:spcPts val="0"/>
              </a:spcBef>
              <a:buFont typeface="Arial" panose="020B0604020202020204" pitchFamily="34" charset="0"/>
              <a:buNone/>
              <a:defRPr sz="2400" b="1">
                <a:solidFill>
                  <a:schemeClr val="tx1"/>
                </a:solidFill>
                <a:latin typeface="+mj-lt"/>
              </a:defRPr>
            </a:lvl1pPr>
            <a:lvl2pPr marL="0" indent="0">
              <a:spcBef>
                <a:spcPts val="200"/>
              </a:spcBef>
              <a:buFont typeface="Arial" panose="020B0604020202020204" pitchFamily="34" charset="0"/>
              <a:buNone/>
              <a:defRPr sz="2400" b="0">
                <a:solidFill>
                  <a:schemeClr val="tx1"/>
                </a:solidFill>
                <a:latin typeface="+mn-lt"/>
              </a:defRPr>
            </a:lvl2pPr>
            <a:lvl3pPr marL="0" indent="0">
              <a:spcBef>
                <a:spcPts val="200"/>
              </a:spcBef>
              <a:buNone/>
              <a:defRPr sz="2400" b="0">
                <a:solidFill>
                  <a:schemeClr val="tx1"/>
                </a:solidFill>
                <a:latin typeface="+mn-lt"/>
              </a:defRPr>
            </a:lvl3pPr>
            <a:lvl4pPr marL="0" indent="0">
              <a:spcBef>
                <a:spcPts val="200"/>
              </a:spcBef>
              <a:buNone/>
              <a:defRPr sz="2400" b="0">
                <a:solidFill>
                  <a:schemeClr val="tx1"/>
                </a:solidFill>
                <a:latin typeface="+mn-lt"/>
              </a:defRPr>
            </a:lvl4pPr>
            <a:lvl5pPr marL="0" indent="0">
              <a:spcBef>
                <a:spcPts val="200"/>
              </a:spcBef>
              <a:buNone/>
              <a:defRPr sz="2400" b="0">
                <a:solidFill>
                  <a:schemeClr val="tx1"/>
                </a:solidFill>
                <a:latin typeface="+mn-lt"/>
              </a:defRPr>
            </a:lvl5pPr>
            <a:lvl6pPr marL="0" indent="0">
              <a:spcBef>
                <a:spcPts val="200"/>
              </a:spcBef>
              <a:buNone/>
              <a:defRPr sz="2400" b="0">
                <a:solidFill>
                  <a:schemeClr val="tx1"/>
                </a:solidFill>
                <a:latin typeface="+mn-lt"/>
              </a:defRPr>
            </a:lvl6pPr>
            <a:lvl7pPr marL="0" indent="0">
              <a:spcBef>
                <a:spcPts val="200"/>
              </a:spcBef>
              <a:buNone/>
              <a:defRPr sz="2400" b="0">
                <a:solidFill>
                  <a:schemeClr val="tx1"/>
                </a:solidFill>
                <a:latin typeface="+mn-lt"/>
              </a:defRPr>
            </a:lvl7pPr>
            <a:lvl8pPr marL="0" indent="0">
              <a:spcBef>
                <a:spcPts val="200"/>
              </a:spcBef>
              <a:buNone/>
              <a:defRPr sz="2400" b="0">
                <a:solidFill>
                  <a:schemeClr val="tx1"/>
                </a:solidFill>
                <a:latin typeface="+mn-lt"/>
              </a:defRPr>
            </a:lvl8pPr>
            <a:lvl9pPr marL="0" indent="0">
              <a:spcBef>
                <a:spcPts val="200"/>
              </a:spcBef>
              <a:buNone/>
              <a:defRPr sz="2400" b="0">
                <a:solidFill>
                  <a:schemeClr val="tx1"/>
                </a:solidFill>
                <a:latin typeface="+mn-lt"/>
              </a:defRPr>
            </a:lvl9pPr>
          </a:lstStyle>
          <a:p>
            <a:pPr lvl="0"/>
            <a:r>
              <a:rPr lang="en-US" noProof="0"/>
              <a:t>Click to edit text</a:t>
            </a:r>
          </a:p>
          <a:p>
            <a:pPr lvl="1"/>
            <a:r>
              <a:rPr lang="en-US" noProof="0"/>
              <a:t>Second level</a:t>
            </a:r>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pic>
        <p:nvPicPr>
          <p:cNvPr id="4" name="Graphic 3">
            <a:extLst>
              <a:ext uri="{FF2B5EF4-FFF2-40B4-BE49-F238E27FC236}">
                <a16:creationId xmlns:a16="http://schemas.microsoft.com/office/drawing/2014/main" id="{B592B1CA-9888-E4D0-38AA-72644C82C180}"/>
              </a:ext>
            </a:extLst>
          </p:cNvPr>
          <p:cNvPicPr>
            <a:picLocks noChangeAspect="1"/>
          </p:cNvPicPr>
          <p:nvPr userDrawn="1"/>
        </p:nvPicPr>
        <p:blipFill>
          <a:blip>
            <a:extLst>
              <a:ext uri="{96DAC541-7B7A-43D3-8B79-37D633B846F1}">
                <asvg:svgBlip xmlns:asvg="http://schemas.microsoft.com/office/drawing/2016/SVG/main" r:embed="rId3"/>
              </a:ext>
            </a:extLst>
          </a:blip>
          <a:srcRect r="90878"/>
          <a:stretch>
            <a:fillRect/>
          </a:stretch>
        </p:blipFill>
        <p:spPr>
          <a:xfrm flipH="1">
            <a:off x="11641138" y="0"/>
            <a:ext cx="558232" cy="6858000"/>
          </a:xfrm>
          <a:prstGeom prst="rect">
            <a:avLst/>
          </a:prstGeom>
        </p:spPr>
      </p:pic>
    </p:spTree>
    <p:extLst>
      <p:ext uri="{BB962C8B-B14F-4D97-AF65-F5344CB8AC3E}">
        <p14:creationId xmlns:p14="http://schemas.microsoft.com/office/powerpoint/2010/main" val="1528761967"/>
      </p:ext>
    </p:extLst>
  </p:cSld>
  <p:clrMapOvr>
    <a:masterClrMapping/>
  </p:clrMapOvr>
  <p:extLst>
    <p:ext uri="{DCECCB84-F9BA-43D5-87BE-67443E8EF086}">
      <p15:sldGuideLst xmlns:p15="http://schemas.microsoft.com/office/powerpoint/2012/main">
        <p15:guide id="10" pos="692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AEE5160-7157-FD00-72DD-B0C1659617EE}"/>
              </a:ext>
            </a:extLst>
          </p:cNvPr>
          <p:cNvSpPr>
            <a:spLocks noGrp="1"/>
          </p:cNvSpPr>
          <p:nvPr>
            <p:ph type="pic" sz="quarter" idx="14"/>
          </p:nvPr>
        </p:nvSpPr>
        <p:spPr>
          <a:xfrm>
            <a:off x="0" y="0"/>
            <a:ext cx="12192000" cy="6858000"/>
          </a:xfrm>
        </p:spPr>
        <p:txBody>
          <a:bodyPr/>
          <a:lstStyle/>
          <a:p>
            <a:r>
              <a:rPr lang="ja-JP" altLang="en-US"/>
              <a:t>アイコンをクリックして図を追加</a:t>
            </a:r>
            <a:endParaRPr lang="en-US"/>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
        <p:nvSpPr>
          <p:cNvPr id="6" name="Title 1">
            <a:extLst>
              <a:ext uri="{FF2B5EF4-FFF2-40B4-BE49-F238E27FC236}">
                <a16:creationId xmlns:a16="http://schemas.microsoft.com/office/drawing/2014/main" id="{77ABF2EA-E0E1-5E97-F9DF-0A25325C64AD}"/>
              </a:ext>
            </a:extLst>
          </p:cNvPr>
          <p:cNvSpPr>
            <a:spLocks noGrp="1"/>
          </p:cNvSpPr>
          <p:nvPr>
            <p:ph type="title" hasCustomPrompt="1"/>
          </p:nvPr>
        </p:nvSpPr>
        <p:spPr bwMode="gray">
          <a:xfrm>
            <a:off x="551384" y="747514"/>
            <a:ext cx="10440000" cy="3687997"/>
          </a:xfrm>
        </p:spPr>
        <p:txBody>
          <a:bodyPr/>
          <a:lstStyle>
            <a:lvl1pPr>
              <a:lnSpc>
                <a:spcPct val="83000"/>
              </a:lnSpc>
              <a:defRPr sz="9600" spc="-60" baseline="0">
                <a:solidFill>
                  <a:schemeClr val="tx1"/>
                </a:solidFill>
              </a:defRPr>
            </a:lvl1pPr>
          </a:lstStyle>
          <a:p>
            <a:r>
              <a:rPr lang="en-US" noProof="0"/>
              <a:t>Click to edit closing statement (max. three lines)</a:t>
            </a:r>
          </a:p>
        </p:txBody>
      </p:sp>
      <p:sp>
        <p:nvSpPr>
          <p:cNvPr id="7" name="Text Placeholder 1">
            <a:extLst>
              <a:ext uri="{FF2B5EF4-FFF2-40B4-BE49-F238E27FC236}">
                <a16:creationId xmlns:a16="http://schemas.microsoft.com/office/drawing/2014/main" id="{A238B284-6E1F-DB98-291C-B688B697E41D}"/>
              </a:ext>
            </a:extLst>
          </p:cNvPr>
          <p:cNvSpPr>
            <a:spLocks noGrp="1"/>
          </p:cNvSpPr>
          <p:nvPr>
            <p:ph type="body" sz="quarter" idx="13" hasCustomPrompt="1"/>
          </p:nvPr>
        </p:nvSpPr>
        <p:spPr bwMode="gray">
          <a:xfrm>
            <a:off x="8112224" y="4508884"/>
            <a:ext cx="3528000" cy="764312"/>
          </a:xfrm>
        </p:spPr>
        <p:txBody>
          <a:bodyPr wrap="square">
            <a:spAutoFit/>
          </a:bodyPr>
          <a:lstStyle>
            <a:lvl1pPr marL="0" indent="0">
              <a:spcBef>
                <a:spcPts val="0"/>
              </a:spcBef>
              <a:buFont typeface="Arial" panose="020B0604020202020204" pitchFamily="34" charset="0"/>
              <a:buNone/>
              <a:defRPr sz="2400" b="1">
                <a:solidFill>
                  <a:schemeClr val="tx1"/>
                </a:solidFill>
                <a:latin typeface="+mj-lt"/>
              </a:defRPr>
            </a:lvl1pPr>
            <a:lvl2pPr marL="0" indent="0">
              <a:spcBef>
                <a:spcPts val="200"/>
              </a:spcBef>
              <a:buFont typeface="Arial" panose="020B0604020202020204" pitchFamily="34" charset="0"/>
              <a:buNone/>
              <a:defRPr sz="2400" b="0">
                <a:solidFill>
                  <a:schemeClr val="tx1"/>
                </a:solidFill>
                <a:latin typeface="+mn-lt"/>
              </a:defRPr>
            </a:lvl2pPr>
            <a:lvl3pPr marL="0" indent="0">
              <a:spcBef>
                <a:spcPts val="200"/>
              </a:spcBef>
              <a:buNone/>
              <a:defRPr sz="2400" b="0">
                <a:solidFill>
                  <a:schemeClr val="tx1"/>
                </a:solidFill>
                <a:latin typeface="+mn-lt"/>
              </a:defRPr>
            </a:lvl3pPr>
            <a:lvl4pPr marL="0" indent="0">
              <a:spcBef>
                <a:spcPts val="200"/>
              </a:spcBef>
              <a:buNone/>
              <a:defRPr sz="2400" b="0">
                <a:solidFill>
                  <a:schemeClr val="tx1"/>
                </a:solidFill>
                <a:latin typeface="+mn-lt"/>
              </a:defRPr>
            </a:lvl4pPr>
            <a:lvl5pPr marL="0" indent="0">
              <a:spcBef>
                <a:spcPts val="200"/>
              </a:spcBef>
              <a:buNone/>
              <a:defRPr sz="2400" b="0">
                <a:solidFill>
                  <a:schemeClr val="tx1"/>
                </a:solidFill>
                <a:latin typeface="+mn-lt"/>
              </a:defRPr>
            </a:lvl5pPr>
            <a:lvl6pPr marL="0" indent="0">
              <a:spcBef>
                <a:spcPts val="200"/>
              </a:spcBef>
              <a:buNone/>
              <a:defRPr sz="2400" b="0">
                <a:solidFill>
                  <a:schemeClr val="tx1"/>
                </a:solidFill>
                <a:latin typeface="+mn-lt"/>
              </a:defRPr>
            </a:lvl6pPr>
            <a:lvl7pPr marL="0" indent="0">
              <a:spcBef>
                <a:spcPts val="200"/>
              </a:spcBef>
              <a:buNone/>
              <a:defRPr sz="2400" b="0">
                <a:solidFill>
                  <a:schemeClr val="tx1"/>
                </a:solidFill>
                <a:latin typeface="+mn-lt"/>
              </a:defRPr>
            </a:lvl7pPr>
            <a:lvl8pPr marL="0" indent="0">
              <a:spcBef>
                <a:spcPts val="200"/>
              </a:spcBef>
              <a:buNone/>
              <a:defRPr sz="2400" b="0">
                <a:solidFill>
                  <a:schemeClr val="tx1"/>
                </a:solidFill>
                <a:latin typeface="+mn-lt"/>
              </a:defRPr>
            </a:lvl8pPr>
            <a:lvl9pPr marL="0" indent="0">
              <a:spcBef>
                <a:spcPts val="200"/>
              </a:spcBef>
              <a:buNone/>
              <a:defRPr sz="2400" b="0">
                <a:solidFill>
                  <a:schemeClr val="tx1"/>
                </a:solidFill>
                <a:latin typeface="+mn-lt"/>
              </a:defRPr>
            </a:lvl9pPr>
          </a:lstStyle>
          <a:p>
            <a:pPr lvl="0"/>
            <a:r>
              <a:rPr lang="en-US" noProof="0"/>
              <a:t>Click to edit text</a:t>
            </a:r>
          </a:p>
          <a:p>
            <a:pPr lvl="1"/>
            <a:r>
              <a:rPr lang="en-US" noProof="0"/>
              <a:t>Second level</a:t>
            </a:r>
          </a:p>
        </p:txBody>
      </p:sp>
      <p:pic>
        <p:nvPicPr>
          <p:cNvPr id="2" name="Gradient background">
            <a:extLst>
              <a:ext uri="{FF2B5EF4-FFF2-40B4-BE49-F238E27FC236}">
                <a16:creationId xmlns:a16="http://schemas.microsoft.com/office/drawing/2014/main" id="{71B56941-9CB9-1B31-EE5C-90530DC6804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hidden">
          <a:xfrm>
            <a:off x="11641138" y="0"/>
            <a:ext cx="555184" cy="6858000"/>
          </a:xfrm>
          <a:prstGeom prst="rect">
            <a:avLst/>
          </a:prstGeom>
        </p:spPr>
      </p:pic>
    </p:spTree>
    <p:extLst>
      <p:ext uri="{BB962C8B-B14F-4D97-AF65-F5344CB8AC3E}">
        <p14:creationId xmlns:p14="http://schemas.microsoft.com/office/powerpoint/2010/main" val="4499765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953C5D2-2DA0-43FA-4736-78C3F7AAAC1F}"/>
              </a:ext>
            </a:extLst>
          </p:cNvPr>
          <p:cNvSpPr/>
          <p:nvPr userDrawn="1"/>
        </p:nvSpPr>
        <p:spPr>
          <a:xfrm>
            <a:off x="1076" y="0"/>
            <a:ext cx="12190923" cy="6858000"/>
          </a:xfrm>
          <a:prstGeom prst="rect">
            <a:avLst/>
          </a:prstGeom>
          <a:solidFill>
            <a:schemeClr val="bg2"/>
          </a:solidFill>
          <a:ln>
            <a:noFill/>
          </a:ln>
        </p:spPr>
        <p:style>
          <a:lnRef idx="2">
            <a:schemeClr val="accent1"/>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err="1"/>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915" y="745103"/>
            <a:ext cx="10440000" cy="1226170"/>
          </a:xfrm>
        </p:spPr>
        <p:txBody>
          <a:bodyPr/>
          <a:lstStyle>
            <a:lvl1pPr>
              <a:lnSpc>
                <a:spcPct val="83000"/>
              </a:lnSpc>
              <a:defRPr sz="9600" spc="-60" baseline="0">
                <a:solidFill>
                  <a:schemeClr val="tx1"/>
                </a:solidFill>
              </a:defRPr>
            </a:lvl1pPr>
          </a:lstStyle>
          <a:p>
            <a:r>
              <a:rPr lang="en-US" noProof="0"/>
              <a:t>Q&amp;A</a:t>
            </a:r>
          </a:p>
        </p:txBody>
      </p:sp>
      <p:sp>
        <p:nvSpPr>
          <p:cNvPr id="8" name="Text Placeholder 1">
            <a:extLst>
              <a:ext uri="{FF2B5EF4-FFF2-40B4-BE49-F238E27FC236}">
                <a16:creationId xmlns:a16="http://schemas.microsoft.com/office/drawing/2014/main" id="{D5EBA909-1CBA-C07A-6241-B3E5C730CCA3}"/>
              </a:ext>
            </a:extLst>
          </p:cNvPr>
          <p:cNvSpPr>
            <a:spLocks noGrp="1"/>
          </p:cNvSpPr>
          <p:nvPr>
            <p:ph type="body" sz="quarter" idx="13" hasCustomPrompt="1"/>
          </p:nvPr>
        </p:nvSpPr>
        <p:spPr bwMode="gray">
          <a:xfrm>
            <a:off x="551394" y="2872882"/>
            <a:ext cx="3528000" cy="764312"/>
          </a:xfrm>
        </p:spPr>
        <p:txBody>
          <a:bodyPr wrap="square">
            <a:spAutoFit/>
          </a:bodyPr>
          <a:lstStyle>
            <a:lvl1pPr marL="0" indent="0">
              <a:spcBef>
                <a:spcPts val="0"/>
              </a:spcBef>
              <a:buFont typeface="Arial" panose="020B0604020202020204" pitchFamily="34" charset="0"/>
              <a:buNone/>
              <a:defRPr sz="2400" b="1">
                <a:solidFill>
                  <a:schemeClr val="tx1"/>
                </a:solidFill>
                <a:latin typeface="+mj-lt"/>
              </a:defRPr>
            </a:lvl1pPr>
            <a:lvl2pPr marL="0" indent="0">
              <a:spcBef>
                <a:spcPts val="200"/>
              </a:spcBef>
              <a:buFont typeface="Arial" panose="020B0604020202020204" pitchFamily="34" charset="0"/>
              <a:buNone/>
              <a:defRPr sz="2400" b="0">
                <a:solidFill>
                  <a:schemeClr val="tx1"/>
                </a:solidFill>
                <a:latin typeface="+mn-lt"/>
              </a:defRPr>
            </a:lvl2pPr>
            <a:lvl3pPr marL="0" indent="0">
              <a:spcBef>
                <a:spcPts val="200"/>
              </a:spcBef>
              <a:buNone/>
              <a:defRPr sz="2400" b="0">
                <a:solidFill>
                  <a:schemeClr val="tx1"/>
                </a:solidFill>
                <a:latin typeface="+mn-lt"/>
              </a:defRPr>
            </a:lvl3pPr>
            <a:lvl4pPr marL="0" indent="0">
              <a:spcBef>
                <a:spcPts val="200"/>
              </a:spcBef>
              <a:buNone/>
              <a:defRPr sz="2400" b="0">
                <a:solidFill>
                  <a:schemeClr val="tx1"/>
                </a:solidFill>
                <a:latin typeface="+mn-lt"/>
              </a:defRPr>
            </a:lvl4pPr>
            <a:lvl5pPr marL="0" indent="0">
              <a:spcBef>
                <a:spcPts val="200"/>
              </a:spcBef>
              <a:buNone/>
              <a:defRPr sz="2400" b="0">
                <a:solidFill>
                  <a:schemeClr val="tx1"/>
                </a:solidFill>
                <a:latin typeface="+mn-lt"/>
              </a:defRPr>
            </a:lvl5pPr>
            <a:lvl6pPr marL="0" indent="0">
              <a:spcBef>
                <a:spcPts val="200"/>
              </a:spcBef>
              <a:buNone/>
              <a:defRPr sz="2400" b="0">
                <a:solidFill>
                  <a:schemeClr val="tx1"/>
                </a:solidFill>
                <a:latin typeface="+mn-lt"/>
              </a:defRPr>
            </a:lvl6pPr>
            <a:lvl7pPr marL="0" indent="0">
              <a:spcBef>
                <a:spcPts val="200"/>
              </a:spcBef>
              <a:buNone/>
              <a:defRPr sz="2400" b="0">
                <a:solidFill>
                  <a:schemeClr val="tx1"/>
                </a:solidFill>
                <a:latin typeface="+mn-lt"/>
              </a:defRPr>
            </a:lvl7pPr>
            <a:lvl8pPr marL="0" indent="0">
              <a:spcBef>
                <a:spcPts val="200"/>
              </a:spcBef>
              <a:buNone/>
              <a:defRPr sz="2400" b="0">
                <a:solidFill>
                  <a:schemeClr val="tx1"/>
                </a:solidFill>
                <a:latin typeface="+mn-lt"/>
              </a:defRPr>
            </a:lvl8pPr>
            <a:lvl9pPr marL="0" indent="0">
              <a:spcBef>
                <a:spcPts val="200"/>
              </a:spcBef>
              <a:buNone/>
              <a:defRPr sz="2400" b="0">
                <a:solidFill>
                  <a:schemeClr val="tx1"/>
                </a:solidFill>
                <a:latin typeface="+mn-lt"/>
              </a:defRPr>
            </a:lvl9pPr>
          </a:lstStyle>
          <a:p>
            <a:pPr lvl="0"/>
            <a:r>
              <a:rPr lang="en-US" noProof="0"/>
              <a:t>Click to edit text</a:t>
            </a:r>
          </a:p>
          <a:p>
            <a:pPr lvl="1"/>
            <a:r>
              <a:rPr lang="en-US" noProof="0"/>
              <a:t>Second level</a:t>
            </a:r>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pic>
        <p:nvPicPr>
          <p:cNvPr id="4" name="Gradient background">
            <a:extLst>
              <a:ext uri="{FF2B5EF4-FFF2-40B4-BE49-F238E27FC236}">
                <a16:creationId xmlns:a16="http://schemas.microsoft.com/office/drawing/2014/main" id="{B71C6042-1A08-DE22-F443-2471CE7EBCC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hidden">
          <a:xfrm>
            <a:off x="0" y="1"/>
            <a:ext cx="12192000" cy="303274"/>
          </a:xfrm>
          <a:prstGeom prst="rect">
            <a:avLst/>
          </a:prstGeom>
        </p:spPr>
      </p:pic>
    </p:spTree>
    <p:extLst>
      <p:ext uri="{BB962C8B-B14F-4D97-AF65-F5344CB8AC3E}">
        <p14:creationId xmlns:p14="http://schemas.microsoft.com/office/powerpoint/2010/main" val="3538153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293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1_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stStyle>
          <a:p>
            <a:r>
              <a:rPr lang="en-US"/>
              <a:t>Click to edit Master title style</a:t>
            </a:r>
          </a:p>
        </p:txBody>
      </p:sp>
      <p:sp>
        <p:nvSpPr>
          <p:cNvPr id="3" name="Content Placeholder 2"/>
          <p:cNvSpPr>
            <a:spLocks noGrp="1"/>
          </p:cNvSpPr>
          <p:nvPr>
            <p:ph idx="1"/>
          </p:nvPr>
        </p:nvSpPr>
        <p:spPr/>
        <p:txBody>
          <a:bodyPr/>
          <a:lstStyle>
            <a:lvl1pPr marL="452438" indent="-452438">
              <a:buSzPct val="100000"/>
              <a:buFont typeface="+mj-lt"/>
              <a:buAutoNum type="arabicPeriod"/>
              <a:defRPr>
                <a:latin typeface="Meiryo UI" panose="020B0604030504040204" pitchFamily="50" charset="-128"/>
                <a:ea typeface="Meiryo UI" panose="020B0604030504040204" pitchFamily="50" charset="-128"/>
                <a:cs typeface="Meiryo UI" panose="020B0604030504040204" pitchFamily="50" charset="-128"/>
              </a:defRPr>
            </a:lvl1pPr>
            <a:lvl2pPr marL="684213" indent="-231775">
              <a:defRPr>
                <a:latin typeface="Meiryo UI" panose="020B0604030504040204" pitchFamily="50" charset="-128"/>
                <a:ea typeface="Meiryo UI" panose="020B0604030504040204" pitchFamily="50" charset="-128"/>
                <a:cs typeface="Meiryo UI" panose="020B0604030504040204" pitchFamily="50" charset="-128"/>
              </a:defRPr>
            </a:lvl2pPr>
            <a:lvl3pPr marL="914400" indent="-230188">
              <a:defRPr>
                <a:latin typeface="Meiryo UI" panose="020B0604030504040204" pitchFamily="50" charset="-128"/>
                <a:ea typeface="Meiryo UI" panose="020B0604030504040204" pitchFamily="50" charset="-128"/>
                <a:cs typeface="Meiryo UI" panose="020B0604030504040204" pitchFamily="50" charset="-128"/>
              </a:defRPr>
            </a:lvl3pPr>
            <a:lvl4pPr marL="1146175" indent="-231775">
              <a:defRPr>
                <a:latin typeface="Meiryo UI" panose="020B0604030504040204" pitchFamily="50" charset="-128"/>
                <a:ea typeface="Meiryo UI" panose="020B0604030504040204" pitchFamily="50" charset="-128"/>
                <a:cs typeface="Meiryo UI" panose="020B0604030504040204" pitchFamily="50" charset="-128"/>
              </a:defRPr>
            </a:lvl4pPr>
            <a:lvl5pPr marL="1368425" indent="-222250">
              <a:defRPr>
                <a:latin typeface="Meiryo UI" panose="020B0604030504040204" pitchFamily="50" charset="-128"/>
                <a:ea typeface="Meiryo UI" panose="020B0604030504040204" pitchFamily="50" charset="-128"/>
                <a:cs typeface="Meiryo UI" panose="020B0604030504040204" pitchFamily="50" charset="-12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5470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5641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slideLayout" Target="../slideLayouts/slideLayout46.xml"/><Relationship Id="rId36" Type="http://schemas.openxmlformats.org/officeDocument/2006/relationships/slideLayout" Target="../slideLayouts/slideLayout47.xml"/><Relationship Id="rId37" Type="http://schemas.openxmlformats.org/officeDocument/2006/relationships/slideLayout" Target="../slideLayouts/slideLayout48.xml"/><Relationship Id="rId38" Type="http://schemas.openxmlformats.org/officeDocument/2006/relationships/slideLayout" Target="../slideLayouts/slideLayout49.xml"/><Relationship Id="rId39" Type="http://schemas.openxmlformats.org/officeDocument/2006/relationships/slideLayout" Target="../slideLayouts/slideLayout50.xml"/><Relationship Id="rId4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Background (Soft White)">
            <a:extLst>
              <a:ext uri="{FF2B5EF4-FFF2-40B4-BE49-F238E27FC236}">
                <a16:creationId xmlns:a16="http://schemas.microsoft.com/office/drawing/2014/main" id="{AA716554-F91F-95C6-1065-438A52A6D658}"/>
              </a:ext>
            </a:extLst>
          </p:cNvPr>
          <p:cNvSpPr/>
          <p:nvPr userDrawn="1"/>
        </p:nvSpPr>
        <p:spPr bwMode="hidden">
          <a:xfrm>
            <a:off x="-600" y="0"/>
            <a:ext cx="12193200" cy="6858000"/>
          </a:xfrm>
          <a:prstGeom prst="rect">
            <a:avLst/>
          </a:prstGeom>
          <a:solidFill>
            <a:schemeClr val="bg1"/>
          </a:solidFill>
          <a:ln>
            <a:noFill/>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Placeholder 1">
            <a:extLst>
              <a:ext uri="{FF2B5EF4-FFF2-40B4-BE49-F238E27FC236}">
                <a16:creationId xmlns:a16="http://schemas.microsoft.com/office/drawing/2014/main" id="{E1BCD9D9-86A4-E818-1FE4-D228D5CDB0BC}"/>
              </a:ext>
            </a:extLst>
          </p:cNvPr>
          <p:cNvSpPr>
            <a:spLocks noGrp="1"/>
          </p:cNvSpPr>
          <p:nvPr>
            <p:ph type="title"/>
          </p:nvPr>
        </p:nvSpPr>
        <p:spPr bwMode="gray">
          <a:xfrm>
            <a:off x="551384" y="476672"/>
            <a:ext cx="11088000" cy="415498"/>
          </a:xfrm>
          <a:prstGeom prst="rect">
            <a:avLst/>
          </a:prstGeom>
        </p:spPr>
        <p:txBody>
          <a:bodyPr vert="horz" lIns="0" tIns="0" rIns="0" bIns="0" rtlCol="0" anchor="t">
            <a:spAutoFit/>
          </a:bodyPr>
          <a:lstStyle/>
          <a:p>
            <a:r>
              <a:rPr lang="en-US" noProof="0"/>
              <a:t>Click to edit slide title (maximum two lines)</a:t>
            </a:r>
          </a:p>
        </p:txBody>
      </p:sp>
      <p:sp>
        <p:nvSpPr>
          <p:cNvPr id="3" name="Text Placeholder 1">
            <a:extLst>
              <a:ext uri="{FF2B5EF4-FFF2-40B4-BE49-F238E27FC236}">
                <a16:creationId xmlns:a16="http://schemas.microsoft.com/office/drawing/2014/main" id="{35B76263-23BE-7BB5-2901-CB7111507685}"/>
              </a:ext>
            </a:extLst>
          </p:cNvPr>
          <p:cNvSpPr>
            <a:spLocks noGrp="1"/>
          </p:cNvSpPr>
          <p:nvPr>
            <p:ph type="body" idx="1"/>
          </p:nvPr>
        </p:nvSpPr>
        <p:spPr bwMode="gray">
          <a:xfrm>
            <a:off x="551384" y="1844824"/>
            <a:ext cx="11088000" cy="4212000"/>
          </a:xfrm>
          <a:prstGeom prst="rect">
            <a:avLst/>
          </a:prstGeom>
        </p:spPr>
        <p:txBody>
          <a:bodyPr vert="horz" lIns="0" tIns="0" rIns="0" bIns="0" rtlCol="0">
            <a:noAutofit/>
          </a:body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5" name="Footer Placeholder">
            <a:extLst>
              <a:ext uri="{FF2B5EF4-FFF2-40B4-BE49-F238E27FC236}">
                <a16:creationId xmlns:a16="http://schemas.microsoft.com/office/drawing/2014/main" id="{8D872605-B8A3-4560-D1E5-773A17639EA6}"/>
              </a:ext>
            </a:extLst>
          </p:cNvPr>
          <p:cNvSpPr>
            <a:spLocks noGrp="1"/>
          </p:cNvSpPr>
          <p:nvPr>
            <p:ph type="ftr" sz="quarter" idx="3"/>
          </p:nvPr>
        </p:nvSpPr>
        <p:spPr bwMode="gray">
          <a:xfrm>
            <a:off x="6168008" y="6433635"/>
            <a:ext cx="4824000" cy="138499"/>
          </a:xfrm>
          <a:prstGeom prst="rect">
            <a:avLst/>
          </a:prstGeom>
        </p:spPr>
        <p:txBody>
          <a:bodyPr vert="horz" wrap="square" lIns="0" tIns="0" rIns="0" bIns="0" rtlCol="0" anchor="ctr">
            <a:spAutoFit/>
          </a:bodyPr>
          <a:lstStyle>
            <a:lvl1pPr algn="l">
              <a:defRPr sz="900">
                <a:solidFill>
                  <a:schemeClr val="tx1"/>
                </a:solidFill>
              </a:defRPr>
            </a:lvl1pPr>
          </a:lstStyle>
          <a:p>
            <a:pPr algn="l"/>
            <a:endParaRPr lang="en-US" noProof="0"/>
          </a:p>
        </p:txBody>
      </p:sp>
      <p:sp>
        <p:nvSpPr>
          <p:cNvPr id="6" name="Slide Number Placeholder">
            <a:extLst>
              <a:ext uri="{FF2B5EF4-FFF2-40B4-BE49-F238E27FC236}">
                <a16:creationId xmlns:a16="http://schemas.microsoft.com/office/drawing/2014/main" id="{8CE6BD9B-B3F1-1D85-5718-E7D48314B450}"/>
              </a:ext>
            </a:extLst>
          </p:cNvPr>
          <p:cNvSpPr>
            <a:spLocks noGrp="1"/>
          </p:cNvSpPr>
          <p:nvPr>
            <p:ph type="sldNum" sz="quarter" idx="4"/>
          </p:nvPr>
        </p:nvSpPr>
        <p:spPr bwMode="gray">
          <a:xfrm>
            <a:off x="11352584" y="6433635"/>
            <a:ext cx="288032" cy="138499"/>
          </a:xfrm>
          <a:prstGeom prst="rect">
            <a:avLst/>
          </a:prstGeom>
        </p:spPr>
        <p:txBody>
          <a:bodyPr vert="horz" wrap="square" lIns="0" tIns="0" rIns="0" bIns="0" rtlCol="0" anchor="ctr">
            <a:spAutoFit/>
          </a:bodyPr>
          <a:lstStyle>
            <a:lvl1pPr algn="r">
              <a:defRPr sz="900">
                <a:solidFill>
                  <a:schemeClr val="tx1"/>
                </a:solidFill>
              </a:defRPr>
            </a:lvl1pPr>
          </a:lstStyle>
          <a:p>
            <a:fld id="{1EDD9F3E-8BFD-4E3C-98D1-767322780FDD}" type="slidenum">
              <a:rPr lang="en-US" noProof="0" smtClean="0"/>
              <a:pPr/>
              <a:t>‹#›</a:t>
            </a:fld>
            <a:endParaRPr lang="en-US" noProof="0"/>
          </a:p>
        </p:txBody>
      </p:sp>
    </p:spTree>
    <p:extLst>
      <p:ext uri="{BB962C8B-B14F-4D97-AF65-F5344CB8AC3E}">
        <p14:creationId xmlns:p14="http://schemas.microsoft.com/office/powerpoint/2010/main" val="3194445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Lst>
  <p:hf hdr="0" dt="0"/>
  <p:txStyles>
    <p:titleStyle>
      <a:lvl1pPr algn="l" defTabSz="914400" rtl="0" eaLnBrk="1" latinLnBrk="0" hangingPunct="1">
        <a:lnSpc>
          <a:spcPct val="90000"/>
        </a:lnSpc>
        <a:spcBef>
          <a:spcPct val="0"/>
        </a:spcBef>
        <a:buNone/>
        <a:defRPr kumimoji="1" sz="30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2400"/>
        </a:spcBef>
        <a:buFont typeface="Arial" panose="020B0604020202020204" pitchFamily="34" charset="0"/>
        <a:buNone/>
        <a:defRPr kumimoji="1" sz="1800" b="1" kern="1200">
          <a:solidFill>
            <a:schemeClr val="tx1"/>
          </a:solidFill>
          <a:latin typeface="+mj-lt"/>
          <a:ea typeface="+mn-ea"/>
          <a:cs typeface="+mn-cs"/>
        </a:defRPr>
      </a:lvl1pPr>
      <a:lvl2pPr marL="0" indent="0" algn="l" defTabSz="914400" rtl="0" eaLnBrk="1" latinLnBrk="0" hangingPunct="1">
        <a:lnSpc>
          <a:spcPct val="100000"/>
        </a:lnSpc>
        <a:spcBef>
          <a:spcPts val="800"/>
        </a:spcBef>
        <a:buFont typeface="Arial" panose="020B0604020202020204" pitchFamily="34" charset="0"/>
        <a:buNone/>
        <a:defRPr kumimoji="1" sz="1800" kern="1200">
          <a:solidFill>
            <a:schemeClr val="tx1"/>
          </a:solidFill>
          <a:latin typeface="+mn-lt"/>
          <a:ea typeface="+mn-ea"/>
          <a:cs typeface="+mn-cs"/>
        </a:defRPr>
      </a:lvl2pPr>
      <a:lvl3pPr marL="180000" indent="-180000" algn="l" defTabSz="914400" rtl="0" eaLnBrk="1" latinLnBrk="0" hangingPunct="1">
        <a:lnSpc>
          <a:spcPct val="100000"/>
        </a:lnSpc>
        <a:spcBef>
          <a:spcPts val="800"/>
        </a:spcBef>
        <a:buFont typeface="Arial" panose="020B0604020202020204" pitchFamily="34" charset="0"/>
        <a:buChar char="•"/>
        <a:defRPr kumimoji="1"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540000" indent="-180000" algn="l" defTabSz="914400" rtl="0" eaLnBrk="1" latinLnBrk="0" hangingPunct="1">
        <a:lnSpc>
          <a:spcPct val="10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540000" indent="-180000" algn="l" defTabSz="914400" rtl="0" eaLnBrk="1" latinLnBrk="0" hangingPunct="1">
        <a:lnSpc>
          <a:spcPct val="10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540000" indent="-180000" algn="l" defTabSz="914400" rtl="0" eaLnBrk="1" latinLnBrk="0" hangingPunct="1">
        <a:lnSpc>
          <a:spcPct val="10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540000" indent="-180000" algn="l" defTabSz="914400" rtl="0" eaLnBrk="1" latinLnBrk="0" hangingPunct="1">
        <a:lnSpc>
          <a:spcPct val="10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540000" indent="-180000" algn="l" defTabSz="914400" rtl="0" eaLnBrk="1" latinLnBrk="0" hangingPunct="1">
        <a:lnSpc>
          <a:spcPct val="10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jpeg"/><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0.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0.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jpeg"/><Relationship Id="rId3" Type="http://schemas.openxmlformats.org/officeDocument/2006/relationships/image" Target="../media/image1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3.png"/><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jpeg"/><Relationship Id="rId3" Type="http://schemas.openxmlformats.org/officeDocument/2006/relationships/image" Target="../media/image15.pn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2AC39-1CFD-3465-8C0F-C42600EEAC39}"/>
            </a:ext>
          </a:extLst>
        </p:cNvPr>
        <p:cNvGrpSpPr/>
        <p:nvPr/>
      </p:nvGrpSpPr>
      <p:grpSpPr>
        <a:xfrm>
          <a:off x="0" y="0"/>
          <a:ext cx="0" cy="0"/>
          <a:chOff x="0" y="0"/>
          <a:chExt cx="0" cy="0"/>
        </a:xfrm>
      </p:grpSpPr>
      <p:pic>
        <p:nvPicPr>
          <p:cNvPr id="8" name="emerald Q&amp;A background" descr="emerald-minimalist-abstract-background-for-corpora_2026-06-30T03-11-31_image_DAS_0.jpg">
            <a:extLst>
              <a:ext uri="{FF2B5EF4-FFF2-40B4-BE49-F238E27FC236}">
                <a16:creationId xmlns:a16="http://schemas.microsoft.com/office/drawing/2014/main" id="{CF1B9F71-D57B-600E-BD78-3FF6B3BE280F}"/>
              </a:ext>
            </a:extLst>
          </p:cNvPr>
          <p:cNvPicPr>
            <a:picLocks noChangeAspect="1"/>
          </p:cNvPicPr>
          <p:nvPr/>
        </p:nvPicPr>
        <p:blipFill>
          <a:blip r:embed="rId2"/>
          <a:srcRect t="9111" b="9111"/>
          <a:stretch>
            <a:fillRect/>
          </a:stretch>
        </p:blipFill>
        <p:spPr>
          <a:xfrm>
            <a:off x="0" y="0"/>
            <a:ext cx="12192000" cy="6858000"/>
          </a:xfrm>
          <a:prstGeom prst="rect">
            <a:avLst/>
          </a:prstGeom>
        </p:spPr>
      </p:pic>
      <p:sp>
        <p:nvSpPr>
          <p:cNvPr id="6" name="フッター プレースホルダー 5">
            <a:extLst>
              <a:ext uri="{FF2B5EF4-FFF2-40B4-BE49-F238E27FC236}">
                <a16:creationId xmlns:a16="http://schemas.microsoft.com/office/drawing/2014/main" id="{A0B1BE8B-26B9-3D0E-D827-51CEEAFE7342}"/>
              </a:ext>
            </a:extLst>
          </p:cNvPr>
          <p:cNvSpPr>
            <a:spLocks noGrp="1"/>
          </p:cNvSpPr>
          <p:nvPr>
            <p:ph type="ftr" sz="quarter" idx="15"/>
          </p:nvPr>
        </p:nvSpPr>
        <p:spPr/>
        <p: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E322A"/>
              </a:solidFill>
              <a:effectLst/>
              <a:uLnTx/>
              <a:uFillTx/>
              <a:latin typeface="Arial"/>
              <a:ea typeface="+mn-ea"/>
              <a:cs typeface="+mn-cs"/>
            </a:endParaRPr>
          </a:p>
        </p:txBody>
      </p:sp>
      <p:sp>
        <p:nvSpPr>
          <p:cNvPr id="7" name="スライド番号プレースホルダー 6">
            <a:extLst>
              <a:ext uri="{FF2B5EF4-FFF2-40B4-BE49-F238E27FC236}">
                <a16:creationId xmlns:a16="http://schemas.microsoft.com/office/drawing/2014/main" id="{6987DB73-A292-27DE-217E-9280D21A13D3}"/>
              </a:ext>
            </a:extLst>
          </p:cNvPr>
          <p:cNvSpPr>
            <a:spLocks noGrp="1"/>
          </p:cNvSpPr>
          <p:nvPr>
            <p:ph type="sldNum" sz="quarter" idx="16"/>
          </p:nvPr>
        </p:nvSpPr>
        <p:spPr/>
        <p:txBody>
          <a:bodyPr wrap="square"/>
          <a:lstStyle/>
          <a:p>
            <a:pPr marL="0" marR="0" lvl="0" indent="0" algn="r" defTabSz="914400" rtl="0" eaLnBrk="1" fontAlgn="auto" latinLnBrk="0" hangingPunct="1">
              <a:lnSpc>
                <a:spcPct val="100000"/>
              </a:lnSpc>
              <a:spcBef>
                <a:spcPts val="0"/>
              </a:spcBef>
              <a:spcAft>
                <a:spcPts val="0"/>
              </a:spcAft>
              <a:buClrTx/>
              <a:buSzTx/>
              <a:buFontTx/>
              <a:buNone/>
              <a:tabLst/>
              <a:defRPr/>
            </a:pPr>
            <a:fld id="{1EDD9F3E-8BFD-4E3C-98D1-767322780FDD}" type="slidenum">
              <a:rPr kumimoji="0" lang="en-US" sz="900" b="0" i="0" u="none" strike="noStrike" kern="1200" cap="none" spc="0" normalizeH="0" baseline="0" noProof="0" smtClean="0">
                <a:ln>
                  <a:noFill/>
                </a:ln>
                <a:solidFill>
                  <a:srgbClr val="0E322A"/>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0E322A"/>
              </a:solidFill>
              <a:effectLst/>
              <a:uLnTx/>
              <a:uFillTx/>
              <a:latin typeface="Arial"/>
              <a:ea typeface="+mn-ea"/>
              <a:cs typeface="+mn-cs"/>
            </a:endParaRPr>
          </a:p>
        </p:txBody>
      </p:sp>
      <p:pic>
        <p:nvPicPr>
          <p:cNvPr id="4" name="図 3">
            <a:extLst>
              <a:ext uri="{FF2B5EF4-FFF2-40B4-BE49-F238E27FC236}">
                <a16:creationId xmlns:a16="http://schemas.microsoft.com/office/drawing/2014/main" id="{895FF174-0484-BD41-1C9F-1DD56D411A08}"/>
              </a:ext>
            </a:extLst>
          </p:cNvPr>
          <p:cNvPicPr>
            <a:picLocks noChangeAspect="1"/>
          </p:cNvPicPr>
          <p:nvPr/>
        </p:nvPicPr>
        <p:blipFill>
          <a:blip r:embed="rId3"/>
          <a:stretch>
            <a:fillRect/>
          </a:stretch>
        </p:blipFill>
        <p:spPr>
          <a:xfrm>
            <a:off x="0" y="2380428"/>
            <a:ext cx="12192000" cy="4451724"/>
          </a:xfrm>
          <a:prstGeom prst="rect">
            <a:avLst/>
          </a:prstGeom>
        </p:spPr>
      </p:pic>
      <p:sp>
        <p:nvSpPr>
          <p:cNvPr id="2" name="タイトル 1">
            <a:extLst>
              <a:ext uri="{FF2B5EF4-FFF2-40B4-BE49-F238E27FC236}">
                <a16:creationId xmlns:a16="http://schemas.microsoft.com/office/drawing/2014/main" id="{D76757A0-119C-A88A-987C-38E2D06A0283}"/>
              </a:ext>
            </a:extLst>
          </p:cNvPr>
          <p:cNvSpPr>
            <a:spLocks noGrp="1"/>
          </p:cNvSpPr>
          <p:nvPr>
            <p:ph type="ctrTitle"/>
          </p:nvPr>
        </p:nvSpPr>
        <p:spPr>
          <a:xfrm>
            <a:off x="831144" y="515837"/>
            <a:ext cx="10673728" cy="1226233"/>
          </a:xfrm>
        </p:spPr>
        <p:txBody>
          <a:bodyPr wrap="square"/>
          <a:lstStyle/>
          <a:p>
            <a:pPr algn="ctr"/>
            <a:r>
              <a:rPr lang="en-US" altLang="ja-JP" sz="4800" dirty="0">
                <a:solidFill>
                  <a:schemeClr val="bg1"/>
                </a:solidFill>
                <a:latin typeface="Meiryo UI"/>
                <a:ea typeface="Meiryo UI"/>
                <a:cs typeface="Arial"/>
              </a:rPr>
              <a:t>Renal</a:t>
            </a:r>
            <a:r>
              <a:rPr lang="ja-JP" altLang="en-US" sz="4800" dirty="0">
                <a:solidFill>
                  <a:schemeClr val="bg1"/>
                </a:solidFill>
                <a:latin typeface="Meiryo UI"/>
                <a:ea typeface="Meiryo UI"/>
                <a:cs typeface="Arial"/>
              </a:rPr>
              <a:t>　</a:t>
            </a:r>
            <a:r>
              <a:rPr lang="en-US" altLang="ja-JP" sz="4800" dirty="0">
                <a:solidFill>
                  <a:schemeClr val="bg1"/>
                </a:solidFill>
                <a:latin typeface="Meiryo UI"/>
                <a:ea typeface="Meiryo UI"/>
                <a:cs typeface="Arial"/>
              </a:rPr>
              <a:t>MR</a:t>
            </a:r>
            <a:r>
              <a:rPr lang="ja-JP" altLang="en-US" sz="4800" dirty="0">
                <a:solidFill>
                  <a:schemeClr val="bg1"/>
                </a:solidFill>
                <a:latin typeface="Meiryo UI"/>
                <a:ea typeface="Meiryo UI"/>
                <a:cs typeface="Arial"/>
              </a:rPr>
              <a:t>　スキルアッププロジェクト</a:t>
            </a:r>
            <a:r>
              <a:rPr lang="en-US" altLang="ja-JP" sz="4800" dirty="0">
                <a:solidFill>
                  <a:schemeClr val="bg1"/>
                </a:solidFill>
                <a:latin typeface="Meiryo UI"/>
                <a:ea typeface="Meiryo UI"/>
                <a:cs typeface="Arial"/>
              </a:rPr>
              <a:t>DAY</a:t>
            </a:r>
            <a:r>
              <a:rPr lang="ja-JP" altLang="en-US" sz="4800" dirty="0">
                <a:solidFill>
                  <a:schemeClr val="bg1"/>
                </a:solidFill>
                <a:latin typeface="Meiryo UI"/>
                <a:ea typeface="Meiryo UI"/>
                <a:cs typeface="Arial"/>
              </a:rPr>
              <a:t>４　</a:t>
            </a:r>
            <a:endParaRPr lang="en-US" altLang="ja-JP" sz="4800" dirty="0">
              <a:solidFill>
                <a:schemeClr val="bg1"/>
              </a:solidFill>
              <a:latin typeface="Meiryo UI"/>
              <a:ea typeface="Meiryo UI"/>
              <a:cs typeface="Arial"/>
            </a:endParaRPr>
          </a:p>
        </p:txBody>
      </p:sp>
      <p:sp>
        <p:nvSpPr>
          <p:cNvPr id="5" name="TextBox 4">
            <a:extLst>
              <a:ext uri="{FF2B5EF4-FFF2-40B4-BE49-F238E27FC236}">
                <a16:creationId xmlns:a16="http://schemas.microsoft.com/office/drawing/2014/main" id="{B28C8CCA-F3FD-B67F-15C9-26BBD4EA7D22}"/>
              </a:ext>
            </a:extLst>
          </p:cNvPr>
          <p:cNvSpPr txBox="1"/>
          <p:nvPr/>
        </p:nvSpPr>
        <p:spPr>
          <a:xfrm>
            <a:off x="5644134" y="1799639"/>
            <a:ext cx="6185916" cy="52322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ja-JP" altLang="en-US" sz="2800" b="0" i="0" u="none" strike="noStrike" kern="1200" cap="none" spc="0" normalizeH="0" baseline="0" noProof="0" dirty="0">
                <a:ln>
                  <a:noFill/>
                </a:ln>
                <a:solidFill>
                  <a:srgbClr val="F7FBF8"/>
                </a:solidFill>
                <a:effectLst/>
                <a:uLnTx/>
                <a:uFillTx/>
                <a:latin typeface="Meiryo UI"/>
                <a:ea typeface="Meiryo UI"/>
                <a:cs typeface="Arial"/>
              </a:rPr>
              <a:t>担当：藤・井上</a:t>
            </a:r>
            <a:endParaRPr kumimoji="0" lang="ja-JP" altLang="en-US" sz="2800" b="0" i="0" u="none" strike="noStrike" kern="1200" cap="none" spc="0" normalizeH="0" baseline="0" noProof="0" dirty="0">
              <a:ln>
                <a:noFill/>
              </a:ln>
              <a:solidFill>
                <a:srgbClr val="0E322A"/>
              </a:solidFill>
              <a:effectLst/>
              <a:uLnTx/>
              <a:uFillTx/>
              <a:latin typeface="Arial"/>
              <a:ea typeface="+mn-ea"/>
              <a:cs typeface="+mn-cs"/>
            </a:endParaRPr>
          </a:p>
        </p:txBody>
      </p:sp>
    </p:spTree>
    <p:extLst>
      <p:ext uri="{BB962C8B-B14F-4D97-AF65-F5344CB8AC3E}">
        <p14:creationId xmlns:p14="http://schemas.microsoft.com/office/powerpoint/2010/main" val="248841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AC696-18A0-CC86-8111-72FDDD6B21E6}"/>
            </a:ext>
          </a:extLst>
        </p:cNvPr>
        <p:cNvGrpSpPr/>
        <p:nvPr/>
      </p:nvGrpSpPr>
      <p:grpSpPr>
        <a:xfrm>
          <a:off x="0" y="0"/>
          <a:ext cx="0" cy="0"/>
          <a:chOff x="0" y="0"/>
          <a:chExt cx="0" cy="0"/>
        </a:xfrm>
      </p:grpSpPr>
      <p:pic>
        <p:nvPicPr>
          <p:cNvPr id="12" name="図 11" descr="仕事でのストレスを感じている男性">
            <a:extLst>
              <a:ext uri="{FF2B5EF4-FFF2-40B4-BE49-F238E27FC236}">
                <a16:creationId xmlns:a16="http://schemas.microsoft.com/office/drawing/2014/main" id="{AFD2267D-3C48-5FBA-5823-5297B0445E7B}"/>
              </a:ext>
            </a:extLst>
          </p:cNvPr>
          <p:cNvPicPr>
            <a:picLocks noChangeAspect="1"/>
          </p:cNvPicPr>
          <p:nvPr/>
        </p:nvPicPr>
        <p:blipFill>
          <a:blip r:embed="rId2"/>
          <a:srcRect t="187" b="15543"/>
          <a:stretch>
            <a:fillRect/>
          </a:stretch>
        </p:blipFill>
        <p:spPr>
          <a:xfrm>
            <a:off x="0" y="0"/>
            <a:ext cx="12192000" cy="6858000"/>
          </a:xfrm>
          <a:prstGeom prst="rect">
            <a:avLst/>
          </a:prstGeom>
          <a:noFill/>
        </p:spPr>
      </p:pic>
      <p:sp>
        <p:nvSpPr>
          <p:cNvPr id="22" name="emerald wash overlay">
            <a:extLst>
              <a:ext uri="{FF2B5EF4-FFF2-40B4-BE49-F238E27FC236}">
                <a16:creationId xmlns:a16="http://schemas.microsoft.com/office/drawing/2014/main" id="{B81A50B6-5E3C-6747-4532-C5F270299636}"/>
              </a:ext>
            </a:extLst>
          </p:cNvPr>
          <p:cNvSpPr/>
          <p:nvPr/>
        </p:nvSpPr>
        <p:spPr>
          <a:xfrm>
            <a:off x="0" y="0"/>
            <a:ext cx="12192000" cy="6858000"/>
          </a:xfrm>
          <a:prstGeom prst="rect">
            <a:avLst/>
          </a:prstGeom>
          <a:solidFill>
            <a:srgbClr val="F7FBF8">
              <a:alpha val="42000"/>
            </a:srgb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7FBF8"/>
              </a:solidFill>
              <a:effectLst/>
              <a:uLnTx/>
              <a:uFillTx/>
              <a:latin typeface="Arial"/>
              <a:ea typeface="+mn-ea"/>
              <a:cs typeface="+mn-cs"/>
            </a:endParaRPr>
          </a:p>
        </p:txBody>
      </p:sp>
      <p:sp>
        <p:nvSpPr>
          <p:cNvPr id="17" name="Title 2">
            <a:extLst>
              <a:ext uri="{FF2B5EF4-FFF2-40B4-BE49-F238E27FC236}">
                <a16:creationId xmlns:a16="http://schemas.microsoft.com/office/drawing/2014/main" id="{FADAD954-F788-17B4-4954-5A19C0C37BDB}"/>
              </a:ext>
            </a:extLst>
          </p:cNvPr>
          <p:cNvSpPr>
            <a:spLocks noGrp="1"/>
          </p:cNvSpPr>
          <p:nvPr>
            <p:ph type="title"/>
          </p:nvPr>
        </p:nvSpPr>
        <p:spPr>
          <a:xfrm>
            <a:off x="551384" y="1784531"/>
            <a:ext cx="9217455" cy="1727139"/>
          </a:xfrm>
        </p:spPr>
        <p:txBody>
          <a:bodyPr wrap="square" lIns="91440" tIns="45720" rIns="91440" bIns="45720" anchor="t"/>
          <a:lstStyle/>
          <a:p>
            <a:r>
              <a:rPr lang="ja-JP" altLang="en-US" sz="3200" dirty="0">
                <a:solidFill>
                  <a:schemeClr val="bg1"/>
                </a:solidFill>
                <a:latin typeface="Meiryo UI"/>
                <a:ea typeface="Meiryo UI"/>
              </a:rPr>
              <a:t>■振り返り／Triple Win Beyond　10分</a:t>
            </a:r>
          </a:p>
          <a:p>
            <a:r>
              <a:rPr lang="ja-JP" altLang="en-US" sz="3200" dirty="0">
                <a:solidFill>
                  <a:schemeClr val="bg1"/>
                </a:solidFill>
                <a:latin typeface="Meiryo UI"/>
                <a:ea typeface="Meiryo UI"/>
              </a:rPr>
              <a:t>■ワーク①「ウォンツとニーズの仕分け」　15分</a:t>
            </a:r>
            <a:r>
              <a:rPr lang="ja-JP" altLang="en-US" sz="3200">
                <a:solidFill>
                  <a:schemeClr val="bg1"/>
                </a:solidFill>
                <a:latin typeface="Meiryo UI"/>
                <a:ea typeface="Meiryo UI"/>
              </a:rPr>
              <a:t/>
            </a:r>
            <a:endParaRPr lang="ja-JP" altLang="en-US" sz="3200" dirty="0">
              <a:solidFill>
                <a:schemeClr val="bg1"/>
              </a:solidFill>
              <a:latin typeface="Meiryo UI"/>
              <a:ea typeface="Meiryo UI"/>
            </a:endParaRPr>
          </a:p>
          <a:p>
            <a:r>
              <a:rPr lang="ja-JP" altLang="en-US" sz="3200" dirty="0">
                <a:solidFill>
                  <a:schemeClr val="bg1"/>
                </a:solidFill>
                <a:latin typeface="Meiryo UI"/>
                <a:ea typeface="Meiryo UI"/>
              </a:rPr>
              <a:t>■ワーク②「仮説立て」とエリアプラン・4S　15分</a:t>
            </a:r>
            <a:r>
              <a:rPr lang="ja-JP" altLang="en-US" sz="3200">
                <a:solidFill>
                  <a:schemeClr val="bg1"/>
                </a:solidFill>
                <a:latin typeface="Meiryo UI"/>
                <a:ea typeface="Meiryo UI"/>
              </a:rPr>
              <a:t/>
            </a:r>
            <a:endParaRPr lang="ja-JP" altLang="en-US" sz="3200" dirty="0">
              <a:solidFill>
                <a:schemeClr val="bg1"/>
              </a:solidFill>
              <a:latin typeface="Meiryo UI"/>
              <a:ea typeface="Meiryo UI"/>
            </a:endParaRPr>
          </a:p>
          <a:p>
            <a:r>
              <a:rPr lang="ja-JP" altLang="en-US" sz="3200" dirty="0">
                <a:solidFill>
                  <a:schemeClr val="bg1"/>
                </a:solidFill>
                <a:latin typeface="Meiryo UI"/>
                <a:ea typeface="Meiryo UI"/>
              </a:rPr>
              <a:t>■インタビュー／まとめ・総括　20分</a:t>
            </a:r>
          </a:p>
        </p:txBody>
      </p:sp>
      <p:sp>
        <p:nvSpPr>
          <p:cNvPr id="21" name="Slide Number Placeholder 4">
            <a:extLst>
              <a:ext uri="{FF2B5EF4-FFF2-40B4-BE49-F238E27FC236}">
                <a16:creationId xmlns:a16="http://schemas.microsoft.com/office/drawing/2014/main" id="{5E049360-E5C5-D85E-E9E6-5AABC40C7470}"/>
              </a:ext>
            </a:extLst>
          </p:cNvPr>
          <p:cNvSpPr>
            <a:spLocks noGrp="1"/>
          </p:cNvSpPr>
          <p:nvPr>
            <p:ph type="sldNum" sz="quarter" idx="12"/>
          </p:nvPr>
        </p:nvSpPr>
        <p:spPr>
          <a:xfrm>
            <a:off x="11352584" y="6433635"/>
            <a:ext cx="288032" cy="138499"/>
          </a:xfrm>
        </p:spPr>
        <p:txBody>
          <a:bodyPr wrap="square"/>
          <a:lstStyle/>
          <a:p>
            <a:pPr marL="0" marR="0" lvl="0" indent="0" algn="r" defTabSz="457200" rtl="0" eaLnBrk="1" fontAlgn="auto" latinLnBrk="0" hangingPunct="1">
              <a:lnSpc>
                <a:spcPct val="100000"/>
              </a:lnSpc>
              <a:spcBef>
                <a:spcPts val="0"/>
              </a:spcBef>
              <a:spcAft>
                <a:spcPts val="600"/>
              </a:spcAft>
              <a:buClrTx/>
              <a:buSzTx/>
              <a:buFontTx/>
              <a:buNone/>
              <a:tabLst/>
              <a:defRPr/>
            </a:pPr>
            <a:fld id="{1EDD9F3E-8BFD-4E3C-98D1-767322780FDD}" type="slidenum">
              <a:rPr kumimoji="0" lang="en-US" sz="900" b="0" i="0" u="none" strike="noStrike" kern="1200" cap="none" spc="0" normalizeH="0" baseline="0" noProof="0" smtClean="0">
                <a:ln>
                  <a:noFill/>
                </a:ln>
                <a:solidFill>
                  <a:srgbClr val="0E322A"/>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2</a:t>
            </a:fld>
            <a:endParaRPr kumimoji="0" lang="en-US" sz="900" b="0" i="0" u="none" strike="noStrike" kern="1200" cap="none" spc="0" normalizeH="0" baseline="0" noProof="0">
              <a:ln>
                <a:noFill/>
              </a:ln>
              <a:solidFill>
                <a:srgbClr val="0E322A"/>
              </a:solidFill>
              <a:effectLst/>
              <a:uLnTx/>
              <a:uFillTx/>
              <a:latin typeface="Arial"/>
              <a:ea typeface="+mn-ea"/>
              <a:cs typeface="+mn-cs"/>
            </a:endParaRPr>
          </a:p>
        </p:txBody>
      </p:sp>
      <p:sp>
        <p:nvSpPr>
          <p:cNvPr id="4" name="Title 2">
            <a:extLst>
              <a:ext uri="{FF2B5EF4-FFF2-40B4-BE49-F238E27FC236}">
                <a16:creationId xmlns:a16="http://schemas.microsoft.com/office/drawing/2014/main" id="{AC9FD2A0-37FB-8455-88BF-06BDBB0A4B4A}"/>
              </a:ext>
            </a:extLst>
          </p:cNvPr>
          <p:cNvSpPr txBox="1">
            <a:spLocks/>
          </p:cNvSpPr>
          <p:nvPr/>
        </p:nvSpPr>
        <p:spPr bwMode="gray">
          <a:xfrm>
            <a:off x="594927" y="687915"/>
            <a:ext cx="6590370" cy="613117"/>
          </a:xfrm>
          <a:prstGeom prst="rect">
            <a:avLst/>
          </a:prstGeom>
        </p:spPr>
        <p:txBody>
          <a:bodyPr vert="horz" wrap="square" lIns="0" tIns="0" rIns="0" bIns="0" rtlCol="0" anchor="t">
            <a:spAutoFit/>
          </a:bodyPr>
          <a:lstStyle>
            <a:lvl1pPr algn="l" defTabSz="914400" rtl="0" eaLnBrk="1" latinLnBrk="0" hangingPunct="1">
              <a:lnSpc>
                <a:spcPct val="83000"/>
              </a:lnSpc>
              <a:spcBef>
                <a:spcPct val="0"/>
              </a:spcBef>
              <a:buNone/>
              <a:defRPr kumimoji="1" sz="6600" b="1" kern="1200" spc="-60" baseline="0">
                <a:solidFill>
                  <a:schemeClr val="tx1"/>
                </a:solidFill>
                <a:latin typeface="+mj-lt"/>
                <a:ea typeface="+mj-ea"/>
                <a:cs typeface="+mj-cs"/>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1" lang="ja-JP" altLang="en-US" sz="4800" b="1" i="0" u="none" strike="noStrike" kern="1200" cap="none" spc="-60" normalizeH="0" baseline="0" noProof="0">
                <a:ln>
                  <a:noFill/>
                </a:ln>
                <a:solidFill>
                  <a:srgbClr val="F7FBF8"/>
                </a:solidFill>
                <a:effectLst/>
                <a:uLnTx/>
                <a:uFillTx/>
                <a:latin typeface="Meiryo UI"/>
                <a:ea typeface="Meiryo UI"/>
                <a:cs typeface="+mj-cs"/>
              </a:rPr>
              <a:t>Agenda</a:t>
            </a:r>
            <a:endParaRPr kumimoji="1" lang="ja-JP" altLang="en-US" sz="4800" b="1" i="0" u="none" strike="noStrike" kern="1200" cap="none" spc="-60" normalizeH="0" baseline="0" noProof="0" dirty="0">
              <a:ln>
                <a:noFill/>
              </a:ln>
              <a:solidFill>
                <a:srgbClr val="F7FBF8"/>
              </a:solidFill>
              <a:effectLst/>
              <a:uLnTx/>
              <a:uFillTx/>
              <a:latin typeface="Meiryo UI"/>
              <a:ea typeface="Meiryo UI"/>
              <a:cs typeface="+mj-cs"/>
            </a:endParaRPr>
          </a:p>
        </p:txBody>
      </p:sp>
    </p:spTree>
    <p:extLst>
      <p:ext uri="{BB962C8B-B14F-4D97-AF65-F5344CB8AC3E}">
        <p14:creationId xmlns:p14="http://schemas.microsoft.com/office/powerpoint/2010/main" val="2501997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descr="仕事でのストレスを感じている男性">
            <a:extLst>
              <a:ext uri="{FF2B5EF4-FFF2-40B4-BE49-F238E27FC236}">
                <a16:creationId xmlns:a16="http://schemas.microsoft.com/office/drawing/2014/main" id="{7A5E2B9B-30B1-5640-9240-A723519D2862}"/>
              </a:ext>
            </a:extLst>
          </p:cNvPr>
          <p:cNvPicPr>
            <a:picLocks noChangeAspect="1"/>
          </p:cNvPicPr>
          <p:nvPr/>
        </p:nvPicPr>
        <p:blipFill>
          <a:blip r:embed="rId2"/>
          <a:srcRect t="187" b="15543"/>
          <a:stretch>
            <a:fillRect/>
          </a:stretch>
        </p:blipFill>
        <p:spPr>
          <a:xfrm>
            <a:off x="0" y="0"/>
            <a:ext cx="12192000" cy="6858000"/>
          </a:xfrm>
          <a:prstGeom prst="rect">
            <a:avLst/>
          </a:prstGeom>
          <a:noFill/>
        </p:spPr>
      </p:pic>
      <p:sp>
        <p:nvSpPr>
          <p:cNvPr id="22" name="emerald wash overlay"/>
          <p:cNvSpPr/>
          <p:nvPr/>
        </p:nvSpPr>
        <p:spPr>
          <a:xfrm>
            <a:off x="0" y="0"/>
            <a:ext cx="12192000" cy="6858000"/>
          </a:xfrm>
          <a:prstGeom prst="rect">
            <a:avLst/>
          </a:prstGeom>
          <a:solidFill>
            <a:srgbClr val="F7FBF8">
              <a:alpha val="42000"/>
            </a:srgb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7FBF8"/>
              </a:solidFill>
              <a:effectLst/>
              <a:uLnTx/>
              <a:uFillTx/>
              <a:latin typeface="Arial"/>
              <a:ea typeface="+mn-ea"/>
              <a:cs typeface="+mn-cs"/>
            </a:endParaRPr>
          </a:p>
        </p:txBody>
      </p:sp>
      <p:sp>
        <p:nvSpPr>
          <p:cNvPr id="17" name="Title 2">
            <a:extLst>
              <a:ext uri="{FF2B5EF4-FFF2-40B4-BE49-F238E27FC236}">
                <a16:creationId xmlns:a16="http://schemas.microsoft.com/office/drawing/2014/main" id="{C23B6A35-B6F0-D784-4F8B-1364DB108CD7}"/>
              </a:ext>
            </a:extLst>
          </p:cNvPr>
          <p:cNvSpPr>
            <a:spLocks noGrp="1"/>
          </p:cNvSpPr>
          <p:nvPr>
            <p:ph type="title"/>
          </p:nvPr>
        </p:nvSpPr>
        <p:spPr>
          <a:xfrm>
            <a:off x="551384" y="2539274"/>
            <a:ext cx="6590370" cy="408702"/>
          </a:xfrm>
        </p:spPr>
        <p:txBody>
          <a:bodyPr wrap="square"/>
          <a:lstStyle/>
          <a:p>
            <a:r>
              <a:rPr lang="ja-JP" altLang="en-US" sz="3200" dirty="0">
                <a:solidFill>
                  <a:schemeClr val="bg1"/>
                </a:solidFill>
                <a:latin typeface="Meiryo UI" panose="020B0604030504040204" pitchFamily="50" charset="-128"/>
                <a:ea typeface="Meiryo UI" panose="020B0604030504040204" pitchFamily="50" charset="-128"/>
              </a:rPr>
              <a:t>集めた情報、次の一手は？、、、</a:t>
            </a:r>
            <a:endParaRPr lang="en-US" sz="3200" dirty="0">
              <a:solidFill>
                <a:schemeClr val="bg1"/>
              </a:solidFill>
              <a:latin typeface="Meiryo UI" panose="020B0604030504040204" pitchFamily="50" charset="-128"/>
              <a:ea typeface="Meiryo UI" panose="020B0604030504040204" pitchFamily="50" charset="-128"/>
            </a:endParaRPr>
          </a:p>
        </p:txBody>
      </p:sp>
      <p:sp>
        <p:nvSpPr>
          <p:cNvPr id="21" name="Slide Number Placeholder 4">
            <a:extLst>
              <a:ext uri="{FF2B5EF4-FFF2-40B4-BE49-F238E27FC236}">
                <a16:creationId xmlns:a16="http://schemas.microsoft.com/office/drawing/2014/main" id="{F8083B8D-3664-6E79-A2BB-CEF7CEE57A30}"/>
              </a:ext>
            </a:extLst>
          </p:cNvPr>
          <p:cNvSpPr>
            <a:spLocks noGrp="1"/>
          </p:cNvSpPr>
          <p:nvPr>
            <p:ph type="sldNum" sz="quarter" idx="12"/>
          </p:nvPr>
        </p:nvSpPr>
        <p:spPr>
          <a:xfrm>
            <a:off x="11352584" y="6433635"/>
            <a:ext cx="288032" cy="138499"/>
          </a:xfrm>
        </p:spPr>
        <p:txBody>
          <a:bodyPr wrap="square"/>
          <a:lstStyle/>
          <a:p>
            <a:pPr marL="0" marR="0" lvl="0" indent="0" algn="r" defTabSz="457200" rtl="0" eaLnBrk="1" fontAlgn="auto" latinLnBrk="0" hangingPunct="1">
              <a:lnSpc>
                <a:spcPct val="100000"/>
              </a:lnSpc>
              <a:spcBef>
                <a:spcPts val="0"/>
              </a:spcBef>
              <a:spcAft>
                <a:spcPts val="600"/>
              </a:spcAft>
              <a:buClrTx/>
              <a:buSzTx/>
              <a:buFontTx/>
              <a:buNone/>
              <a:tabLst/>
              <a:defRPr/>
            </a:pPr>
            <a:fld id="{1EDD9F3E-8BFD-4E3C-98D1-767322780FDD}" type="slidenum">
              <a:rPr kumimoji="0" lang="en-US" sz="900" b="0" i="0" u="none" strike="noStrike" kern="1200" cap="none" spc="0" normalizeH="0" baseline="0" noProof="0" smtClean="0">
                <a:ln>
                  <a:noFill/>
                </a:ln>
                <a:solidFill>
                  <a:srgbClr val="0E322A"/>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3</a:t>
            </a:fld>
            <a:endParaRPr kumimoji="0" lang="en-US" sz="900" b="0" i="0" u="none" strike="noStrike" kern="1200" cap="none" spc="0" normalizeH="0" baseline="0" noProof="0">
              <a:ln>
                <a:noFill/>
              </a:ln>
              <a:solidFill>
                <a:srgbClr val="0E322A"/>
              </a:solidFill>
              <a:effectLst/>
              <a:uLnTx/>
              <a:uFillTx/>
              <a:latin typeface="Arial"/>
              <a:ea typeface="+mn-ea"/>
              <a:cs typeface="+mn-cs"/>
            </a:endParaRPr>
          </a:p>
        </p:txBody>
      </p:sp>
      <p:sp>
        <p:nvSpPr>
          <p:cNvPr id="13" name="Title 2">
            <a:extLst>
              <a:ext uri="{FF2B5EF4-FFF2-40B4-BE49-F238E27FC236}">
                <a16:creationId xmlns:a16="http://schemas.microsoft.com/office/drawing/2014/main" id="{6589FF1D-C39C-D5BF-3830-442EA1F6E63F}"/>
              </a:ext>
            </a:extLst>
          </p:cNvPr>
          <p:cNvSpPr txBox="1">
            <a:spLocks/>
          </p:cNvSpPr>
          <p:nvPr/>
        </p:nvSpPr>
        <p:spPr bwMode="gray">
          <a:xfrm>
            <a:off x="551384" y="4126230"/>
            <a:ext cx="6590370" cy="408702"/>
          </a:xfrm>
          <a:prstGeom prst="rect">
            <a:avLst/>
          </a:prstGeom>
        </p:spPr>
        <p:txBody>
          <a:bodyPr vert="horz" wrap="square" lIns="0" tIns="0" rIns="0" bIns="0" rtlCol="0" anchor="t">
            <a:spAutoFit/>
          </a:bodyPr>
          <a:lstStyle>
            <a:lvl1pPr algn="l" defTabSz="914400" rtl="0" eaLnBrk="1" latinLnBrk="0" hangingPunct="1">
              <a:lnSpc>
                <a:spcPct val="83000"/>
              </a:lnSpc>
              <a:spcBef>
                <a:spcPct val="0"/>
              </a:spcBef>
              <a:buNone/>
              <a:defRPr kumimoji="1" sz="6600" b="1" kern="1200" spc="-60" baseline="0">
                <a:solidFill>
                  <a:schemeClr val="tx1"/>
                </a:solidFill>
                <a:latin typeface="+mj-lt"/>
                <a:ea typeface="+mj-ea"/>
                <a:cs typeface="+mj-cs"/>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1" lang="ja-JP" altLang="en-US" sz="3200" b="1" i="0" u="none" strike="noStrike" kern="1200" cap="none" spc="-60" normalizeH="0" baseline="0" noProof="0" dirty="0">
                <a:ln>
                  <a:noFill/>
                </a:ln>
                <a:solidFill>
                  <a:srgbClr val="F7FBF8"/>
                </a:solidFill>
                <a:effectLst/>
                <a:uLnTx/>
                <a:uFillTx/>
                <a:latin typeface="Meiryo UI" panose="020B0604030504040204" pitchFamily="50" charset="-128"/>
                <a:ea typeface="Meiryo UI" panose="020B0604030504040204" pitchFamily="50" charset="-128"/>
                <a:cs typeface="+mj-cs"/>
              </a:rPr>
              <a:t>エリア戦略って、、、</a:t>
            </a:r>
            <a:endParaRPr kumimoji="1" lang="en-US" sz="3200" b="1" i="0" u="none" strike="noStrike" kern="1200" cap="none" spc="-60" normalizeH="0" baseline="0" noProof="0" dirty="0">
              <a:ln>
                <a:noFill/>
              </a:ln>
              <a:solidFill>
                <a:srgbClr val="F7FBF8"/>
              </a:solidFill>
              <a:effectLst/>
              <a:uLnTx/>
              <a:uFillTx/>
              <a:latin typeface="Meiryo UI" panose="020B0604030504040204" pitchFamily="50" charset="-128"/>
              <a:ea typeface="Meiryo UI" panose="020B0604030504040204" pitchFamily="50" charset="-128"/>
              <a:cs typeface="+mj-cs"/>
            </a:endParaRPr>
          </a:p>
        </p:txBody>
      </p:sp>
      <p:sp>
        <p:nvSpPr>
          <p:cNvPr id="2" name="Title 2">
            <a:extLst>
              <a:ext uri="{FF2B5EF4-FFF2-40B4-BE49-F238E27FC236}">
                <a16:creationId xmlns:a16="http://schemas.microsoft.com/office/drawing/2014/main" id="{BB9E12BD-BFD0-66C0-89E3-C57B308AB563}"/>
              </a:ext>
            </a:extLst>
          </p:cNvPr>
          <p:cNvSpPr txBox="1">
            <a:spLocks/>
          </p:cNvSpPr>
          <p:nvPr/>
        </p:nvSpPr>
        <p:spPr bwMode="gray">
          <a:xfrm>
            <a:off x="555194" y="3332752"/>
            <a:ext cx="6590370" cy="408702"/>
          </a:xfrm>
          <a:prstGeom prst="rect">
            <a:avLst/>
          </a:prstGeom>
        </p:spPr>
        <p:txBody>
          <a:bodyPr vert="horz" wrap="square" lIns="0" tIns="0" rIns="0" bIns="0" rtlCol="0" anchor="t">
            <a:spAutoFit/>
          </a:bodyPr>
          <a:lstStyle>
            <a:lvl1pPr algn="l" defTabSz="914400" rtl="0" eaLnBrk="1" latinLnBrk="0" hangingPunct="1">
              <a:lnSpc>
                <a:spcPct val="83000"/>
              </a:lnSpc>
              <a:spcBef>
                <a:spcPct val="0"/>
              </a:spcBef>
              <a:buNone/>
              <a:defRPr kumimoji="1" sz="6600" b="1" kern="1200" spc="-60" baseline="0">
                <a:solidFill>
                  <a:schemeClr val="tx1"/>
                </a:solidFill>
                <a:latin typeface="+mj-lt"/>
                <a:ea typeface="+mj-ea"/>
                <a:cs typeface="+mj-cs"/>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1" lang="ja-JP" altLang="en-US" sz="3200" b="1" i="0" u="none" strike="noStrike" kern="1200" cap="none" spc="-60" normalizeH="0" baseline="0" noProof="0" dirty="0">
                <a:ln>
                  <a:noFill/>
                </a:ln>
                <a:solidFill>
                  <a:srgbClr val="F7FBF8"/>
                </a:solidFill>
                <a:effectLst/>
                <a:uLnTx/>
                <a:uFillTx/>
                <a:latin typeface="Meiryo UI" panose="020B0604030504040204" pitchFamily="50" charset="-128"/>
                <a:ea typeface="Meiryo UI" panose="020B0604030504040204" pitchFamily="50" charset="-128"/>
                <a:cs typeface="+mj-cs"/>
              </a:rPr>
              <a:t>いよいよ最終回、、、</a:t>
            </a:r>
            <a:endParaRPr kumimoji="1" lang="en-US" sz="3200" b="1" i="0" u="none" strike="noStrike" kern="1200" cap="none" spc="-60" normalizeH="0" baseline="0" noProof="0" dirty="0">
              <a:ln>
                <a:noFill/>
              </a:ln>
              <a:solidFill>
                <a:srgbClr val="F7FBF8"/>
              </a:solidFill>
              <a:effectLst/>
              <a:uLnTx/>
              <a:uFillTx/>
              <a:latin typeface="Meiryo UI" panose="020B0604030504040204" pitchFamily="50" charset="-128"/>
              <a:ea typeface="Meiryo UI" panose="020B0604030504040204" pitchFamily="50" charset="-128"/>
              <a:cs typeface="+mj-cs"/>
            </a:endParaRPr>
          </a:p>
        </p:txBody>
      </p:sp>
      <p:sp>
        <p:nvSpPr>
          <p:cNvPr id="4" name="Title 2">
            <a:extLst>
              <a:ext uri="{FF2B5EF4-FFF2-40B4-BE49-F238E27FC236}">
                <a16:creationId xmlns:a16="http://schemas.microsoft.com/office/drawing/2014/main" id="{0A88ABD1-1BBB-28E5-8343-E78C68DD1C25}"/>
              </a:ext>
            </a:extLst>
          </p:cNvPr>
          <p:cNvSpPr txBox="1">
            <a:spLocks/>
          </p:cNvSpPr>
          <p:nvPr/>
        </p:nvSpPr>
        <p:spPr bwMode="gray">
          <a:xfrm>
            <a:off x="551384" y="1065286"/>
            <a:ext cx="6590370" cy="408702"/>
          </a:xfrm>
          <a:prstGeom prst="rect">
            <a:avLst/>
          </a:prstGeom>
        </p:spPr>
        <p:txBody>
          <a:bodyPr vert="horz" wrap="square" lIns="0" tIns="0" rIns="0" bIns="0" rtlCol="0" anchor="t">
            <a:spAutoFit/>
          </a:bodyPr>
          <a:lstStyle>
            <a:lvl1pPr algn="l" defTabSz="914400" rtl="0" eaLnBrk="1" latinLnBrk="0" hangingPunct="1">
              <a:lnSpc>
                <a:spcPct val="83000"/>
              </a:lnSpc>
              <a:spcBef>
                <a:spcPct val="0"/>
              </a:spcBef>
              <a:buNone/>
              <a:defRPr kumimoji="1" sz="6600" b="1" kern="1200" spc="-60" baseline="0">
                <a:solidFill>
                  <a:schemeClr val="tx1"/>
                </a:solidFill>
                <a:latin typeface="+mj-lt"/>
                <a:ea typeface="+mj-ea"/>
                <a:cs typeface="+mj-cs"/>
              </a:defRPr>
            </a:lvl1pPr>
          </a:lstStyle>
          <a:p>
            <a:pPr marL="0" marR="0" lvl="0" indent="0" algn="l" defTabSz="914400" rtl="0" eaLnBrk="1" fontAlgn="auto" latinLnBrk="0" hangingPunct="1">
              <a:lnSpc>
                <a:spcPct val="83000"/>
              </a:lnSpc>
              <a:spcBef>
                <a:spcPct val="0"/>
              </a:spcBef>
              <a:spcAft>
                <a:spcPts val="0"/>
              </a:spcAft>
              <a:buClrTx/>
              <a:buSzTx/>
              <a:buFontTx/>
              <a:buNone/>
              <a:tabLst/>
              <a:defRPr/>
            </a:pPr>
            <a:r>
              <a:rPr kumimoji="1" lang="ja-JP" altLang="en-US" sz="3200" b="1" i="0" u="none" strike="noStrike" kern="1200" cap="none" spc="-6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j-cs"/>
              </a:rPr>
              <a:t>皆様のお気持ちは？</a:t>
            </a:r>
            <a:endParaRPr kumimoji="1" lang="en-US" sz="3200" b="1" i="0" u="none" strike="noStrike" kern="1200" cap="none" spc="-6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j-cs"/>
            </a:endParaRPr>
          </a:p>
        </p:txBody>
      </p:sp>
    </p:spTree>
    <p:extLst>
      <p:ext uri="{BB962C8B-B14F-4D97-AF65-F5344CB8AC3E}">
        <p14:creationId xmlns:p14="http://schemas.microsoft.com/office/powerpoint/2010/main" val="269740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0929841C-57BA-89BA-7F4F-DB543459026A}"/>
              </a:ext>
            </a:extLst>
          </p:cNvPr>
          <p:cNvPicPr>
            <a:picLocks noChangeAspect="1"/>
          </p:cNvPicPr>
          <p:nvPr/>
        </p:nvPicPr>
        <p:blipFill>
          <a:blip r:embed="rId2"/>
          <a:srcRect t="9111" b="9111"/>
          <a:stretch>
            <a:fillRect/>
          </a:stretch>
        </p:blipFill>
        <p:spPr>
          <a:xfrm>
            <a:off x="0" y="0"/>
            <a:ext cx="12192000" cy="6858000"/>
          </a:xfrm>
          <a:prstGeom prst="rect">
            <a:avLst/>
          </a:prstGeom>
        </p:spPr>
      </p:pic>
      <p:sp>
        <p:nvSpPr>
          <p:cNvPr id="16" name="emerald wash overlay"/>
          <p:cNvSpPr/>
          <p:nvPr/>
        </p:nvSpPr>
        <p:spPr>
          <a:xfrm>
            <a:off x="0" y="0"/>
            <a:ext cx="12192000" cy="6858000"/>
          </a:xfrm>
          <a:prstGeom prst="rect">
            <a:avLst/>
          </a:prstGeom>
          <a:solidFill>
            <a:srgbClr val="0E322A">
              <a:alpha val="88000"/>
            </a:srgb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7FBF8"/>
              </a:solidFill>
              <a:effectLst/>
              <a:uLnTx/>
              <a:uFillTx/>
              <a:latin typeface="Arial"/>
              <a:ea typeface="+mn-ea"/>
              <a:cs typeface="+mn-cs"/>
            </a:endParaRPr>
          </a:p>
        </p:txBody>
      </p:sp>
      <p:sp>
        <p:nvSpPr>
          <p:cNvPr id="15" name="四角形: 角を丸くする 14">
            <a:extLst>
              <a:ext uri="{FF2B5EF4-FFF2-40B4-BE49-F238E27FC236}">
                <a16:creationId xmlns:a16="http://schemas.microsoft.com/office/drawing/2014/main" id="{84DE1810-19F1-5CF2-085F-A1970AE7A0FD}"/>
              </a:ext>
            </a:extLst>
          </p:cNvPr>
          <p:cNvSpPr/>
          <p:nvPr/>
        </p:nvSpPr>
        <p:spPr>
          <a:xfrm>
            <a:off x="605790" y="365760"/>
            <a:ext cx="2583180" cy="548640"/>
          </a:xfrm>
          <a:prstGeom prst="roundRect">
            <a:avLst/>
          </a:prstGeom>
          <a:solidFill>
            <a:srgbClr val="0D8B5F"/>
          </a:solidFill>
          <a:ln>
            <a:noFill/>
          </a:ln>
        </p:spPr>
        <p:style>
          <a:lnRef idx="0">
            <a:schemeClr val="accent1"/>
          </a:lnRef>
          <a:fillRef idx="3">
            <a:schemeClr val="accent1"/>
          </a:fillRef>
          <a:effectRef idx="3">
            <a:schemeClr val="accent1"/>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概要・イメージ</a:t>
            </a:r>
          </a:p>
        </p:txBody>
      </p:sp>
      <p:pic>
        <p:nvPicPr>
          <p:cNvPr id="9" name="図 8">
            <a:extLst>
              <a:ext uri="{FF2B5EF4-FFF2-40B4-BE49-F238E27FC236}">
                <a16:creationId xmlns:a16="http://schemas.microsoft.com/office/drawing/2014/main" id="{CA8B4306-536C-C523-53C2-61A4A67558F7}"/>
              </a:ext>
            </a:extLst>
          </p:cNvPr>
          <p:cNvPicPr>
            <a:picLocks noChangeAspect="1"/>
          </p:cNvPicPr>
          <p:nvPr/>
        </p:nvPicPr>
        <p:blipFill>
          <a:blip r:embed="rId3"/>
          <a:stretch>
            <a:fillRect/>
          </a:stretch>
        </p:blipFill>
        <p:spPr>
          <a:xfrm>
            <a:off x="5965245" y="1315978"/>
            <a:ext cx="6096528" cy="3429297"/>
          </a:xfrm>
          <a:prstGeom prst="rect">
            <a:avLst/>
          </a:prstGeom>
        </p:spPr>
      </p:pic>
      <p:sp>
        <p:nvSpPr>
          <p:cNvPr id="2" name="矢印: 下 1">
            <a:extLst>
              <a:ext uri="{FF2B5EF4-FFF2-40B4-BE49-F238E27FC236}">
                <a16:creationId xmlns:a16="http://schemas.microsoft.com/office/drawing/2014/main" id="{7ABE689D-35AB-8B1F-D092-F57A12EB7D20}"/>
              </a:ext>
            </a:extLst>
          </p:cNvPr>
          <p:cNvSpPr/>
          <p:nvPr/>
        </p:nvSpPr>
        <p:spPr>
          <a:xfrm>
            <a:off x="11357902" y="1694297"/>
            <a:ext cx="287079" cy="1392865"/>
          </a:xfrm>
          <a:prstGeom prst="downArrow">
            <a:avLst/>
          </a:prstGeom>
          <a:solidFill>
            <a:srgbClr val="A7D7BF"/>
          </a:solidFill>
          <a:ln w="38100">
            <a:solidFill>
              <a:schemeClr val="accent5">
                <a:lumMod val="20000"/>
                <a:lumOff val="80000"/>
              </a:schemeClr>
            </a:solid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180000" marR="0" lvl="0" indent="-18000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1" lang="ja-JP" altLang="en-US" sz="1800" b="0" i="0" u="none" strike="noStrike" kern="1200" cap="none" spc="0" normalizeH="0" baseline="0" noProof="0" err="1">
              <a:ln>
                <a:noFill/>
              </a:ln>
              <a:solidFill>
                <a:srgbClr val="F7FBF8"/>
              </a:solidFill>
              <a:effectLst/>
              <a:uLnTx/>
              <a:uFillTx/>
              <a:latin typeface="Arial"/>
              <a:ea typeface="+mn-ea"/>
              <a:cs typeface="+mn-cs"/>
            </a:endParaRPr>
          </a:p>
        </p:txBody>
      </p:sp>
      <p:sp>
        <p:nvSpPr>
          <p:cNvPr id="3" name="矢印: 下 2">
            <a:extLst>
              <a:ext uri="{FF2B5EF4-FFF2-40B4-BE49-F238E27FC236}">
                <a16:creationId xmlns:a16="http://schemas.microsoft.com/office/drawing/2014/main" id="{E1596E16-1B7D-618E-F9B9-DFC22D1F4D13}"/>
              </a:ext>
            </a:extLst>
          </p:cNvPr>
          <p:cNvSpPr/>
          <p:nvPr/>
        </p:nvSpPr>
        <p:spPr>
          <a:xfrm>
            <a:off x="11376171" y="3101293"/>
            <a:ext cx="287079" cy="1392865"/>
          </a:xfrm>
          <a:prstGeom prst="downArrow">
            <a:avLst/>
          </a:prstGeom>
          <a:solidFill>
            <a:srgbClr val="A7D7BF"/>
          </a:solidFill>
          <a:ln w="38100">
            <a:solidFill>
              <a:schemeClr val="accent5">
                <a:lumMod val="20000"/>
                <a:lumOff val="80000"/>
              </a:schemeClr>
            </a:solid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180000" marR="0" lvl="0" indent="-18000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1" lang="ja-JP" altLang="en-US" sz="1800" b="0" i="0" u="none" strike="noStrike" kern="1200" cap="none" spc="0" normalizeH="0" baseline="0" noProof="0" err="1">
              <a:ln>
                <a:noFill/>
              </a:ln>
              <a:solidFill>
                <a:srgbClr val="F7FBF8"/>
              </a:solidFill>
              <a:effectLst/>
              <a:uLnTx/>
              <a:uFillTx/>
              <a:latin typeface="Arial"/>
              <a:ea typeface="+mn-ea"/>
              <a:cs typeface="+mn-cs"/>
            </a:endParaRPr>
          </a:p>
        </p:txBody>
      </p:sp>
      <p:sp>
        <p:nvSpPr>
          <p:cNvPr id="4" name="四角形: 角を丸くする 3">
            <a:extLst>
              <a:ext uri="{FF2B5EF4-FFF2-40B4-BE49-F238E27FC236}">
                <a16:creationId xmlns:a16="http://schemas.microsoft.com/office/drawing/2014/main" id="{84D548AD-7AD8-DE61-6175-DA788B61CD6A}"/>
              </a:ext>
            </a:extLst>
          </p:cNvPr>
          <p:cNvSpPr/>
          <p:nvPr/>
        </p:nvSpPr>
        <p:spPr>
          <a:xfrm>
            <a:off x="5996940" y="1699747"/>
            <a:ext cx="428847" cy="1392865"/>
          </a:xfrm>
          <a:prstGeom prst="roundRect">
            <a:avLst/>
          </a:prstGeom>
          <a:solidFill>
            <a:srgbClr val="A7D7BF"/>
          </a:solidFill>
          <a:ln>
            <a:no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800" b="0" i="0" u="none" strike="noStrike" kern="1200" cap="none" spc="0" normalizeH="0" baseline="0" noProof="0">
                <a:ln>
                  <a:noFill/>
                </a:ln>
                <a:solidFill>
                  <a:srgbClr val="173A32"/>
                </a:solidFill>
                <a:effectLst/>
                <a:uLnTx/>
                <a:uFillTx/>
                <a:latin typeface="Meiryo UI"/>
                <a:ea typeface="Meiryo UI"/>
                <a:cs typeface="+mn-cs"/>
              </a:rPr>
              <a:t>早期完成</a:t>
            </a:r>
            <a:endParaRPr kumimoji="0" lang="en-US" altLang="ja-JP" sz="1800" b="0" i="0" u="none" strike="noStrike" kern="1200" cap="none" spc="0" normalizeH="0" baseline="0" noProof="0">
              <a:ln>
                <a:noFill/>
              </a:ln>
              <a:solidFill>
                <a:srgbClr val="F7FBF8"/>
              </a:solidFill>
              <a:effectLst/>
              <a:uLnTx/>
              <a:uFillTx/>
              <a:latin typeface="Meiryo UI"/>
              <a:ea typeface="Meiryo UI"/>
              <a:cs typeface="+mn-cs"/>
            </a:endParaRPr>
          </a:p>
        </p:txBody>
      </p:sp>
      <p:sp>
        <p:nvSpPr>
          <p:cNvPr id="5" name="四角形: 角を丸くする 4">
            <a:extLst>
              <a:ext uri="{FF2B5EF4-FFF2-40B4-BE49-F238E27FC236}">
                <a16:creationId xmlns:a16="http://schemas.microsoft.com/office/drawing/2014/main" id="{28C403BE-4263-6D6B-C79B-7C952D2E932E}"/>
              </a:ext>
            </a:extLst>
          </p:cNvPr>
          <p:cNvSpPr/>
          <p:nvPr/>
        </p:nvSpPr>
        <p:spPr>
          <a:xfrm>
            <a:off x="6002655" y="3161989"/>
            <a:ext cx="428847" cy="1392864"/>
          </a:xfrm>
          <a:prstGeom prst="roundRect">
            <a:avLst/>
          </a:prstGeom>
          <a:solidFill>
            <a:srgbClr val="A7D7BF"/>
          </a:solidFill>
          <a:ln>
            <a:no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800" b="0" i="0" u="none" strike="noStrike" kern="1200" cap="none" spc="0" normalizeH="0" baseline="0" noProof="0">
                <a:ln>
                  <a:noFill/>
                </a:ln>
                <a:solidFill>
                  <a:srgbClr val="173A32"/>
                </a:solidFill>
                <a:effectLst/>
                <a:uLnTx/>
                <a:uFillTx/>
                <a:latin typeface="Meiryo UI"/>
                <a:ea typeface="Meiryo UI"/>
                <a:cs typeface="+mn-cs"/>
              </a:rPr>
              <a:t>順次完成</a:t>
            </a:r>
            <a:endParaRPr kumimoji="0" lang="en-US" altLang="ja-JP" sz="1800" b="0" i="0" u="none" strike="noStrike" kern="1200" cap="none" spc="0" normalizeH="0" baseline="0" noProof="0">
              <a:ln>
                <a:noFill/>
              </a:ln>
              <a:solidFill>
                <a:srgbClr val="F7FBF8"/>
              </a:solidFill>
              <a:effectLst/>
              <a:uLnTx/>
              <a:uFillTx/>
              <a:latin typeface="Meiryo UI"/>
              <a:ea typeface="Meiryo UI"/>
              <a:cs typeface="+mn-cs"/>
            </a:endParaRPr>
          </a:p>
        </p:txBody>
      </p:sp>
      <p:sp>
        <p:nvSpPr>
          <p:cNvPr id="6" name="四角形: 角を丸くする 5">
            <a:extLst>
              <a:ext uri="{FF2B5EF4-FFF2-40B4-BE49-F238E27FC236}">
                <a16:creationId xmlns:a16="http://schemas.microsoft.com/office/drawing/2014/main" id="{AA64EBC1-A89F-5909-3BF3-F045DF12FD06}"/>
              </a:ext>
            </a:extLst>
          </p:cNvPr>
          <p:cNvSpPr/>
          <p:nvPr/>
        </p:nvSpPr>
        <p:spPr>
          <a:xfrm>
            <a:off x="1771650" y="5269526"/>
            <a:ext cx="8812530" cy="888882"/>
          </a:xfrm>
          <a:prstGeom prst="roundRect">
            <a:avLst/>
          </a:prstGeom>
          <a:gradFill flip="none" rotWithShape="1">
            <a:gsLst>
              <a:gs pos="0">
                <a:srgbClr val="14543F"/>
              </a:gs>
              <a:gs pos="50000">
                <a:srgbClr val="0D8B5F"/>
              </a:gs>
              <a:gs pos="100000">
                <a:srgbClr val="6BC79B"/>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ctr"/>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2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不安を払拭し、その日からアクションできる</a:t>
            </a:r>
          </a:p>
        </p:txBody>
      </p:sp>
      <p:pic>
        <p:nvPicPr>
          <p:cNvPr id="11" name="図 10">
            <a:extLst>
              <a:ext uri="{FF2B5EF4-FFF2-40B4-BE49-F238E27FC236}">
                <a16:creationId xmlns:a16="http://schemas.microsoft.com/office/drawing/2014/main" id="{15E71789-B1D2-E7FF-6039-12113C3E912F}"/>
              </a:ext>
            </a:extLst>
          </p:cNvPr>
          <p:cNvPicPr>
            <a:picLocks noChangeAspect="1"/>
          </p:cNvPicPr>
          <p:nvPr/>
        </p:nvPicPr>
        <p:blipFill>
          <a:blip r:embed="rId4"/>
          <a:srcRect r="5875"/>
          <a:stretch>
            <a:fillRect/>
          </a:stretch>
        </p:blipFill>
        <p:spPr>
          <a:xfrm>
            <a:off x="125203" y="1315978"/>
            <a:ext cx="5738388" cy="3429297"/>
          </a:xfrm>
          <a:prstGeom prst="rect">
            <a:avLst/>
          </a:prstGeom>
        </p:spPr>
      </p:pic>
      <p:sp>
        <p:nvSpPr>
          <p:cNvPr id="10" name="タイトル 1">
            <a:extLst>
              <a:ext uri="{FF2B5EF4-FFF2-40B4-BE49-F238E27FC236}">
                <a16:creationId xmlns:a16="http://schemas.microsoft.com/office/drawing/2014/main" id="{AF93FE1E-7B8D-24BF-8C8D-E1359ED25436}"/>
              </a:ext>
            </a:extLst>
          </p:cNvPr>
          <p:cNvSpPr>
            <a:spLocks noGrp="1"/>
          </p:cNvSpPr>
          <p:nvPr>
            <p:ph type="ctrTitle"/>
          </p:nvPr>
        </p:nvSpPr>
        <p:spPr>
          <a:xfrm>
            <a:off x="3478206" y="518014"/>
            <a:ext cx="8622354" cy="357662"/>
          </a:xfrm>
        </p:spPr>
        <p:txBody>
          <a:bodyPr wrap="square"/>
          <a:lstStyle/>
          <a:p>
            <a:r>
              <a:rPr lang="en-US" altLang="ja-JP" sz="2800">
                <a:solidFill>
                  <a:schemeClr val="bg1"/>
                </a:solidFill>
                <a:latin typeface="Meiryo UI"/>
                <a:ea typeface="Meiryo UI"/>
                <a:cs typeface="Arial"/>
              </a:rPr>
              <a:t>Renal </a:t>
            </a:r>
            <a:r>
              <a:rPr lang="en-US" altLang="ja-JP" sz="2800" err="1">
                <a:solidFill>
                  <a:schemeClr val="bg1"/>
                </a:solidFill>
                <a:latin typeface="Meiryo UI"/>
                <a:ea typeface="Meiryo UI"/>
                <a:cs typeface="Arial"/>
              </a:rPr>
              <a:t>大学</a:t>
            </a:r>
            <a:r>
              <a:rPr lang="en-US" altLang="ja-JP" sz="2800">
                <a:solidFill>
                  <a:schemeClr val="bg1"/>
                </a:solidFill>
                <a:latin typeface="Meiryo UI"/>
                <a:ea typeface="Meiryo UI"/>
                <a:cs typeface="Arial"/>
              </a:rPr>
              <a:t>/</a:t>
            </a:r>
            <a:r>
              <a:rPr lang="en-US" altLang="ja-JP" sz="2800" err="1">
                <a:solidFill>
                  <a:schemeClr val="bg1"/>
                </a:solidFill>
                <a:latin typeface="Meiryo UI"/>
                <a:ea typeface="Meiryo UI"/>
                <a:cs typeface="Arial"/>
              </a:rPr>
              <a:t>基幹病院担当者スキルアッププロジェクト</a:t>
            </a:r>
          </a:p>
        </p:txBody>
      </p:sp>
      <p:sp>
        <p:nvSpPr>
          <p:cNvPr id="12" name="正方形/長方形 11">
            <a:extLst>
              <a:ext uri="{FF2B5EF4-FFF2-40B4-BE49-F238E27FC236}">
                <a16:creationId xmlns:a16="http://schemas.microsoft.com/office/drawing/2014/main" id="{14366105-51EE-2A58-66B0-3AD72D6C0221}"/>
              </a:ext>
            </a:extLst>
          </p:cNvPr>
          <p:cNvSpPr/>
          <p:nvPr/>
        </p:nvSpPr>
        <p:spPr>
          <a:xfrm>
            <a:off x="6464601" y="4093537"/>
            <a:ext cx="5178055" cy="60605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kumimoji="1" lang="ja-JP" altLang="en-US" dirty="0" err="1"/>
          </a:p>
        </p:txBody>
      </p:sp>
    </p:spTree>
    <p:extLst>
      <p:ext uri="{BB962C8B-B14F-4D97-AF65-F5344CB8AC3E}">
        <p14:creationId xmlns:p14="http://schemas.microsoft.com/office/powerpoint/2010/main" val="2656205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89B34-1110-A4B3-6213-181DD852D98E}"/>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E547B61F-8C0E-1529-D029-CB03A1EECE10}"/>
              </a:ext>
            </a:extLst>
          </p:cNvPr>
          <p:cNvPicPr>
            <a:picLocks noChangeAspect="1"/>
          </p:cNvPicPr>
          <p:nvPr/>
        </p:nvPicPr>
        <p:blipFill>
          <a:blip r:embed="rId2"/>
          <a:stretch>
            <a:fillRect/>
          </a:stretch>
        </p:blipFill>
        <p:spPr>
          <a:xfrm>
            <a:off x="32340" y="0"/>
            <a:ext cx="12127320" cy="6858000"/>
          </a:xfrm>
          <a:prstGeom prst="rect">
            <a:avLst/>
          </a:prstGeom>
        </p:spPr>
      </p:pic>
      <p:sp>
        <p:nvSpPr>
          <p:cNvPr id="4" name="四角形: 角を丸くする 3">
            <a:extLst>
              <a:ext uri="{FF2B5EF4-FFF2-40B4-BE49-F238E27FC236}">
                <a16:creationId xmlns:a16="http://schemas.microsoft.com/office/drawing/2014/main" id="{687C0AEB-F3DA-ED72-B649-4B73767F7C39}"/>
              </a:ext>
            </a:extLst>
          </p:cNvPr>
          <p:cNvSpPr/>
          <p:nvPr/>
        </p:nvSpPr>
        <p:spPr>
          <a:xfrm>
            <a:off x="605790" y="365760"/>
            <a:ext cx="2583180" cy="548640"/>
          </a:xfrm>
          <a:prstGeom prst="roundRect">
            <a:avLst/>
          </a:prstGeom>
          <a:solidFill>
            <a:srgbClr val="0D8B5F"/>
          </a:solidFill>
          <a:ln>
            <a:noFill/>
          </a:ln>
        </p:spPr>
        <p:style>
          <a:lnRef idx="0">
            <a:schemeClr val="accent1"/>
          </a:lnRef>
          <a:fillRef idx="3">
            <a:schemeClr val="accent1"/>
          </a:fillRef>
          <a:effectRef idx="3">
            <a:schemeClr val="accent1"/>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ゴール</a:t>
            </a:r>
          </a:p>
        </p:txBody>
      </p:sp>
      <p:pic>
        <p:nvPicPr>
          <p:cNvPr id="5" name="図 4">
            <a:extLst>
              <a:ext uri="{FF2B5EF4-FFF2-40B4-BE49-F238E27FC236}">
                <a16:creationId xmlns:a16="http://schemas.microsoft.com/office/drawing/2014/main" id="{7D11EB31-F6B4-EF3A-3542-19CC6507CAE2}"/>
              </a:ext>
            </a:extLst>
          </p:cNvPr>
          <p:cNvPicPr>
            <a:picLocks noChangeAspect="1"/>
          </p:cNvPicPr>
          <p:nvPr/>
        </p:nvPicPr>
        <p:blipFill>
          <a:blip r:embed="rId3"/>
          <a:stretch>
            <a:fillRect/>
          </a:stretch>
        </p:blipFill>
        <p:spPr>
          <a:xfrm>
            <a:off x="1291590" y="1200150"/>
            <a:ext cx="9635489" cy="49784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タイトル 1">
            <a:extLst>
              <a:ext uri="{FF2B5EF4-FFF2-40B4-BE49-F238E27FC236}">
                <a16:creationId xmlns:a16="http://schemas.microsoft.com/office/drawing/2014/main" id="{352E46A4-BE7B-2C87-BD61-B36C125E2BBF}"/>
              </a:ext>
            </a:extLst>
          </p:cNvPr>
          <p:cNvSpPr>
            <a:spLocks noGrp="1"/>
          </p:cNvSpPr>
          <p:nvPr>
            <p:ph type="ctrTitle"/>
          </p:nvPr>
        </p:nvSpPr>
        <p:spPr>
          <a:xfrm>
            <a:off x="3478206" y="518014"/>
            <a:ext cx="8622354" cy="357662"/>
          </a:xfrm>
        </p:spPr>
        <p:txBody>
          <a:bodyPr wrap="square"/>
          <a:lstStyle/>
          <a:p>
            <a:r>
              <a:rPr lang="en-US" altLang="ja-JP" sz="2800">
                <a:solidFill>
                  <a:schemeClr val="bg1"/>
                </a:solidFill>
                <a:latin typeface="Meiryo UI"/>
                <a:ea typeface="Meiryo UI"/>
                <a:cs typeface="Arial"/>
              </a:rPr>
              <a:t>Renal </a:t>
            </a:r>
            <a:r>
              <a:rPr lang="en-US" altLang="ja-JP" sz="2800" err="1">
                <a:solidFill>
                  <a:schemeClr val="bg1"/>
                </a:solidFill>
                <a:latin typeface="Meiryo UI"/>
                <a:ea typeface="Meiryo UI"/>
                <a:cs typeface="Arial"/>
              </a:rPr>
              <a:t>大学</a:t>
            </a:r>
            <a:r>
              <a:rPr lang="en-US" altLang="ja-JP" sz="2800">
                <a:solidFill>
                  <a:schemeClr val="bg1"/>
                </a:solidFill>
                <a:latin typeface="Meiryo UI"/>
                <a:ea typeface="Meiryo UI"/>
                <a:cs typeface="Arial"/>
              </a:rPr>
              <a:t>/</a:t>
            </a:r>
            <a:r>
              <a:rPr lang="en-US" altLang="ja-JP" sz="2800" err="1">
                <a:solidFill>
                  <a:schemeClr val="bg1"/>
                </a:solidFill>
                <a:latin typeface="Meiryo UI"/>
                <a:ea typeface="Meiryo UI"/>
                <a:cs typeface="Arial"/>
              </a:rPr>
              <a:t>基幹病院担当者スキルアッププロジェクト</a:t>
            </a:r>
          </a:p>
        </p:txBody>
      </p:sp>
      <p:sp>
        <p:nvSpPr>
          <p:cNvPr id="6" name="TextBox 5">
            <a:extLst>
              <a:ext uri="{FF2B5EF4-FFF2-40B4-BE49-F238E27FC236}">
                <a16:creationId xmlns:a16="http://schemas.microsoft.com/office/drawing/2014/main" id="{B027706F-0669-7DBA-8ED9-B7E78EA60F06}"/>
              </a:ext>
            </a:extLst>
          </p:cNvPr>
          <p:cNvSpPr txBox="1"/>
          <p:nvPr/>
        </p:nvSpPr>
        <p:spPr>
          <a:xfrm>
            <a:off x="1522093" y="4302132"/>
            <a:ext cx="7817849" cy="584330"/>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E322A"/>
              </a:solidFill>
              <a:effectLst/>
              <a:uLnTx/>
              <a:uFillTx/>
              <a:latin typeface="Arial"/>
              <a:ea typeface="+mn-ea"/>
              <a:cs typeface="+mn-cs"/>
            </a:endParaRPr>
          </a:p>
        </p:txBody>
      </p:sp>
    </p:spTree>
    <p:extLst>
      <p:ext uri="{BB962C8B-B14F-4D97-AF65-F5344CB8AC3E}">
        <p14:creationId xmlns:p14="http://schemas.microsoft.com/office/powerpoint/2010/main" val="378351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BD2C5-0EB7-C594-BDA2-251203D6DCDD}"/>
            </a:ext>
          </a:extLst>
        </p:cNvPr>
        <p:cNvGrpSpPr/>
        <p:nvPr/>
      </p:nvGrpSpPr>
      <p:grpSpPr>
        <a:xfrm>
          <a:off x="0" y="0"/>
          <a:ext cx="0" cy="0"/>
          <a:chOff x="0" y="0"/>
          <a:chExt cx="0" cy="0"/>
        </a:xfrm>
      </p:grpSpPr>
      <p:sp>
        <p:nvSpPr>
          <p:cNvPr id="10" name="emerald wash overlay"/>
          <p:cNvSpPr/>
          <p:nvPr/>
        </p:nvSpPr>
        <p:spPr>
          <a:xfrm>
            <a:off x="0" y="0"/>
            <a:ext cx="12192000" cy="6858000"/>
          </a:xfrm>
          <a:prstGeom prst="rect">
            <a:avLst/>
          </a:prstGeom>
          <a:solidFill>
            <a:srgbClr val="0E322A">
              <a:alpha val="88000"/>
            </a:srgb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7FBF8"/>
              </a:solidFill>
              <a:effectLst/>
              <a:uLnTx/>
              <a:uFillTx/>
              <a:latin typeface="Arial"/>
              <a:ea typeface="+mn-ea"/>
              <a:cs typeface="+mn-cs"/>
            </a:endParaRPr>
          </a:p>
        </p:txBody>
      </p:sp>
      <p:pic>
        <p:nvPicPr>
          <p:cNvPr id="9" name="図 8">
            <a:extLst>
              <a:ext uri="{FF2B5EF4-FFF2-40B4-BE49-F238E27FC236}">
                <a16:creationId xmlns:a16="http://schemas.microsoft.com/office/drawing/2014/main" id="{BA5C4EFE-E5B9-8467-5497-61815DDE313C}"/>
              </a:ext>
            </a:extLst>
          </p:cNvPr>
          <p:cNvPicPr>
            <a:picLocks noChangeAspect="1"/>
          </p:cNvPicPr>
          <p:nvPr/>
        </p:nvPicPr>
        <p:blipFill>
          <a:blip r:embed="rId2"/>
          <a:srcRect t="9111" b="9111"/>
          <a:stretch>
            <a:fillRect/>
          </a:stretch>
        </p:blipFill>
        <p:spPr>
          <a:xfrm>
            <a:off x="0" y="0"/>
            <a:ext cx="12192000" cy="6858000"/>
          </a:xfrm>
          <a:prstGeom prst="rect">
            <a:avLst/>
          </a:prstGeom>
        </p:spPr>
      </p:pic>
      <p:pic>
        <p:nvPicPr>
          <p:cNvPr id="14" name="図 13">
            <a:extLst>
              <a:ext uri="{FF2B5EF4-FFF2-40B4-BE49-F238E27FC236}">
                <a16:creationId xmlns:a16="http://schemas.microsoft.com/office/drawing/2014/main" id="{5748EB0D-A802-1E0E-6EC1-B0AC3A6345D9}"/>
              </a:ext>
            </a:extLst>
          </p:cNvPr>
          <p:cNvPicPr>
            <a:picLocks noChangeAspect="1"/>
          </p:cNvPicPr>
          <p:nvPr/>
        </p:nvPicPr>
        <p:blipFill>
          <a:blip r:embed="rId3"/>
          <a:stretch>
            <a:fillRect/>
          </a:stretch>
        </p:blipFill>
        <p:spPr>
          <a:xfrm>
            <a:off x="0" y="0"/>
            <a:ext cx="12192000" cy="6897498"/>
          </a:xfrm>
          <a:prstGeom prst="rect">
            <a:avLst/>
          </a:prstGeom>
        </p:spPr>
      </p:pic>
      <p:graphicFrame>
        <p:nvGraphicFramePr>
          <p:cNvPr id="3" name="図表 2">
            <a:extLst>
              <a:ext uri="{FF2B5EF4-FFF2-40B4-BE49-F238E27FC236}">
                <a16:creationId xmlns:a16="http://schemas.microsoft.com/office/drawing/2014/main" id="{B90D169A-CAAD-A716-A031-7239C2838D06}"/>
              </a:ext>
            </a:extLst>
          </p:cNvPr>
          <p:cNvGraphicFramePr/>
          <p:nvPr/>
        </p:nvGraphicFramePr>
        <p:xfrm>
          <a:off x="217170" y="365760"/>
          <a:ext cx="11692890" cy="54302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四角形: 角を丸くする 7">
            <a:extLst>
              <a:ext uri="{FF2B5EF4-FFF2-40B4-BE49-F238E27FC236}">
                <a16:creationId xmlns:a16="http://schemas.microsoft.com/office/drawing/2014/main" id="{7F84BD35-B2A0-CEF0-2BA5-680A95BEDDD8}"/>
              </a:ext>
            </a:extLst>
          </p:cNvPr>
          <p:cNvSpPr/>
          <p:nvPr/>
        </p:nvSpPr>
        <p:spPr>
          <a:xfrm>
            <a:off x="605790" y="365760"/>
            <a:ext cx="2583180" cy="548640"/>
          </a:xfrm>
          <a:prstGeom prst="roundRect">
            <a:avLst/>
          </a:prstGeom>
          <a:solidFill>
            <a:srgbClr val="0D8B5F"/>
          </a:solidFill>
          <a:ln>
            <a:noFill/>
          </a:ln>
        </p:spPr>
        <p:style>
          <a:lnRef idx="0">
            <a:schemeClr val="accent1"/>
          </a:lnRef>
          <a:fillRef idx="3">
            <a:schemeClr val="accent1"/>
          </a:fillRef>
          <a:effectRef idx="3">
            <a:schemeClr val="accent1"/>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プロジェクトメンバー</a:t>
            </a:r>
          </a:p>
        </p:txBody>
      </p:sp>
      <p:sp>
        <p:nvSpPr>
          <p:cNvPr id="2" name="タイトル 1">
            <a:extLst>
              <a:ext uri="{FF2B5EF4-FFF2-40B4-BE49-F238E27FC236}">
                <a16:creationId xmlns:a16="http://schemas.microsoft.com/office/drawing/2014/main" id="{2FE97FF1-906A-DBE1-D182-0FD5C8A5F8CB}"/>
              </a:ext>
            </a:extLst>
          </p:cNvPr>
          <p:cNvSpPr>
            <a:spLocks noGrp="1"/>
          </p:cNvSpPr>
          <p:nvPr>
            <p:ph type="ctrTitle"/>
          </p:nvPr>
        </p:nvSpPr>
        <p:spPr>
          <a:xfrm>
            <a:off x="1085850" y="5297401"/>
            <a:ext cx="10266734" cy="817403"/>
          </a:xfrm>
        </p:spPr>
        <p:txBody>
          <a:bodyPr wrap="square"/>
          <a:lstStyle/>
          <a:p>
            <a:r>
              <a:rPr lang="en-US" altLang="ja-JP" sz="3200">
                <a:solidFill>
                  <a:schemeClr val="bg1"/>
                </a:solidFill>
                <a:latin typeface="HG創英ﾌﾟﾚｾﾞﾝｽEB" panose="02020809000000000000" pitchFamily="17" charset="-128"/>
                <a:ea typeface="HG創英ﾌﾟﾚｾﾞﾝｽEB" panose="02020809000000000000" pitchFamily="17" charset="-128"/>
                <a:cs typeface="Arial"/>
              </a:rPr>
              <a:t>Renal </a:t>
            </a:r>
            <a:r>
              <a:rPr lang="en-US" altLang="ja-JP" sz="3200" err="1">
                <a:solidFill>
                  <a:schemeClr val="bg1"/>
                </a:solidFill>
                <a:latin typeface="HG創英ﾌﾟﾚｾﾞﾝｽEB" panose="02020809000000000000" pitchFamily="17" charset="-128"/>
                <a:ea typeface="HG創英ﾌﾟﾚｾﾞﾝｽEB" panose="02020809000000000000" pitchFamily="17" charset="-128"/>
                <a:cs typeface="Arial"/>
              </a:rPr>
              <a:t>大学</a:t>
            </a:r>
            <a:r>
              <a:rPr lang="en-US" altLang="ja-JP" sz="3200">
                <a:solidFill>
                  <a:schemeClr val="bg1"/>
                </a:solidFill>
                <a:latin typeface="HG創英ﾌﾟﾚｾﾞﾝｽEB" panose="02020809000000000000" pitchFamily="17" charset="-128"/>
                <a:ea typeface="HG創英ﾌﾟﾚｾﾞﾝｽEB" panose="02020809000000000000" pitchFamily="17" charset="-128"/>
                <a:cs typeface="Arial"/>
              </a:rPr>
              <a:t>/</a:t>
            </a:r>
            <a:r>
              <a:rPr lang="en-US" altLang="ja-JP" sz="3200" err="1">
                <a:solidFill>
                  <a:schemeClr val="bg1"/>
                </a:solidFill>
                <a:latin typeface="HG創英ﾌﾟﾚｾﾞﾝｽEB" panose="02020809000000000000" pitchFamily="17" charset="-128"/>
                <a:ea typeface="HG創英ﾌﾟﾚｾﾞﾝｽEB" panose="02020809000000000000" pitchFamily="17" charset="-128"/>
                <a:cs typeface="Arial"/>
              </a:rPr>
              <a:t>基幹病院担当者スキルアッププロジェクト</a:t>
            </a:r>
          </a:p>
        </p:txBody>
      </p:sp>
      <p:sp>
        <p:nvSpPr>
          <p:cNvPr id="5" name="TextBox 4">
            <a:extLst>
              <a:ext uri="{FF2B5EF4-FFF2-40B4-BE49-F238E27FC236}">
                <a16:creationId xmlns:a16="http://schemas.microsoft.com/office/drawing/2014/main" id="{AE559E61-A38A-77ED-C1DC-2B7D93032893}"/>
              </a:ext>
            </a:extLst>
          </p:cNvPr>
          <p:cNvSpPr txBox="1"/>
          <p:nvPr/>
        </p:nvSpPr>
        <p:spPr>
          <a:xfrm>
            <a:off x="1832064" y="2028741"/>
            <a:ext cx="1695325" cy="2173643"/>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E322A"/>
              </a:solidFill>
              <a:effectLst/>
              <a:uLnTx/>
              <a:uFillTx/>
              <a:latin typeface="Arial"/>
              <a:ea typeface="+mn-ea"/>
              <a:cs typeface="+mn-cs"/>
            </a:endParaRPr>
          </a:p>
        </p:txBody>
      </p:sp>
      <p:sp>
        <p:nvSpPr>
          <p:cNvPr id="7" name="TextBox 6">
            <a:extLst>
              <a:ext uri="{FF2B5EF4-FFF2-40B4-BE49-F238E27FC236}">
                <a16:creationId xmlns:a16="http://schemas.microsoft.com/office/drawing/2014/main" id="{A484D68D-8EED-203E-6047-C01DBFD925C1}"/>
              </a:ext>
            </a:extLst>
          </p:cNvPr>
          <p:cNvSpPr txBox="1"/>
          <p:nvPr/>
        </p:nvSpPr>
        <p:spPr>
          <a:xfrm>
            <a:off x="6903972" y="1994044"/>
            <a:ext cx="1695325" cy="2173643"/>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E322A"/>
              </a:solidFill>
              <a:effectLst/>
              <a:uLnTx/>
              <a:uFillTx/>
              <a:latin typeface="Arial"/>
              <a:ea typeface="+mn-ea"/>
              <a:cs typeface="+mn-cs"/>
            </a:endParaRPr>
          </a:p>
        </p:txBody>
      </p:sp>
    </p:spTree>
    <p:extLst>
      <p:ext uri="{BB962C8B-B14F-4D97-AF65-F5344CB8AC3E}">
        <p14:creationId xmlns:p14="http://schemas.microsoft.com/office/powerpoint/2010/main" val="3007888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D012-DDA1-D41D-65DA-57E0BA1FBE5D}"/>
            </a:ext>
          </a:extLst>
        </p:cNvPr>
        <p:cNvGrpSpPr/>
        <p:nvPr/>
      </p:nvGrpSpPr>
      <p:grpSpPr>
        <a:xfrm>
          <a:off x="0" y="0"/>
          <a:ext cx="0" cy="0"/>
          <a:chOff x="0" y="0"/>
          <a:chExt cx="0" cy="0"/>
        </a:xfrm>
      </p:grpSpPr>
      <p:pic>
        <p:nvPicPr>
          <p:cNvPr id="18" name="図 17">
            <a:extLst>
              <a:ext uri="{FF2B5EF4-FFF2-40B4-BE49-F238E27FC236}">
                <a16:creationId xmlns:a16="http://schemas.microsoft.com/office/drawing/2014/main" id="{F7488F29-00B5-FA7E-D7C1-E9FDF07352E8}"/>
              </a:ext>
            </a:extLst>
          </p:cNvPr>
          <p:cNvPicPr>
            <a:picLocks noChangeAspect="1"/>
          </p:cNvPicPr>
          <p:nvPr/>
        </p:nvPicPr>
        <p:blipFill>
          <a:blip r:embed="rId2"/>
          <a:stretch>
            <a:fillRect/>
          </a:stretch>
        </p:blipFill>
        <p:spPr>
          <a:xfrm>
            <a:off x="0" y="0"/>
            <a:ext cx="12192000" cy="6897498"/>
          </a:xfrm>
          <a:prstGeom prst="rect">
            <a:avLst/>
          </a:prstGeom>
        </p:spPr>
      </p:pic>
      <p:sp>
        <p:nvSpPr>
          <p:cNvPr id="3" name="四角形: 角を丸くする 2">
            <a:extLst>
              <a:ext uri="{FF2B5EF4-FFF2-40B4-BE49-F238E27FC236}">
                <a16:creationId xmlns:a16="http://schemas.microsoft.com/office/drawing/2014/main" id="{AD09851C-9131-A14A-9A7A-CF6D2A4F251E}"/>
              </a:ext>
            </a:extLst>
          </p:cNvPr>
          <p:cNvSpPr/>
          <p:nvPr/>
        </p:nvSpPr>
        <p:spPr>
          <a:xfrm>
            <a:off x="605790" y="365760"/>
            <a:ext cx="2583180" cy="548640"/>
          </a:xfrm>
          <a:prstGeom prst="roundRect">
            <a:avLst/>
          </a:prstGeom>
          <a:solidFill>
            <a:srgbClr val="0D8B5F"/>
          </a:solidFill>
          <a:ln>
            <a:noFill/>
          </a:ln>
        </p:spPr>
        <p:style>
          <a:lnRef idx="0">
            <a:schemeClr val="accent1"/>
          </a:lnRef>
          <a:fillRef idx="3">
            <a:schemeClr val="accent1"/>
          </a:fillRef>
          <a:effectRef idx="3">
            <a:schemeClr val="accent1"/>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今後の流れ</a:t>
            </a:r>
          </a:p>
        </p:txBody>
      </p:sp>
      <p:sp>
        <p:nvSpPr>
          <p:cNvPr id="9" name="テキスト ボックス 8">
            <a:extLst>
              <a:ext uri="{FF2B5EF4-FFF2-40B4-BE49-F238E27FC236}">
                <a16:creationId xmlns:a16="http://schemas.microsoft.com/office/drawing/2014/main" id="{9EF64936-655E-A5FE-2C24-7CD708F7AAFD}"/>
              </a:ext>
            </a:extLst>
          </p:cNvPr>
          <p:cNvSpPr txBox="1"/>
          <p:nvPr/>
        </p:nvSpPr>
        <p:spPr>
          <a:xfrm>
            <a:off x="3503045" y="456129"/>
            <a:ext cx="7222761" cy="369332"/>
          </a:xfrm>
          <a:prstGeom prst="rect">
            <a:avLst/>
          </a:prstGeom>
          <a:noFill/>
        </p:spPr>
        <p:txBody>
          <a:bodyPr wrap="square" lIns="91440" tIns="45720" rIns="91440" b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a:ln>
                  <a:noFill/>
                </a:ln>
                <a:solidFill>
                  <a:srgbClr val="FFFFFF"/>
                </a:solidFill>
                <a:effectLst/>
                <a:uLnTx/>
                <a:uFillTx/>
                <a:latin typeface="Meiryo UI"/>
                <a:ea typeface="Meiryo UI"/>
                <a:cs typeface="+mn-cs"/>
              </a:rPr>
              <a:t>※</a:t>
            </a:r>
            <a:r>
              <a:rPr kumimoji="0" lang="en-US" altLang="ja-JP" sz="1800" b="0" i="0" u="none" strike="noStrike" kern="1200" cap="none" spc="0" normalizeH="0" baseline="0" noProof="0" err="1">
                <a:ln>
                  <a:noFill/>
                </a:ln>
                <a:solidFill>
                  <a:srgbClr val="FFFFFF"/>
                </a:solidFill>
                <a:effectLst/>
                <a:uLnTx/>
                <a:uFillTx/>
                <a:latin typeface="Meiryo UI"/>
                <a:ea typeface="Meiryo UI"/>
                <a:cs typeface="+mn-cs"/>
              </a:rPr>
              <a:t>全員が</a:t>
            </a:r>
            <a:r>
              <a:rPr kumimoji="0" lang="ja-JP" altLang="en-US" sz="1800" b="0" i="0" u="none" strike="noStrike" kern="1200" cap="none" spc="0" normalizeH="0" baseline="0" noProof="0">
                <a:ln>
                  <a:noFill/>
                </a:ln>
                <a:solidFill>
                  <a:srgbClr val="FFFFFF"/>
                </a:solidFill>
                <a:effectLst/>
                <a:uLnTx/>
                <a:uFillTx/>
                <a:latin typeface="Meiryo UI"/>
                <a:ea typeface="Meiryo UI"/>
                <a:cs typeface="+mn-cs"/>
              </a:rPr>
              <a:t>主体的に参加・</a:t>
            </a:r>
            <a:r>
              <a:rPr kumimoji="0" lang="en-US" altLang="ja-JP" sz="1800" b="0" i="0" u="none" strike="noStrike" kern="1200" cap="none" spc="0" normalizeH="0" baseline="0" noProof="0">
                <a:ln>
                  <a:noFill/>
                </a:ln>
                <a:solidFill>
                  <a:srgbClr val="FFFFFF"/>
                </a:solidFill>
                <a:effectLst/>
                <a:uLnTx/>
                <a:uFillTx/>
                <a:latin typeface="Meiryo UI"/>
                <a:ea typeface="Meiryo UI"/>
                <a:cs typeface="+mn-cs"/>
              </a:rPr>
              <a:t>10</a:t>
            </a:r>
            <a:r>
              <a:rPr kumimoji="0" lang="ja-JP" altLang="en-US" sz="1800" b="0" i="0" u="none" strike="noStrike" kern="1200" cap="none" spc="0" normalizeH="0" baseline="0" noProof="0">
                <a:ln>
                  <a:noFill/>
                </a:ln>
                <a:solidFill>
                  <a:srgbClr val="FFFFFF"/>
                </a:solidFill>
                <a:effectLst/>
                <a:uLnTx/>
                <a:uFillTx/>
                <a:latin typeface="Meiryo UI"/>
                <a:ea typeface="Meiryo UI"/>
                <a:cs typeface="+mn-cs"/>
              </a:rPr>
              <a:t>分程度レクチャー・ワーク・共有のイメージ</a:t>
            </a:r>
          </a:p>
        </p:txBody>
      </p:sp>
      <p:sp>
        <p:nvSpPr>
          <p:cNvPr id="2" name="四角形: 角を丸くする 1">
            <a:extLst>
              <a:ext uri="{FF2B5EF4-FFF2-40B4-BE49-F238E27FC236}">
                <a16:creationId xmlns:a16="http://schemas.microsoft.com/office/drawing/2014/main" id="{474363B5-F17F-B5BE-25ED-B80B09710E83}"/>
              </a:ext>
            </a:extLst>
          </p:cNvPr>
          <p:cNvSpPr/>
          <p:nvPr/>
        </p:nvSpPr>
        <p:spPr>
          <a:xfrm>
            <a:off x="205740" y="3542124"/>
            <a:ext cx="2788920" cy="3159955"/>
          </a:xfrm>
          <a:prstGeom prst="roundRect">
            <a:avLst/>
          </a:prstGeom>
          <a:gradFill flip="none" rotWithShape="1">
            <a:gsLst>
              <a:gs pos="0">
                <a:srgbClr val="14543F"/>
              </a:gs>
              <a:gs pos="52000">
                <a:srgbClr val="0D8B5F"/>
              </a:gs>
              <a:gs pos="100000">
                <a:srgbClr val="72C99F"/>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大学・基幹病院のイロハ</a:t>
            </a:r>
          </a:p>
          <a:p>
            <a:pPr marL="0" marR="0" lvl="0" indent="0" algn="ctr" defTabSz="457200" rtl="0" eaLnBrk="1" fontAlgn="auto" latinLnBrk="0" hangingPunct="1">
              <a:lnSpc>
                <a:spcPct val="100000"/>
              </a:lnSpc>
              <a:spcBef>
                <a:spcPts val="800"/>
              </a:spcBef>
              <a:spcAft>
                <a:spcPts val="0"/>
              </a:spcAft>
              <a:buClrTx/>
              <a:buSzTx/>
              <a:buFontTx/>
              <a:buNone/>
              <a:tabLst/>
              <a:defRPr/>
            </a:pPr>
            <a:endParaRPr kumimoji="1" lang="ja-JP" altLang="en-US" sz="1400" b="1"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a:p>
            <a:pPr marL="285750" marR="0" lvl="0" indent="-285750" algn="ctr"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大学病院ってなぜあるの？</a:t>
            </a:r>
          </a:p>
          <a:p>
            <a:pPr marL="285750" marR="0" lvl="0" indent="-285750" algn="ctr"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この先生、どれだけ偉い？</a:t>
            </a:r>
          </a:p>
          <a:p>
            <a:pPr marL="285750" marR="0" lvl="0" indent="-285750" algn="ctr"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「採用」活動の心得</a:t>
            </a:r>
            <a:r>
              <a:rPr kumimoji="1" lang="en-US" altLang="ja-JP"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…etc</a:t>
            </a:r>
            <a:endPar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a:p>
            <a:pPr marL="285750" marR="0" lvl="0" indent="-285750" algn="ctr"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この会に参加すると→</a:t>
            </a: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病院に訪問する怖さがちょっとだけ減っているかも🤏</a:t>
            </a:r>
          </a:p>
        </p:txBody>
      </p:sp>
      <p:sp>
        <p:nvSpPr>
          <p:cNvPr id="4" name="四角形: 角を丸くする 3">
            <a:extLst>
              <a:ext uri="{FF2B5EF4-FFF2-40B4-BE49-F238E27FC236}">
                <a16:creationId xmlns:a16="http://schemas.microsoft.com/office/drawing/2014/main" id="{72A49435-E163-4B58-59D7-E082C531BB8C}"/>
              </a:ext>
            </a:extLst>
          </p:cNvPr>
          <p:cNvSpPr/>
          <p:nvPr/>
        </p:nvSpPr>
        <p:spPr>
          <a:xfrm>
            <a:off x="3253740" y="3542125"/>
            <a:ext cx="2788920" cy="3217272"/>
          </a:xfrm>
          <a:prstGeom prst="roundRect">
            <a:avLst/>
          </a:prstGeom>
          <a:gradFill flip="none" rotWithShape="1">
            <a:gsLst>
              <a:gs pos="0">
                <a:srgbClr val="14543F"/>
              </a:gs>
              <a:gs pos="52000">
                <a:srgbClr val="0D8B5F"/>
              </a:gs>
              <a:gs pos="100000">
                <a:srgbClr val="72C99F"/>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endParaRPr kumimoji="0" lang="ja-JP" altLang="en-US" sz="18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p:txBody>
      </p:sp>
      <p:sp>
        <p:nvSpPr>
          <p:cNvPr id="6" name="四角形: 角を丸くする 5">
            <a:extLst>
              <a:ext uri="{FF2B5EF4-FFF2-40B4-BE49-F238E27FC236}">
                <a16:creationId xmlns:a16="http://schemas.microsoft.com/office/drawing/2014/main" id="{248F0575-2B38-80BF-40CC-32B88F6554CD}"/>
              </a:ext>
            </a:extLst>
          </p:cNvPr>
          <p:cNvSpPr/>
          <p:nvPr/>
        </p:nvSpPr>
        <p:spPr>
          <a:xfrm>
            <a:off x="6244590" y="3542125"/>
            <a:ext cx="2788920" cy="3217272"/>
          </a:xfrm>
          <a:prstGeom prst="roundRect">
            <a:avLst/>
          </a:prstGeom>
          <a:gradFill flip="none" rotWithShape="1">
            <a:gsLst>
              <a:gs pos="0">
                <a:srgbClr val="14543F"/>
              </a:gs>
              <a:gs pos="52000">
                <a:srgbClr val="0D8B5F"/>
              </a:gs>
              <a:gs pos="100000">
                <a:srgbClr val="72C99F"/>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800" b="1"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やっぱり</a:t>
            </a:r>
            <a:r>
              <a:rPr kumimoji="1" lang="en-US" altLang="ja-JP" sz="1800" b="1"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MR</a:t>
            </a:r>
            <a:r>
              <a:rPr kumimoji="1" lang="ja-JP" altLang="en-US" sz="1800" b="1"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は</a:t>
            </a:r>
            <a:r>
              <a:rPr kumimoji="1" lang="ja-JP" altLang="en-US" sz="1800" b="1" i="0" u="none" strike="noStrike" kern="1200" cap="none" spc="0" normalizeH="0" baseline="0" noProof="0">
                <a:ln>
                  <a:noFill/>
                </a:ln>
                <a:solidFill>
                  <a:srgbClr val="FFC000"/>
                </a:solidFill>
                <a:effectLst/>
                <a:uLnTx/>
                <a:uFillTx/>
                <a:latin typeface="Meiryo UI" panose="020B0604030504040204" pitchFamily="50" charset="-128"/>
                <a:ea typeface="Meiryo UI" panose="020B0604030504040204" pitchFamily="50" charset="-128"/>
                <a:cs typeface="+mn-cs"/>
              </a:rPr>
              <a:t>情報</a:t>
            </a:r>
            <a:r>
              <a:rPr kumimoji="1" lang="ja-JP" altLang="en-US" sz="1800" b="1"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が命</a:t>
            </a:r>
            <a:endParaRPr kumimoji="1" lang="en-US" altLang="ja-JP" sz="1800" b="1"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１：「何を、どこでつかむか」</a:t>
            </a:r>
            <a:endParaRPr kumimoji="1" lang="en-US" altLang="ja-JP"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en-US" altLang="ja-JP"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1-1</a:t>
            </a:r>
            <a:r>
              <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：デスクトップリサーチ</a:t>
            </a:r>
            <a:endParaRPr kumimoji="1" lang="en-US" altLang="ja-JP"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→社内外のツールを使いこなす</a:t>
            </a:r>
            <a:endParaRPr kumimoji="1" lang="en-US" altLang="ja-JP"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en-US" altLang="ja-JP"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1-2</a:t>
            </a:r>
            <a:r>
              <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a:t>
            </a:r>
            <a:r>
              <a:rPr kumimoji="1" lang="en-US" altLang="ja-JP" sz="1400" b="0" i="0" u="none" strike="noStrike" kern="1200" cap="none" spc="0" normalizeH="0" baseline="0" noProof="0">
                <a:ln>
                  <a:noFill/>
                </a:ln>
                <a:solidFill>
                  <a:srgbClr val="FFC000"/>
                </a:solidFill>
                <a:effectLst/>
                <a:uLnTx/>
                <a:uFillTx/>
                <a:latin typeface="Meiryo UI" panose="020B0604030504040204" pitchFamily="50" charset="-128"/>
                <a:ea typeface="Meiryo UI" panose="020B0604030504040204" pitchFamily="50" charset="-128"/>
                <a:cs typeface="+mn-cs"/>
              </a:rPr>
              <a:t>Wet</a:t>
            </a:r>
            <a:r>
              <a:rPr kumimoji="1" lang="ja-JP" altLang="en-US" sz="1400" b="0" i="0" u="none" strike="noStrike" kern="1200" cap="none" spc="0" normalizeH="0" baseline="0" noProof="0">
                <a:ln>
                  <a:noFill/>
                </a:ln>
                <a:solidFill>
                  <a:srgbClr val="FFC000"/>
                </a:solidFill>
                <a:effectLst/>
                <a:uLnTx/>
                <a:uFillTx/>
                <a:latin typeface="Meiryo UI" panose="020B0604030504040204" pitchFamily="50" charset="-128"/>
                <a:ea typeface="Meiryo UI" panose="020B0604030504040204" pitchFamily="50" charset="-128"/>
                <a:cs typeface="+mn-cs"/>
              </a:rPr>
              <a:t>な情報</a:t>
            </a:r>
            <a:r>
              <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をつかむ</a:t>
            </a:r>
            <a:endParaRPr kumimoji="1" lang="en-US" altLang="ja-JP"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→何を、どこでつかむか</a:t>
            </a:r>
            <a:br>
              <a:rPr kumimoji="1" lang="en-US" altLang="ja-JP"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br>
            <a:r>
              <a:rPr kumimoji="1" lang="en-US" altLang="ja-JP"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2</a:t>
            </a:r>
            <a:r>
              <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a:ln>
                  <a:noFill/>
                </a:ln>
                <a:solidFill>
                  <a:srgbClr val="FFC000"/>
                </a:solidFill>
                <a:effectLst/>
                <a:uLnTx/>
                <a:uFillTx/>
                <a:latin typeface="Meiryo UI" panose="020B0604030504040204" pitchFamily="50" charset="-128"/>
                <a:ea typeface="Meiryo UI" panose="020B0604030504040204" pitchFamily="50" charset="-128"/>
                <a:cs typeface="+mn-cs"/>
              </a:rPr>
              <a:t>得た情報をどう活かすか</a:t>
            </a:r>
            <a:endParaRPr kumimoji="1" lang="en-US" altLang="ja-JP" sz="1400" b="0" i="0" u="none" strike="noStrike" kern="1200" cap="none" spc="0" normalizeH="0" baseline="0" noProof="0">
              <a:ln>
                <a:noFill/>
              </a:ln>
              <a:solidFill>
                <a:srgbClr val="FFC000"/>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1"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この会に参加すると→</a:t>
            </a:r>
            <a:br>
              <a:rPr kumimoji="1" lang="en-US" altLang="ja-JP" sz="1400" b="1"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br>
            <a:r>
              <a:rPr kumimoji="1" lang="ja-JP" altLang="en-US" sz="1400" b="0" i="0" u="none" strike="noStrike" kern="1200" cap="none" spc="0" normalizeH="0" baseline="0" noProof="0">
                <a:ln>
                  <a:noFill/>
                </a:ln>
                <a:solidFill>
                  <a:srgbClr val="FFC000"/>
                </a:solidFill>
                <a:effectLst/>
                <a:uLnTx/>
                <a:uFillTx/>
                <a:latin typeface="Meiryo UI" panose="020B0604030504040204" pitchFamily="50" charset="-128"/>
                <a:ea typeface="Meiryo UI" panose="020B0604030504040204" pitchFamily="50" charset="-128"/>
                <a:cs typeface="+mn-cs"/>
              </a:rPr>
              <a:t>「分かって</a:t>
            </a:r>
            <a:r>
              <a:rPr kumimoji="1" lang="en-US" altLang="ja-JP" sz="1400" b="0" i="0" u="none" strike="noStrike" kern="1200" cap="none" spc="0" normalizeH="0" baseline="0" noProof="0">
                <a:ln>
                  <a:noFill/>
                </a:ln>
                <a:solidFill>
                  <a:srgbClr val="FFC000"/>
                </a:solidFill>
                <a:effectLst/>
                <a:uLnTx/>
                <a:uFillTx/>
                <a:latin typeface="Meiryo UI" panose="020B0604030504040204" pitchFamily="50" charset="-128"/>
                <a:ea typeface="Meiryo UI" panose="020B0604030504040204" pitchFamily="50" charset="-128"/>
                <a:cs typeface="+mn-cs"/>
              </a:rPr>
              <a:t>MR</a:t>
            </a:r>
            <a:r>
              <a:rPr kumimoji="1" lang="ja-JP" altLang="en-US" sz="1400" b="0" i="0" u="none" strike="noStrike" kern="1200" cap="none" spc="0" normalizeH="0" baseline="0" noProof="0">
                <a:ln>
                  <a:noFill/>
                </a:ln>
                <a:solidFill>
                  <a:srgbClr val="FFC000"/>
                </a:solidFill>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a:ln>
                  <a:noFill/>
                </a:ln>
                <a:solidFill>
                  <a:srgbClr val="F7FBF8"/>
                </a:solidFill>
                <a:effectLst/>
                <a:uLnTx/>
                <a:uFillTx/>
                <a:latin typeface="Meiryo UI" panose="020B0604030504040204" pitchFamily="50" charset="-128"/>
                <a:ea typeface="Meiryo UI" panose="020B0604030504040204" pitchFamily="50" charset="-128"/>
                <a:cs typeface="+mn-cs"/>
              </a:rPr>
              <a:t>として信頼がえられるかも🤏</a:t>
            </a:r>
          </a:p>
        </p:txBody>
      </p:sp>
      <p:sp>
        <p:nvSpPr>
          <p:cNvPr id="10" name="テキスト ボックス 9">
            <a:extLst>
              <a:ext uri="{FF2B5EF4-FFF2-40B4-BE49-F238E27FC236}">
                <a16:creationId xmlns:a16="http://schemas.microsoft.com/office/drawing/2014/main" id="{EB612F91-5DA9-E5C5-6010-BE98F96CB455}"/>
              </a:ext>
            </a:extLst>
          </p:cNvPr>
          <p:cNvSpPr txBox="1"/>
          <p:nvPr/>
        </p:nvSpPr>
        <p:spPr>
          <a:xfrm>
            <a:off x="745490" y="3029458"/>
            <a:ext cx="1657350" cy="369332"/>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2400" b="1" i="0" u="none" strike="noStrike" kern="1200" cap="none" spc="0" normalizeH="0" baseline="0" noProof="0">
                <a:ln>
                  <a:noFill/>
                </a:ln>
                <a:solidFill>
                  <a:srgbClr val="0E322A"/>
                </a:solidFill>
                <a:effectLst>
                  <a:outerShdw blurRad="38100" dist="38100" dir="2700000" algn="tl">
                    <a:srgbClr val="000000">
                      <a:alpha val="43137"/>
                    </a:srgbClr>
                  </a:outerShdw>
                </a:effectLst>
                <a:uLnTx/>
                <a:uFillTx/>
                <a:latin typeface="Meiryo UI" panose="020B0604030504040204" pitchFamily="50" charset="-128"/>
                <a:ea typeface="Meiryo UI" panose="020B0604030504040204" pitchFamily="50" charset="-128"/>
                <a:cs typeface="+mn-cs"/>
              </a:rPr>
              <a:t>第一回</a:t>
            </a:r>
          </a:p>
        </p:txBody>
      </p:sp>
      <p:sp>
        <p:nvSpPr>
          <p:cNvPr id="12" name="テキスト ボックス 11">
            <a:extLst>
              <a:ext uri="{FF2B5EF4-FFF2-40B4-BE49-F238E27FC236}">
                <a16:creationId xmlns:a16="http://schemas.microsoft.com/office/drawing/2014/main" id="{74BB7DBC-DE48-B39E-822A-20B93FB1EC28}"/>
              </a:ext>
            </a:extLst>
          </p:cNvPr>
          <p:cNvSpPr txBox="1"/>
          <p:nvPr/>
        </p:nvSpPr>
        <p:spPr>
          <a:xfrm>
            <a:off x="9767570" y="3029457"/>
            <a:ext cx="1657350" cy="369332"/>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2400" b="1" i="0" u="none" strike="noStrike" kern="1200" cap="none" spc="0" normalizeH="0" baseline="0" noProof="0">
                <a:ln>
                  <a:noFill/>
                </a:ln>
                <a:solidFill>
                  <a:srgbClr val="0E322A"/>
                </a:solidFill>
                <a:effectLst>
                  <a:outerShdw blurRad="38100" dist="38100" dir="2700000" algn="tl">
                    <a:srgbClr val="000000">
                      <a:alpha val="43137"/>
                    </a:srgbClr>
                  </a:outerShdw>
                </a:effectLst>
                <a:uLnTx/>
                <a:uFillTx/>
                <a:latin typeface="Meiryo UI" panose="020B0604030504040204" pitchFamily="50" charset="-128"/>
                <a:ea typeface="Meiryo UI" panose="020B0604030504040204" pitchFamily="50" charset="-128"/>
                <a:cs typeface="+mn-cs"/>
              </a:rPr>
              <a:t>第四回</a:t>
            </a:r>
          </a:p>
        </p:txBody>
      </p:sp>
      <p:sp>
        <p:nvSpPr>
          <p:cNvPr id="13" name="テキスト ボックス 12">
            <a:extLst>
              <a:ext uri="{FF2B5EF4-FFF2-40B4-BE49-F238E27FC236}">
                <a16:creationId xmlns:a16="http://schemas.microsoft.com/office/drawing/2014/main" id="{8313F23A-BB66-8173-3A30-5545CF8F7E7D}"/>
              </a:ext>
            </a:extLst>
          </p:cNvPr>
          <p:cNvSpPr txBox="1"/>
          <p:nvPr/>
        </p:nvSpPr>
        <p:spPr>
          <a:xfrm>
            <a:off x="6795770" y="3051366"/>
            <a:ext cx="1657350" cy="369332"/>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2400" b="1" i="0" u="none" strike="noStrike" kern="1200" cap="none" spc="0" normalizeH="0" baseline="0" noProof="0">
                <a:ln>
                  <a:noFill/>
                </a:ln>
                <a:solidFill>
                  <a:srgbClr val="0E322A"/>
                </a:solidFill>
                <a:effectLst>
                  <a:outerShdw blurRad="38100" dist="38100" dir="2700000" algn="tl">
                    <a:srgbClr val="000000">
                      <a:alpha val="43137"/>
                    </a:srgbClr>
                  </a:outerShdw>
                </a:effectLst>
                <a:uLnTx/>
                <a:uFillTx/>
                <a:latin typeface="Meiryo UI" panose="020B0604030504040204" pitchFamily="50" charset="-128"/>
                <a:ea typeface="Meiryo UI" panose="020B0604030504040204" pitchFamily="50" charset="-128"/>
                <a:cs typeface="+mn-cs"/>
              </a:rPr>
              <a:t>第三回</a:t>
            </a:r>
          </a:p>
        </p:txBody>
      </p:sp>
      <p:sp>
        <p:nvSpPr>
          <p:cNvPr id="14" name="テキスト ボックス 13">
            <a:extLst>
              <a:ext uri="{FF2B5EF4-FFF2-40B4-BE49-F238E27FC236}">
                <a16:creationId xmlns:a16="http://schemas.microsoft.com/office/drawing/2014/main" id="{C46C49A9-2C2F-C94C-475D-BCB26B7B576A}"/>
              </a:ext>
            </a:extLst>
          </p:cNvPr>
          <p:cNvSpPr txBox="1"/>
          <p:nvPr/>
        </p:nvSpPr>
        <p:spPr>
          <a:xfrm>
            <a:off x="3888740" y="3051366"/>
            <a:ext cx="1657350" cy="369332"/>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2400" b="1" i="0" u="none" strike="noStrike" kern="1200" cap="none" spc="0" normalizeH="0" baseline="0" noProof="0">
                <a:ln>
                  <a:noFill/>
                </a:ln>
                <a:solidFill>
                  <a:srgbClr val="0E322A"/>
                </a:solidFill>
                <a:effectLst>
                  <a:outerShdw blurRad="38100" dist="38100" dir="2700000" algn="tl">
                    <a:srgbClr val="000000">
                      <a:alpha val="43137"/>
                    </a:srgbClr>
                  </a:outerShdw>
                </a:effectLst>
                <a:uLnTx/>
                <a:uFillTx/>
                <a:latin typeface="Meiryo UI" panose="020B0604030504040204" pitchFamily="50" charset="-128"/>
                <a:ea typeface="Meiryo UI" panose="020B0604030504040204" pitchFamily="50" charset="-128"/>
                <a:cs typeface="+mn-cs"/>
              </a:rPr>
              <a:t>第二回</a:t>
            </a:r>
          </a:p>
        </p:txBody>
      </p:sp>
      <p:pic>
        <p:nvPicPr>
          <p:cNvPr id="11" name="図 10">
            <a:extLst>
              <a:ext uri="{FF2B5EF4-FFF2-40B4-BE49-F238E27FC236}">
                <a16:creationId xmlns:a16="http://schemas.microsoft.com/office/drawing/2014/main" id="{3D2C33E4-045B-0B64-7331-8AC18EA4B7F9}"/>
              </a:ext>
            </a:extLst>
          </p:cNvPr>
          <p:cNvPicPr>
            <a:picLocks noChangeAspect="1"/>
          </p:cNvPicPr>
          <p:nvPr/>
        </p:nvPicPr>
        <p:blipFill>
          <a:blip r:embed="rId3"/>
          <a:stretch>
            <a:fillRect/>
          </a:stretch>
        </p:blipFill>
        <p:spPr>
          <a:xfrm>
            <a:off x="7827645" y="1035293"/>
            <a:ext cx="3178623" cy="1840087"/>
          </a:xfrm>
          <a:prstGeom prst="rect">
            <a:avLst/>
          </a:prstGeom>
          <a:ln w="12700">
            <a:solidFill>
              <a:srgbClr val="DDEAE1"/>
            </a:solidFill>
          </a:ln>
        </p:spPr>
      </p:pic>
      <p:sp>
        <p:nvSpPr>
          <p:cNvPr id="7" name="テキスト ボックス 6">
            <a:extLst>
              <a:ext uri="{FF2B5EF4-FFF2-40B4-BE49-F238E27FC236}">
                <a16:creationId xmlns:a16="http://schemas.microsoft.com/office/drawing/2014/main" id="{6ECCEFBF-7944-BB5B-CDDA-DBD497F486C0}"/>
              </a:ext>
            </a:extLst>
          </p:cNvPr>
          <p:cNvSpPr txBox="1"/>
          <p:nvPr/>
        </p:nvSpPr>
        <p:spPr>
          <a:xfrm>
            <a:off x="282892" y="1060132"/>
            <a:ext cx="6716078" cy="1754326"/>
          </a:xfrm>
          <a:prstGeom prst="rect">
            <a:avLst/>
          </a:prstGeom>
          <a:ln w="12700">
            <a:solidFill>
              <a:srgbClr val="A7D7BF"/>
            </a:solidFill>
          </a:ln>
        </p:spPr>
        <p:style>
          <a:lnRef idx="2">
            <a:schemeClr val="dk1"/>
          </a:lnRef>
          <a:fillRef idx="1">
            <a:schemeClr val="lt1"/>
          </a:fillRef>
          <a:effectRef idx="0">
            <a:schemeClr val="dk1"/>
          </a:effectRef>
          <a:fontRef idx="minor">
            <a:schemeClr val="dk1"/>
          </a:fontRef>
        </p:style>
        <p:txBody>
          <a:bodyPr wrap="square" lIns="91440" tIns="45720" rIns="91440" b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800" b="1" i="0" u="none" strike="noStrike" kern="1200" cap="none" spc="0" normalizeH="0" baseline="0" noProof="0">
                <a:ln>
                  <a:noFill/>
                </a:ln>
                <a:solidFill>
                  <a:srgbClr val="173A32"/>
                </a:solidFill>
                <a:effectLst/>
                <a:uLnTx/>
                <a:uFillTx/>
                <a:latin typeface="Meiryo UI"/>
                <a:ea typeface="Meiryo UI"/>
                <a:cs typeface="+mn-cs"/>
              </a:rPr>
              <a:t>【</a:t>
            </a: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開催日程等</a:t>
            </a:r>
            <a:r>
              <a:rPr kumimoji="0" lang="en-US" altLang="ja-JP" sz="1800" b="1" i="0" u="none" strike="noStrike" kern="1200" cap="none" spc="0" normalizeH="0" baseline="0" noProof="0">
                <a:ln>
                  <a:noFill/>
                </a:ln>
                <a:solidFill>
                  <a:srgbClr val="173A32"/>
                </a:solidFill>
                <a:effectLst/>
                <a:uLnTx/>
                <a:uFillTx/>
                <a:latin typeface="Meiryo UI"/>
                <a:ea typeface="Meiryo UI"/>
                <a:cs typeface="+mn-cs"/>
              </a:rPr>
              <a:t>】</a:t>
            </a: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　</a:t>
            </a:r>
            <a:r>
              <a:rPr kumimoji="0" lang="ja-JP" altLang="en-US" sz="1800" b="1" i="0" u="none" strike="noStrike" kern="1200" cap="none" spc="0" normalizeH="0" baseline="0" noProof="0">
                <a:ln>
                  <a:noFill/>
                </a:ln>
                <a:solidFill>
                  <a:srgbClr val="FF0000"/>
                </a:solidFill>
                <a:effectLst>
                  <a:outerShdw blurRad="38100" dist="38100" dir="2700000" algn="tl">
                    <a:srgbClr val="000000">
                      <a:alpha val="43137"/>
                    </a:srgbClr>
                  </a:outerShdw>
                </a:effectLst>
                <a:uLnTx/>
                <a:uFillTx/>
                <a:latin typeface="Meiryo UI"/>
                <a:ea typeface="Meiryo UI"/>
                <a:cs typeface="+mn-cs"/>
              </a:rPr>
              <a:t>出欠管理は“</a:t>
            </a:r>
            <a:r>
              <a:rPr kumimoji="0" lang="en-US" altLang="ja-JP" sz="1800" b="1" i="0" u="none" strike="noStrike" kern="1200" cap="none" spc="0" normalizeH="0" baseline="0" noProof="0">
                <a:ln>
                  <a:noFill/>
                </a:ln>
                <a:solidFill>
                  <a:srgbClr val="FF0000"/>
                </a:solidFill>
                <a:effectLst>
                  <a:outerShdw blurRad="38100" dist="38100" dir="2700000" algn="tl">
                    <a:srgbClr val="000000">
                      <a:alpha val="43137"/>
                    </a:srgbClr>
                  </a:outerShdw>
                </a:effectLst>
                <a:uLnTx/>
                <a:uFillTx/>
                <a:latin typeface="Meiryo UI"/>
                <a:ea typeface="Meiryo UI"/>
                <a:cs typeface="+mn-cs"/>
              </a:rPr>
              <a:t>Outlook</a:t>
            </a:r>
            <a:r>
              <a:rPr kumimoji="0" lang="ja-JP" altLang="en-US" sz="1800" b="1" i="0" u="none" strike="noStrike" kern="1200" cap="none" spc="0" normalizeH="0" baseline="0" noProof="0">
                <a:ln>
                  <a:noFill/>
                </a:ln>
                <a:solidFill>
                  <a:srgbClr val="FF0000"/>
                </a:solidFill>
                <a:effectLst>
                  <a:outerShdw blurRad="38100" dist="38100" dir="2700000" algn="tl">
                    <a:srgbClr val="000000">
                      <a:alpha val="43137"/>
                    </a:srgbClr>
                  </a:outerShdw>
                </a:effectLst>
                <a:uLnTx/>
                <a:uFillTx/>
                <a:latin typeface="Meiryo UI"/>
                <a:ea typeface="Meiryo UI"/>
                <a:cs typeface="+mn-cs"/>
              </a:rPr>
              <a:t>”にてチェック✅</a:t>
            </a:r>
            <a:endParaRPr kumimoji="0" lang="en-US" altLang="ja-JP" sz="1800" b="1" i="0" u="none" strike="noStrike" kern="1200" cap="none" spc="0" normalizeH="0" baseline="0" noProof="0">
              <a:ln>
                <a:noFill/>
              </a:ln>
              <a:solidFill>
                <a:srgbClr val="FF0000"/>
              </a:solidFill>
              <a:effectLst>
                <a:outerShdw blurRad="38100" dist="38100" dir="2700000" algn="tl">
                  <a:srgbClr val="000000">
                    <a:alpha val="43137"/>
                  </a:srgbClr>
                </a:outerShdw>
              </a:effectLst>
              <a:uLnTx/>
              <a:uFillTx/>
              <a:latin typeface="Meiryo UI"/>
              <a:ea typeface="Meiryo U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■計</a:t>
            </a:r>
            <a:r>
              <a:rPr kumimoji="0" lang="en-US" altLang="ja-JP"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4</a:t>
            </a: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回シリーズ　</a:t>
            </a:r>
            <a:endParaRPr kumimoji="0" lang="en-US" altLang="ja-JP" sz="1800" b="1" i="0" u="none" strike="noStrike" kern="1200" cap="none" spc="0" normalizeH="0" baseline="0" noProof="0">
              <a:ln>
                <a:noFill/>
              </a:ln>
              <a:solidFill>
                <a:srgbClr val="0E322A"/>
              </a:solidFill>
              <a:effectLst/>
              <a:uLnTx/>
              <a:uFillTx/>
              <a:latin typeface="Meiryo UI" panose="020B0604030504040204" pitchFamily="50" charset="-128"/>
              <a:ea typeface="Meiryo UI" panose="020B0604030504040204" pitchFamily="50" charset="-128"/>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➀</a:t>
            </a:r>
            <a:r>
              <a:rPr kumimoji="0" lang="en-US" altLang="ja-JP" sz="1800" b="1" i="0" u="none" strike="noStrike" kern="1200" cap="none" spc="0" normalizeH="0" baseline="0" noProof="0">
                <a:ln>
                  <a:noFill/>
                </a:ln>
                <a:solidFill>
                  <a:srgbClr val="173A32"/>
                </a:solidFill>
                <a:effectLst/>
                <a:uLnTx/>
                <a:uFillTx/>
                <a:latin typeface="Meiryo UI"/>
                <a:ea typeface="Meiryo UI"/>
                <a:cs typeface="+mn-cs"/>
              </a:rPr>
              <a:t>7</a:t>
            </a: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月</a:t>
            </a:r>
            <a:r>
              <a:rPr kumimoji="0" lang="en-US" altLang="ja-JP" sz="1800" b="1" i="0" u="none" strike="noStrike" kern="1200" cap="none" spc="0" normalizeH="0" baseline="0" noProof="0">
                <a:ln>
                  <a:noFill/>
                </a:ln>
                <a:solidFill>
                  <a:srgbClr val="173A32"/>
                </a:solidFill>
                <a:effectLst/>
                <a:uLnTx/>
                <a:uFillTx/>
                <a:latin typeface="Meiryo UI"/>
                <a:ea typeface="Meiryo UI"/>
                <a:cs typeface="+mn-cs"/>
              </a:rPr>
              <a:t>16</a:t>
            </a: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日（木）</a:t>
            </a:r>
            <a:r>
              <a:rPr kumimoji="0" lang="en-US" altLang="ja-JP" sz="1800" b="1" i="0" u="none" strike="noStrike" kern="1200" cap="none" spc="0" normalizeH="0" baseline="0" noProof="0">
                <a:ln>
                  <a:noFill/>
                </a:ln>
                <a:solidFill>
                  <a:srgbClr val="173A32"/>
                </a:solidFill>
                <a:effectLst/>
                <a:uLnTx/>
                <a:uFillTx/>
                <a:latin typeface="Meiryo UI"/>
                <a:ea typeface="Meiryo UI"/>
                <a:cs typeface="+mn-cs"/>
              </a:rPr>
              <a:t>9:00</a:t>
            </a: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　</a:t>
            </a:r>
            <a:r>
              <a:rPr kumimoji="0" lang="ja-JP" altLang="en-US" sz="1800" b="1" i="0" u="none" strike="noStrike" kern="1200" cap="none" spc="0" normalizeH="0" baseline="0" noProof="0">
                <a:ln>
                  <a:noFill/>
                </a:ln>
                <a:solidFill>
                  <a:srgbClr val="FF0000"/>
                </a:solidFill>
                <a:effectLst/>
                <a:uLnTx/>
                <a:uFillTx/>
                <a:latin typeface="Meiryo UI"/>
                <a:ea typeface="Meiryo UI"/>
                <a:cs typeface="+mn-cs"/>
              </a:rPr>
              <a:t>②</a:t>
            </a:r>
            <a:r>
              <a:rPr kumimoji="0" lang="en-US" altLang="ja-JP" sz="1800" b="1" i="0" u="none" strike="noStrike" kern="1200" cap="none" spc="0" normalizeH="0" baseline="0" noProof="0">
                <a:ln>
                  <a:noFill/>
                </a:ln>
                <a:solidFill>
                  <a:srgbClr val="FF0000"/>
                </a:solidFill>
                <a:effectLst/>
                <a:uLnTx/>
                <a:uFillTx/>
                <a:latin typeface="Meiryo UI"/>
                <a:ea typeface="Meiryo UI"/>
                <a:cs typeface="+mn-cs"/>
              </a:rPr>
              <a:t>7</a:t>
            </a:r>
            <a:r>
              <a:rPr kumimoji="0" lang="ja-JP" altLang="en-US" sz="1800" b="1" i="0" u="none" strike="noStrike" kern="1200" cap="none" spc="0" normalizeH="0" baseline="0" noProof="0">
                <a:ln>
                  <a:noFill/>
                </a:ln>
                <a:solidFill>
                  <a:srgbClr val="FF0000"/>
                </a:solidFill>
                <a:effectLst/>
                <a:uLnTx/>
                <a:uFillTx/>
                <a:latin typeface="Meiryo UI"/>
                <a:ea typeface="Meiryo UI"/>
                <a:cs typeface="+mn-cs"/>
              </a:rPr>
              <a:t>月</a:t>
            </a:r>
            <a:r>
              <a:rPr kumimoji="0" lang="en-US" altLang="ja-JP" sz="1800" b="1" i="0" u="none" strike="noStrike" kern="1200" cap="none" spc="0" normalizeH="0" baseline="0" noProof="0">
                <a:ln>
                  <a:noFill/>
                </a:ln>
                <a:solidFill>
                  <a:srgbClr val="FF0000"/>
                </a:solidFill>
                <a:effectLst/>
                <a:uLnTx/>
                <a:uFillTx/>
                <a:latin typeface="Meiryo UI"/>
                <a:ea typeface="Meiryo UI"/>
                <a:cs typeface="+mn-cs"/>
              </a:rPr>
              <a:t>23</a:t>
            </a:r>
            <a:r>
              <a:rPr kumimoji="0" lang="ja-JP" altLang="en-US" sz="1800" b="1" i="0" u="none" strike="noStrike" kern="1200" cap="none" spc="0" normalizeH="0" baseline="0" noProof="0">
                <a:ln>
                  <a:noFill/>
                </a:ln>
                <a:solidFill>
                  <a:srgbClr val="FF0000"/>
                </a:solidFill>
                <a:effectLst/>
                <a:uLnTx/>
                <a:uFillTx/>
                <a:latin typeface="Meiryo UI"/>
                <a:ea typeface="Meiryo UI"/>
                <a:cs typeface="+mn-cs"/>
              </a:rPr>
              <a:t>日（木）</a:t>
            </a:r>
            <a:r>
              <a:rPr kumimoji="0" lang="en-US" altLang="ja-JP" sz="1800" b="1" i="0" u="none" strike="noStrike" kern="1200" cap="none" spc="0" normalizeH="0" baseline="0" noProof="0">
                <a:ln>
                  <a:noFill/>
                </a:ln>
                <a:solidFill>
                  <a:srgbClr val="FF0000"/>
                </a:solidFill>
                <a:effectLst/>
                <a:uLnTx/>
                <a:uFillTx/>
                <a:latin typeface="Meiryo UI"/>
                <a:ea typeface="Meiryo UI"/>
                <a:cs typeface="+mn-cs"/>
              </a:rPr>
              <a:t>9:00</a:t>
            </a:r>
            <a:r>
              <a:rPr kumimoji="0" lang="ja-JP" altLang="en-US" sz="1800" b="1" i="0" u="none" strike="noStrike" kern="1200" cap="none" spc="0" normalizeH="0" baseline="0" noProof="0">
                <a:ln>
                  <a:noFill/>
                </a:ln>
                <a:solidFill>
                  <a:srgbClr val="FF0000"/>
                </a:solidFill>
                <a:effectLst/>
                <a:uLnTx/>
                <a:uFillTx/>
                <a:latin typeface="Meiryo UI"/>
                <a:ea typeface="Meiryo UI"/>
                <a:cs typeface="+mn-cs"/>
              </a:rPr>
              <a:t>～</a:t>
            </a:r>
            <a:endParaRPr kumimoji="0" lang="en-US" altLang="ja-JP" sz="1800" b="1" i="0" u="none" strike="noStrike" kern="1200" cap="none" spc="0" normalizeH="0" baseline="0" noProof="0">
              <a:ln>
                <a:noFill/>
              </a:ln>
              <a:solidFill>
                <a:srgbClr val="FF0000"/>
              </a:solidFill>
              <a:effectLst/>
              <a:uLnTx/>
              <a:uFillTx/>
              <a:latin typeface="Meiryo UI"/>
              <a:ea typeface="Meiryo U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③</a:t>
            </a:r>
            <a:r>
              <a:rPr kumimoji="0" lang="en-US" altLang="ja-JP"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7</a:t>
            </a: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月</a:t>
            </a:r>
            <a:r>
              <a:rPr kumimoji="0" lang="en-US" altLang="ja-JP"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29</a:t>
            </a: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日（水）</a:t>
            </a:r>
            <a:r>
              <a:rPr kumimoji="0" lang="en-US" altLang="ja-JP"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14:00</a:t>
            </a: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　④</a:t>
            </a:r>
            <a:r>
              <a:rPr kumimoji="0" lang="en-US" altLang="ja-JP"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8</a:t>
            </a: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月</a:t>
            </a:r>
            <a:r>
              <a:rPr kumimoji="0" lang="en-US" altLang="ja-JP"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6</a:t>
            </a: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日（木）</a:t>
            </a:r>
            <a:r>
              <a:rPr kumimoji="0" lang="en-US" altLang="ja-JP"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9:00</a:t>
            </a:r>
            <a:r>
              <a:rPr kumimoji="0" lang="ja-JP" altLang="en-US" sz="1800" b="1" i="0" u="none" strike="noStrike" kern="1200" cap="none" spc="0" normalizeH="0" baseline="0" noProof="0">
                <a:ln>
                  <a:noFill/>
                </a:ln>
                <a:solidFill>
                  <a:srgbClr val="173A32"/>
                </a:solidFill>
                <a:effectLst/>
                <a:uLnTx/>
                <a:uFillTx/>
                <a:latin typeface="Meiryo UI" panose="020B0604030504040204" pitchFamily="50" charset="-128"/>
                <a:ea typeface="Meiryo UI" panose="020B0604030504040204" pitchFamily="50" charset="-128"/>
                <a:cs typeface="+mn-cs"/>
              </a:rPr>
              <a:t>～</a:t>
            </a:r>
            <a:endParaRPr kumimoji="0" lang="en-US" altLang="ja-JP" sz="1800" b="1" i="0" u="none" strike="noStrike" kern="1200" cap="none" spc="0" normalizeH="0" baseline="0" noProof="0">
              <a:ln>
                <a:noFill/>
              </a:ln>
              <a:solidFill>
                <a:srgbClr val="0E322A"/>
              </a:solidFill>
              <a:effectLst/>
              <a:uLnTx/>
              <a:uFillTx/>
              <a:latin typeface="Meiryo UI" panose="020B0604030504040204" pitchFamily="50" charset="-128"/>
              <a:ea typeface="Meiryo UI" panose="020B0604030504040204" pitchFamily="50" charset="-128"/>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a:ln>
                  <a:noFill/>
                </a:ln>
                <a:solidFill>
                  <a:srgbClr val="0E322A"/>
                </a:solidFill>
                <a:effectLst/>
                <a:uLnTx/>
                <a:uFillTx/>
                <a:latin typeface="Meiryo UI"/>
                <a:ea typeface="Meiryo UI"/>
                <a:cs typeface="+mn-cs"/>
              </a:rPr>
              <a:t>※リジュベネーション考慮</a:t>
            </a:r>
            <a:endParaRPr kumimoji="0" lang="ja-JP" altLang="en-US" sz="1400" b="1" i="0" u="none" strike="noStrike" kern="1200" cap="none" spc="0" normalizeH="0" baseline="0" noProof="0">
              <a:ln>
                <a:noFill/>
              </a:ln>
              <a:solidFill>
                <a:srgbClr val="0E322A"/>
              </a:solidFill>
              <a:effectLst/>
              <a:uLnTx/>
              <a:uFillTx/>
              <a:latin typeface="Meiryo UI" panose="020B0604030504040204" pitchFamily="50" charset="-128"/>
              <a:ea typeface="Meiryo UI" panose="020B0604030504040204" pitchFamily="50" charset="-128"/>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■時間　</a:t>
            </a:r>
            <a:r>
              <a:rPr kumimoji="0" lang="en-US" altLang="ja-JP" sz="1800" b="1" i="0" u="none" strike="noStrike" kern="1200" cap="none" spc="0" normalizeH="0" baseline="0" noProof="0">
                <a:ln>
                  <a:noFill/>
                </a:ln>
                <a:solidFill>
                  <a:srgbClr val="173A32"/>
                </a:solidFill>
                <a:effectLst/>
                <a:uLnTx/>
                <a:uFillTx/>
                <a:latin typeface="Meiryo UI"/>
                <a:ea typeface="Meiryo UI"/>
                <a:cs typeface="+mn-cs"/>
              </a:rPr>
              <a:t>10:00~11:00</a:t>
            </a: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　（内容によって前後＋</a:t>
            </a:r>
            <a:r>
              <a:rPr kumimoji="0" lang="en-US" altLang="ja-JP" sz="1800" b="1" i="0" u="none" strike="noStrike" kern="1200" cap="none" spc="0" normalizeH="0" baseline="0" noProof="0">
                <a:ln>
                  <a:noFill/>
                </a:ln>
                <a:solidFill>
                  <a:srgbClr val="173A32"/>
                </a:solidFill>
                <a:effectLst/>
                <a:uLnTx/>
                <a:uFillTx/>
                <a:latin typeface="Meiryo UI"/>
                <a:ea typeface="Meiryo UI"/>
                <a:cs typeface="+mn-cs"/>
              </a:rPr>
              <a:t>30</a:t>
            </a:r>
            <a:r>
              <a:rPr kumimoji="0" lang="ja-JP" altLang="en-US" sz="1800" b="1" i="0" u="none" strike="noStrike" kern="1200" cap="none" spc="0" normalizeH="0" baseline="0" noProof="0">
                <a:ln>
                  <a:noFill/>
                </a:ln>
                <a:solidFill>
                  <a:srgbClr val="173A32"/>
                </a:solidFill>
                <a:effectLst/>
                <a:uLnTx/>
                <a:uFillTx/>
                <a:latin typeface="Meiryo UI"/>
                <a:ea typeface="Meiryo UI"/>
                <a:cs typeface="+mn-cs"/>
              </a:rPr>
              <a:t>分延長）</a:t>
            </a:r>
          </a:p>
        </p:txBody>
      </p:sp>
      <p:sp>
        <p:nvSpPr>
          <p:cNvPr id="5" name="四角形: 角を丸くする 1">
            <a:extLst>
              <a:ext uri="{FF2B5EF4-FFF2-40B4-BE49-F238E27FC236}">
                <a16:creationId xmlns:a16="http://schemas.microsoft.com/office/drawing/2014/main" id="{EE641EDE-2F7D-C520-4FF0-F263BA0FBB9C}"/>
              </a:ext>
            </a:extLst>
          </p:cNvPr>
          <p:cNvSpPr/>
          <p:nvPr/>
        </p:nvSpPr>
        <p:spPr>
          <a:xfrm>
            <a:off x="3253739" y="3571152"/>
            <a:ext cx="2788920" cy="3159955"/>
          </a:xfrm>
          <a:prstGeom prst="roundRect">
            <a:avLst/>
          </a:prstGeom>
          <a:gradFill flip="none" rotWithShape="1">
            <a:gsLst>
              <a:gs pos="0">
                <a:srgbClr val="14543F"/>
              </a:gs>
              <a:gs pos="52000">
                <a:srgbClr val="0D8B5F"/>
              </a:gs>
              <a:gs pos="100000">
                <a:srgbClr val="72C99F"/>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0" lang="ja-JP" altLang="en-US" sz="1800" b="1" i="0" u="none" strike="noStrike" kern="1200" cap="none" spc="0" normalizeH="0" baseline="0" noProof="0">
                <a:ln>
                  <a:noFill/>
                </a:ln>
                <a:solidFill>
                  <a:srgbClr val="FFFFFF"/>
                </a:solidFill>
                <a:effectLst/>
                <a:uLnTx/>
                <a:uFillTx/>
                <a:latin typeface="Meiryo UI"/>
                <a:ea typeface="Meiryo UI"/>
                <a:cs typeface="+mn-cs"/>
              </a:rPr>
              <a:t>「会えない」を「会える」に変える</a:t>
            </a:r>
          </a:p>
          <a:p>
            <a:pPr marL="285750" marR="0" lvl="0" indent="-28575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FFFFFF"/>
                </a:solidFill>
                <a:effectLst/>
                <a:uLnTx/>
                <a:uFillTx/>
                <a:latin typeface="Meiryo UI"/>
                <a:ea typeface="Meiryo UI"/>
                <a:cs typeface="+mn-cs"/>
              </a:rPr>
              <a:t>医師の導線の見つけ方は？</a:t>
            </a:r>
            <a:endParaRPr kumimoji="0" lang="ja-JP" altLang="en-US" sz="1400" b="0" i="0" u="none" strike="noStrike" kern="1200" cap="none" spc="0" normalizeH="0" baseline="0" noProof="0">
              <a:ln>
                <a:noFill/>
              </a:ln>
              <a:solidFill>
                <a:srgbClr val="FFFFFF"/>
              </a:solidFill>
              <a:effectLst/>
              <a:uLnTx/>
              <a:uFillTx/>
              <a:latin typeface="Meiryo UI"/>
              <a:ea typeface="Meiryo UI"/>
              <a:cs typeface="+mn-cs"/>
            </a:endParaRPr>
          </a:p>
          <a:p>
            <a:pPr marL="285750" marR="0" lvl="0" indent="-28575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ja-JP" altLang="en-US" sz="1400" b="0" i="0" u="none" strike="noStrike" kern="1200" cap="none" spc="0" normalizeH="0" baseline="0" noProof="0">
                <a:ln>
                  <a:noFill/>
                </a:ln>
                <a:solidFill>
                  <a:srgbClr val="FFFFFF"/>
                </a:solidFill>
                <a:effectLst/>
                <a:uLnTx/>
                <a:uFillTx/>
                <a:latin typeface="Meiryo UI"/>
                <a:ea typeface="Meiryo UI"/>
                <a:cs typeface="+mn-cs"/>
              </a:rPr>
              <a:t>「会う」ための情報収集は？</a:t>
            </a:r>
          </a:p>
          <a:p>
            <a:pPr marL="285750" marR="0" lvl="0" indent="-28575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ja-JP" altLang="en-US" sz="1400" b="0" i="0" u="none" strike="noStrike" kern="1200" cap="none" spc="0" normalizeH="0" baseline="0" noProof="0">
                <a:ln>
                  <a:noFill/>
                </a:ln>
                <a:solidFill>
                  <a:srgbClr val="FFFFFF"/>
                </a:solidFill>
                <a:effectLst/>
                <a:uLnTx/>
                <a:uFillTx/>
                <a:latin typeface="Meiryo UI"/>
                <a:ea typeface="Meiryo UI"/>
                <a:cs typeface="+mn-cs"/>
              </a:rPr>
              <a:t>継続的に会うための工夫は？</a:t>
            </a:r>
            <a:endParaRPr kumimoji="0" lang="ja-JP" altLang="en-US"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Meiryo UI"/>
                <a:ea typeface="Meiryo UI"/>
                <a:cs typeface="+mn-cs"/>
              </a:rPr>
              <a:t>この会に参加すると→</a:t>
            </a:r>
            <a:endParaRPr kumimoji="0" lang="ja-JP" altLang="en-US" sz="1400" b="1" i="0" u="none" strike="noStrike" kern="1200" cap="none" spc="0" normalizeH="0" baseline="0" noProof="0">
              <a:ln>
                <a:noFill/>
              </a:ln>
              <a:solidFill>
                <a:srgbClr val="FFFFFF"/>
              </a:solidFill>
              <a:effectLst/>
              <a:uLnTx/>
              <a:uFillTx/>
              <a:latin typeface="Meiryo UI"/>
              <a:ea typeface="Meiryo UI"/>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Meiryo UI"/>
                <a:ea typeface="Meiryo UI"/>
                <a:cs typeface="+mn-cs"/>
              </a:rPr>
              <a:t>「いつでもどこでも会えるMR」への手がかりが掴めるかも🤏</a:t>
            </a:r>
            <a:endParaRPr kumimoji="0" lang="ja-JP" altLang="en-US" sz="1400" b="0" i="0" u="none" strike="noStrike" kern="1200" cap="none" spc="0" normalizeH="0" baseline="0" noProof="0">
              <a:ln>
                <a:noFill/>
              </a:ln>
              <a:solidFill>
                <a:srgbClr val="FFFFFF"/>
              </a:solidFill>
              <a:effectLst/>
              <a:uLnTx/>
              <a:uFillTx/>
              <a:latin typeface="Meiryo UI"/>
              <a:ea typeface="Meiryo UI"/>
              <a:cs typeface="+mn-cs"/>
            </a:endParaRPr>
          </a:p>
        </p:txBody>
      </p:sp>
      <p:sp>
        <p:nvSpPr>
          <p:cNvPr id="20" name="四角形: 角を丸くする 1">
            <a:extLst>
              <a:ext uri="{FF2B5EF4-FFF2-40B4-BE49-F238E27FC236}">
                <a16:creationId xmlns:a16="http://schemas.microsoft.com/office/drawing/2014/main" id="{E22EB87F-465B-E288-A038-BCF80447D941}"/>
              </a:ext>
            </a:extLst>
          </p:cNvPr>
          <p:cNvSpPr/>
          <p:nvPr/>
        </p:nvSpPr>
        <p:spPr>
          <a:xfrm>
            <a:off x="9235440" y="3571152"/>
            <a:ext cx="2788920" cy="3159955"/>
          </a:xfrm>
          <a:prstGeom prst="roundRect">
            <a:avLst/>
          </a:prstGeom>
          <a:gradFill flip="none" rotWithShape="1">
            <a:gsLst>
              <a:gs pos="0">
                <a:srgbClr val="14543F"/>
              </a:gs>
              <a:gs pos="52000">
                <a:srgbClr val="0D8B5F"/>
              </a:gs>
              <a:gs pos="100000">
                <a:srgbClr val="72C99F"/>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108000" tIns="108000" rIns="108000" bIns="108000" rtlCol="0" anchor="t"/>
          <a:lstStyle/>
          <a:p>
            <a:pPr marL="0" marR="0" lvl="0" indent="0" algn="ctr" defTabSz="457200" rtl="0" eaLnBrk="1" fontAlgn="auto" latinLnBrk="0" hangingPunct="1">
              <a:lnSpc>
                <a:spcPct val="100000"/>
              </a:lnSpc>
              <a:spcBef>
                <a:spcPts val="800"/>
              </a:spcBef>
              <a:spcAft>
                <a:spcPts val="0"/>
              </a:spcAft>
              <a:buClrTx/>
              <a:buSzTx/>
              <a:buFontTx/>
              <a:buNone/>
              <a:tabLst/>
              <a:defRPr/>
            </a:pPr>
            <a:r>
              <a:rPr kumimoji="0" lang="ja-JP" altLang="en-US" sz="1800" b="1" i="0" u="none" strike="noStrike" kern="1200" cap="none" spc="0" normalizeH="0" baseline="0" noProof="0">
                <a:ln>
                  <a:noFill/>
                </a:ln>
                <a:solidFill>
                  <a:srgbClr val="FFFFFF"/>
                </a:solidFill>
                <a:effectLst/>
                <a:uLnTx/>
                <a:uFillTx/>
                <a:latin typeface="Meiryo UI"/>
                <a:ea typeface="Meiryo UI"/>
                <a:cs typeface="+mn-cs"/>
              </a:rPr>
              <a:t>「ちょっと分かるだけで　世界が変わる」</a:t>
            </a:r>
          </a:p>
          <a:p>
            <a:pPr marL="285750" marR="0" lvl="0" indent="-28575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FFFFFF"/>
                </a:solidFill>
                <a:effectLst/>
                <a:uLnTx/>
                <a:uFillTx/>
                <a:latin typeface="Meiryo UI"/>
                <a:ea typeface="Meiryo UI"/>
                <a:cs typeface="+mn-cs"/>
              </a:rPr>
              <a:t>得た情報を整理する</a:t>
            </a:r>
          </a:p>
          <a:p>
            <a:pPr marL="285750" marR="0" lvl="0" indent="-28575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FFFFFF"/>
                </a:solidFill>
                <a:effectLst/>
                <a:uLnTx/>
                <a:uFillTx/>
                <a:latin typeface="Meiryo UI"/>
                <a:ea typeface="Meiryo UI"/>
                <a:cs typeface="+mn-cs"/>
              </a:rPr>
              <a:t>知ることで何ができる？</a:t>
            </a:r>
            <a:endParaRPr kumimoji="0" lang="ja-JP" altLang="en-US" sz="1400" b="0" i="0" u="none" strike="noStrike" kern="1200" cap="none" spc="0" normalizeH="0" baseline="0" noProof="0">
              <a:ln>
                <a:noFill/>
              </a:ln>
              <a:solidFill>
                <a:srgbClr val="FFFFFF"/>
              </a:solidFill>
              <a:effectLst/>
              <a:uLnTx/>
              <a:uFillTx/>
              <a:latin typeface="Meiryo UI"/>
              <a:ea typeface="Meiryo UI"/>
              <a:cs typeface="+mn-cs"/>
            </a:endParaRPr>
          </a:p>
          <a:p>
            <a:pPr marL="285750" marR="0" lvl="0" indent="-28575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ja-JP" altLang="en-US" sz="1400" b="0" i="0" u="none" strike="noStrike" kern="1200" cap="none" spc="0" normalizeH="0" baseline="0" noProof="0">
                <a:ln>
                  <a:noFill/>
                </a:ln>
                <a:solidFill>
                  <a:srgbClr val="FFFFFF"/>
                </a:solidFill>
                <a:effectLst/>
                <a:uLnTx/>
                <a:uFillTx/>
                <a:latin typeface="Meiryo UI"/>
                <a:ea typeface="Meiryo UI"/>
                <a:cs typeface="+mn-cs"/>
              </a:rPr>
              <a:t>エリア戦略まで繋げる</a:t>
            </a:r>
          </a:p>
          <a:p>
            <a:pPr marL="285750" marR="0" lvl="0" indent="-285750" algn="l" defTabSz="457200" rtl="0" eaLnBrk="1" fontAlgn="auto" latinLnBrk="0" hangingPunct="1">
              <a:lnSpc>
                <a:spcPct val="100000"/>
              </a:lnSpc>
              <a:spcBef>
                <a:spcPts val="800"/>
              </a:spcBef>
              <a:spcAft>
                <a:spcPts val="0"/>
              </a:spcAft>
              <a:buClrTx/>
              <a:buSzTx/>
              <a:buFont typeface="Arial" panose="020B0604020202020204" pitchFamily="34" charset="0"/>
              <a:buChar char="•"/>
              <a:tabLst/>
              <a:defRPr/>
            </a:pPr>
            <a:endParaRPr kumimoji="0" lang="ja-JP" altLang="en-US" sz="1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Meiryo UI"/>
                <a:ea typeface="Meiryo UI"/>
                <a:cs typeface="+mn-cs"/>
              </a:rPr>
              <a:t>この会に参加すると→</a:t>
            </a:r>
            <a:endParaRPr kumimoji="0" lang="ja-JP" altLang="en-US" sz="1400" b="1" i="0" u="none" strike="noStrike" kern="1200" cap="none" spc="0" normalizeH="0" baseline="0" noProof="0">
              <a:ln>
                <a:noFill/>
              </a:ln>
              <a:solidFill>
                <a:srgbClr val="FFFFFF"/>
              </a:solidFill>
              <a:effectLst/>
              <a:uLnTx/>
              <a:uFillTx/>
              <a:latin typeface="Meiryo UI"/>
              <a:ea typeface="Meiryo UI"/>
              <a:cs typeface="+mn-cs"/>
            </a:endParaRP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Meiryo UI"/>
                <a:ea typeface="Meiryo UI"/>
                <a:cs typeface="+mn-cs"/>
              </a:rPr>
              <a:t>担当者としての</a:t>
            </a:r>
          </a:p>
          <a:p>
            <a:pPr marL="0" marR="0" lvl="0" indent="0" algn="ctr" defTabSz="457200" rtl="0" eaLnBrk="1" fontAlgn="auto" latinLnBrk="0" hangingPunct="1">
              <a:lnSpc>
                <a:spcPct val="100000"/>
              </a:lnSpc>
              <a:spcBef>
                <a:spcPts val="80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Meiryo UI"/>
                <a:ea typeface="Meiryo UI"/>
                <a:cs typeface="+mn-cs"/>
              </a:rPr>
              <a:t>自覚がもてるかも🤏</a:t>
            </a:r>
            <a:endParaRPr kumimoji="0" lang="ja-JP" altLang="en-US" sz="1400" b="0" i="0" u="none" strike="noStrike" kern="1200" cap="none" spc="0" normalizeH="0" baseline="0" noProof="0">
              <a:ln>
                <a:noFill/>
              </a:ln>
              <a:solidFill>
                <a:srgbClr val="FFFFFF"/>
              </a:solidFill>
              <a:effectLst/>
              <a:uLnTx/>
              <a:uFillTx/>
              <a:latin typeface="Meiryo UI"/>
              <a:ea typeface="Meiryo UI"/>
              <a:cs typeface="+mn-cs"/>
            </a:endParaRPr>
          </a:p>
        </p:txBody>
      </p:sp>
      <p:sp>
        <p:nvSpPr>
          <p:cNvPr id="15" name="TextBox 14">
            <a:extLst>
              <a:ext uri="{FF2B5EF4-FFF2-40B4-BE49-F238E27FC236}">
                <a16:creationId xmlns:a16="http://schemas.microsoft.com/office/drawing/2014/main" id="{630890E8-5B6F-F809-41C2-76277E1E2EEF}"/>
              </a:ext>
            </a:extLst>
          </p:cNvPr>
          <p:cNvSpPr txBox="1"/>
          <p:nvPr/>
        </p:nvSpPr>
        <p:spPr>
          <a:xfrm>
            <a:off x="9111342" y="2875380"/>
            <a:ext cx="3039355" cy="3951641"/>
          </a:xfrm>
          <a:prstGeom prst="rect">
            <a:avLst/>
          </a:prstGeom>
          <a:noFill/>
          <a:ln w="57150">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E322A"/>
              </a:solidFill>
              <a:effectLst/>
              <a:uLnTx/>
              <a:uFillTx/>
              <a:latin typeface="Arial"/>
              <a:ea typeface="+mn-ea"/>
              <a:cs typeface="+mn-cs"/>
            </a:endParaRPr>
          </a:p>
        </p:txBody>
      </p:sp>
    </p:spTree>
    <p:extLst>
      <p:ext uri="{BB962C8B-B14F-4D97-AF65-F5344CB8AC3E}">
        <p14:creationId xmlns:p14="http://schemas.microsoft.com/office/powerpoint/2010/main" val="64108514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AGENDA</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本日の進め方</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8</a:t>
            </a:r>
          </a:p>
        </p:txBody>
      </p:sp>
      <p:sp>
        <p:nvSpPr>
          <p:cNvPr id="6" name="Rounded Rectangle 5"/>
          <p:cNvSpPr/>
          <p:nvPr/>
        </p:nvSpPr>
        <p:spPr>
          <a:xfrm>
            <a:off x="548640" y="1828800"/>
            <a:ext cx="5760720" cy="91440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40817" bIns="140817" lIns="201168" rIns="201168"/>
          <a:lstStyle/>
          <a:p>
            <a:pPr algn="l"/>
            <a:r>
              <a:rPr sz="1600" b="1" i="0">
                <a:solidFill>
                  <a:srgbClr val="FFFFFF"/>
                </a:solidFill>
                <a:latin typeface="Meiryo UI"/>
                <a:ea typeface="Meiryo UI"/>
              </a:rPr>
              <a:t>■ 振り返り ／ Triple Win Beyond</a:t>
            </a:r>
          </a:p>
        </p:txBody>
      </p:sp>
      <p:sp>
        <p:nvSpPr>
          <p:cNvPr id="7" name="Rounded Rectangle 6"/>
          <p:cNvSpPr/>
          <p:nvPr/>
        </p:nvSpPr>
        <p:spPr>
          <a:xfrm>
            <a:off x="6400800" y="1828800"/>
            <a:ext cx="1097280" cy="914400"/>
          </a:xfrm>
          <a:prstGeom prst="roundRect">
            <a:avLst>
              <a:gd name="adj" fmla="val 15000"/>
            </a:avLst>
          </a:prstGeom>
          <a:solidFill>
            <a:srgbClr val="F4FAF6"/>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128A54"/>
                </a:solidFill>
                <a:latin typeface="Meiryo UI"/>
                <a:ea typeface="Meiryo UI"/>
              </a:rPr>
              <a:t>10分</a:t>
            </a:r>
          </a:p>
        </p:txBody>
      </p:sp>
      <p:sp>
        <p:nvSpPr>
          <p:cNvPr id="8" name="Rounded Rectangle 7"/>
          <p:cNvSpPr/>
          <p:nvPr/>
        </p:nvSpPr>
        <p:spPr>
          <a:xfrm>
            <a:off x="7635240" y="1828800"/>
            <a:ext cx="4023360" cy="91440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l">
              <a:lnSpc>
                <a:spcPct val="125000"/>
              </a:lnSpc>
            </a:pPr>
            <a:r>
              <a:rPr sz="1250" b="0" i="0">
                <a:solidFill>
                  <a:srgbClr val="262626"/>
                </a:solidFill>
                <a:latin typeface="Meiryo UI"/>
                <a:ea typeface="Meiryo UI"/>
              </a:rPr>
              <a:t>3回の振り返り｜Winをエリアまで広げる</a:t>
            </a:r>
          </a:p>
        </p:txBody>
      </p:sp>
      <p:sp>
        <p:nvSpPr>
          <p:cNvPr id="9" name="Rounded Rectangle 8"/>
          <p:cNvSpPr/>
          <p:nvPr/>
        </p:nvSpPr>
        <p:spPr>
          <a:xfrm>
            <a:off x="548640" y="2926080"/>
            <a:ext cx="5760720" cy="91440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40817" bIns="140817" lIns="201168" rIns="201168"/>
          <a:lstStyle/>
          <a:p>
            <a:pPr algn="l"/>
            <a:r>
              <a:rPr sz="1600" b="1" i="0">
                <a:solidFill>
                  <a:srgbClr val="FFFFFF"/>
                </a:solidFill>
                <a:latin typeface="Meiryo UI"/>
                <a:ea typeface="Meiryo UI"/>
              </a:rPr>
              <a:t>■ ワーク①「Wants と Needs の仕分け」</a:t>
            </a:r>
          </a:p>
        </p:txBody>
      </p:sp>
      <p:sp>
        <p:nvSpPr>
          <p:cNvPr id="10" name="Rounded Rectangle 9"/>
          <p:cNvSpPr/>
          <p:nvPr/>
        </p:nvSpPr>
        <p:spPr>
          <a:xfrm>
            <a:off x="6400800" y="2926080"/>
            <a:ext cx="1097280" cy="914400"/>
          </a:xfrm>
          <a:prstGeom prst="roundRect">
            <a:avLst>
              <a:gd name="adj" fmla="val 15000"/>
            </a:avLst>
          </a:prstGeom>
          <a:solidFill>
            <a:srgbClr val="F4FAF6"/>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1F3864"/>
                </a:solidFill>
                <a:latin typeface="Meiryo UI"/>
                <a:ea typeface="Meiryo UI"/>
              </a:rPr>
              <a:t>15分</a:t>
            </a:r>
          </a:p>
        </p:txBody>
      </p:sp>
      <p:sp>
        <p:nvSpPr>
          <p:cNvPr id="11" name="Rounded Rectangle 10"/>
          <p:cNvSpPr/>
          <p:nvPr/>
        </p:nvSpPr>
        <p:spPr>
          <a:xfrm>
            <a:off x="7635240" y="2926080"/>
            <a:ext cx="4023360" cy="91440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l">
              <a:lnSpc>
                <a:spcPct val="125000"/>
              </a:lnSpc>
            </a:pPr>
            <a:r>
              <a:rPr sz="1250" b="0" i="0">
                <a:solidFill>
                  <a:srgbClr val="262626"/>
                </a:solidFill>
                <a:latin typeface="Meiryo UI"/>
                <a:ea typeface="Meiryo UI"/>
              </a:rPr>
              <a:t>得た情報を3つに分ける</a:t>
            </a:r>
          </a:p>
        </p:txBody>
      </p:sp>
      <p:sp>
        <p:nvSpPr>
          <p:cNvPr id="12" name="Rounded Rectangle 11"/>
          <p:cNvSpPr/>
          <p:nvPr/>
        </p:nvSpPr>
        <p:spPr>
          <a:xfrm>
            <a:off x="548640" y="4023360"/>
            <a:ext cx="5760720" cy="91440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40817" bIns="140817" lIns="201168" rIns="201168"/>
          <a:lstStyle/>
          <a:p>
            <a:pPr algn="l"/>
            <a:r>
              <a:rPr sz="1600" b="1" i="0">
                <a:solidFill>
                  <a:srgbClr val="FFFFFF"/>
                </a:solidFill>
                <a:latin typeface="Meiryo UI"/>
                <a:ea typeface="Meiryo UI"/>
              </a:rPr>
              <a:t>■ ワーク②「仮説立て」と 4S</a:t>
            </a:r>
          </a:p>
        </p:txBody>
      </p:sp>
      <p:sp>
        <p:nvSpPr>
          <p:cNvPr id="13" name="Rounded Rectangle 12"/>
          <p:cNvSpPr/>
          <p:nvPr/>
        </p:nvSpPr>
        <p:spPr>
          <a:xfrm>
            <a:off x="6400800" y="4023360"/>
            <a:ext cx="1097280" cy="914400"/>
          </a:xfrm>
          <a:prstGeom prst="roundRect">
            <a:avLst>
              <a:gd name="adj" fmla="val 15000"/>
            </a:avLst>
          </a:prstGeom>
          <a:solidFill>
            <a:srgbClr val="F4FAF6"/>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1F3864"/>
                </a:solidFill>
                <a:latin typeface="Meiryo UI"/>
                <a:ea typeface="Meiryo UI"/>
              </a:rPr>
              <a:t>15分</a:t>
            </a:r>
          </a:p>
        </p:txBody>
      </p:sp>
      <p:sp>
        <p:nvSpPr>
          <p:cNvPr id="14" name="Rounded Rectangle 13"/>
          <p:cNvSpPr/>
          <p:nvPr/>
        </p:nvSpPr>
        <p:spPr>
          <a:xfrm>
            <a:off x="7635240" y="4023360"/>
            <a:ext cx="4023360" cy="91440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l">
              <a:lnSpc>
                <a:spcPct val="125000"/>
              </a:lnSpc>
            </a:pPr>
            <a:r>
              <a:rPr sz="1250" b="0" i="0">
                <a:solidFill>
                  <a:srgbClr val="262626"/>
                </a:solidFill>
                <a:latin typeface="Meiryo UI"/>
                <a:ea typeface="Meiryo UI"/>
              </a:rPr>
              <a:t>WantsをNeedsへ｜解決策まで出す</a:t>
            </a:r>
          </a:p>
        </p:txBody>
      </p:sp>
      <p:sp>
        <p:nvSpPr>
          <p:cNvPr id="15" name="Rounded Rectangle 14"/>
          <p:cNvSpPr/>
          <p:nvPr/>
        </p:nvSpPr>
        <p:spPr>
          <a:xfrm>
            <a:off x="548640" y="5120640"/>
            <a:ext cx="5760720" cy="91440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40817" bIns="140817" lIns="201168" rIns="201168"/>
          <a:lstStyle/>
          <a:p>
            <a:pPr algn="l"/>
            <a:r>
              <a:rPr sz="1600" b="1" i="0">
                <a:solidFill>
                  <a:srgbClr val="FFFFFF"/>
                </a:solidFill>
                <a:latin typeface="Meiryo UI"/>
                <a:ea typeface="Meiryo UI"/>
              </a:rPr>
              <a:t>■ インタビュー ／ まとめ・総括</a:t>
            </a:r>
          </a:p>
        </p:txBody>
      </p:sp>
      <p:sp>
        <p:nvSpPr>
          <p:cNvPr id="16" name="Rounded Rectangle 15"/>
          <p:cNvSpPr/>
          <p:nvPr/>
        </p:nvSpPr>
        <p:spPr>
          <a:xfrm>
            <a:off x="6400800" y="5120640"/>
            <a:ext cx="1097280" cy="914400"/>
          </a:xfrm>
          <a:prstGeom prst="roundRect">
            <a:avLst>
              <a:gd name="adj" fmla="val 15000"/>
            </a:avLst>
          </a:prstGeom>
          <a:solidFill>
            <a:srgbClr val="F4FAF6"/>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128A54"/>
                </a:solidFill>
                <a:latin typeface="Meiryo UI"/>
                <a:ea typeface="Meiryo UI"/>
              </a:rPr>
              <a:t>20分</a:t>
            </a:r>
          </a:p>
        </p:txBody>
      </p:sp>
      <p:sp>
        <p:nvSpPr>
          <p:cNvPr id="17" name="Rounded Rectangle 16"/>
          <p:cNvSpPr/>
          <p:nvPr/>
        </p:nvSpPr>
        <p:spPr>
          <a:xfrm>
            <a:off x="7635240" y="5120640"/>
            <a:ext cx="4023360" cy="91440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l">
              <a:lnSpc>
                <a:spcPct val="125000"/>
              </a:lnSpc>
            </a:pPr>
            <a:r>
              <a:rPr sz="1250" b="0" i="0">
                <a:solidFill>
                  <a:srgbClr val="262626"/>
                </a:solidFill>
                <a:latin typeface="Meiryo UI"/>
                <a:ea typeface="Meiryo UI"/>
              </a:rPr>
              <a:t>エリア＋大学攻略事例｜女子医大の活動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975104" cy="384048"/>
          </a:xfrm>
          <a:prstGeom prst="roundRect">
            <a:avLst>
              <a:gd name="adj" fmla="val 5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TODAY'S GOAL</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情報を「仕分ける」と、仮説が立つ</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9</a:t>
            </a:r>
          </a:p>
        </p:txBody>
      </p:sp>
      <p:sp>
        <p:nvSpPr>
          <p:cNvPr id="6" name="Rounded Rectangle 5"/>
          <p:cNvSpPr/>
          <p:nvPr/>
        </p:nvSpPr>
        <p:spPr>
          <a:xfrm>
            <a:off x="548640" y="1554480"/>
            <a:ext cx="2697480" cy="658368"/>
          </a:xfrm>
          <a:prstGeom prst="roundRect">
            <a:avLst>
              <a:gd name="adj" fmla="val 10000"/>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500" b="1" i="0">
                <a:solidFill>
                  <a:srgbClr val="FFFFFF"/>
                </a:solidFill>
                <a:latin typeface="Meiryo UI"/>
                <a:ea typeface="Meiryo UI"/>
              </a:rPr>
              <a:t>◆ 採用</a:t>
            </a:r>
          </a:p>
          <a:p>
            <a:pPr algn="ctr"/>
            <a:r>
              <a:rPr sz="1100" b="0" i="0">
                <a:solidFill>
                  <a:srgbClr val="FFFFFF"/>
                </a:solidFill>
                <a:latin typeface="Meiryo UI"/>
                <a:ea typeface="Meiryo UI"/>
              </a:rPr>
              <a:t>DAY 1</a:t>
            </a:r>
          </a:p>
        </p:txBody>
      </p:sp>
      <p:sp>
        <p:nvSpPr>
          <p:cNvPr id="7" name="Rounded Rectangle 6"/>
          <p:cNvSpPr/>
          <p:nvPr/>
        </p:nvSpPr>
        <p:spPr>
          <a:xfrm>
            <a:off x="3401568" y="1554480"/>
            <a:ext cx="2697480" cy="658368"/>
          </a:xfrm>
          <a:prstGeom prst="roundRect">
            <a:avLst>
              <a:gd name="adj" fmla="val 10000"/>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500" b="1" i="0">
                <a:solidFill>
                  <a:srgbClr val="FFFFFF"/>
                </a:solidFill>
                <a:latin typeface="Meiryo UI"/>
                <a:ea typeface="Meiryo UI"/>
              </a:rPr>
              <a:t>◆ 面会</a:t>
            </a:r>
          </a:p>
          <a:p>
            <a:pPr algn="ctr"/>
            <a:r>
              <a:rPr sz="1100" b="0" i="0">
                <a:solidFill>
                  <a:srgbClr val="FFFFFF"/>
                </a:solidFill>
                <a:latin typeface="Meiryo UI"/>
                <a:ea typeface="Meiryo UI"/>
              </a:rPr>
              <a:t>DAY 2</a:t>
            </a:r>
          </a:p>
        </p:txBody>
      </p:sp>
      <p:sp>
        <p:nvSpPr>
          <p:cNvPr id="8" name="Rounded Rectangle 7"/>
          <p:cNvSpPr/>
          <p:nvPr/>
        </p:nvSpPr>
        <p:spPr>
          <a:xfrm>
            <a:off x="6254496" y="1554480"/>
            <a:ext cx="2697480" cy="658368"/>
          </a:xfrm>
          <a:prstGeom prst="roundRect">
            <a:avLst>
              <a:gd name="adj" fmla="val 10000"/>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500" b="1" i="0">
                <a:solidFill>
                  <a:srgbClr val="FFFFFF"/>
                </a:solidFill>
                <a:latin typeface="Meiryo UI"/>
                <a:ea typeface="Meiryo UI"/>
              </a:rPr>
              <a:t>◆ 情報収集</a:t>
            </a:r>
          </a:p>
          <a:p>
            <a:pPr algn="ctr"/>
            <a:r>
              <a:rPr sz="1100" b="0" i="0">
                <a:solidFill>
                  <a:srgbClr val="FFFFFF"/>
                </a:solidFill>
                <a:latin typeface="Meiryo UI"/>
                <a:ea typeface="Meiryo UI"/>
              </a:rPr>
              <a:t>DAY 3</a:t>
            </a:r>
          </a:p>
        </p:txBody>
      </p:sp>
      <p:sp>
        <p:nvSpPr>
          <p:cNvPr id="9" name="Rounded Rectangle 8"/>
          <p:cNvSpPr/>
          <p:nvPr/>
        </p:nvSpPr>
        <p:spPr>
          <a:xfrm>
            <a:off x="9107424" y="1554480"/>
            <a:ext cx="2697480" cy="658368"/>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500" b="1" i="0">
                <a:solidFill>
                  <a:srgbClr val="FFFFFF"/>
                </a:solidFill>
                <a:latin typeface="Meiryo UI"/>
                <a:ea typeface="Meiryo UI"/>
              </a:rPr>
              <a:t>◆ 戦略的思考</a:t>
            </a:r>
          </a:p>
          <a:p>
            <a:pPr algn="ctr"/>
            <a:r>
              <a:rPr sz="1100" b="0" i="0">
                <a:solidFill>
                  <a:srgbClr val="FFFFFF"/>
                </a:solidFill>
                <a:latin typeface="Meiryo UI"/>
                <a:ea typeface="Meiryo UI"/>
              </a:rPr>
              <a:t>DAY 4</a:t>
            </a:r>
          </a:p>
        </p:txBody>
      </p:sp>
      <p:sp>
        <p:nvSpPr>
          <p:cNvPr id="10" name="Rounded Rectangle 9"/>
          <p:cNvSpPr/>
          <p:nvPr/>
        </p:nvSpPr>
        <p:spPr>
          <a:xfrm>
            <a:off x="548640" y="2395728"/>
            <a:ext cx="11109960" cy="822960"/>
          </a:xfrm>
          <a:prstGeom prst="roundRect">
            <a:avLst>
              <a:gd name="adj" fmla="val 10000"/>
            </a:avLst>
          </a:prstGeom>
          <a:solidFill>
            <a:srgbClr val="FFF6DC"/>
          </a:solidFill>
          <a:ln w="1270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500"/>
              </a:spcAft>
            </a:pPr>
            <a:r>
              <a:rPr sz="1350" b="1" i="0">
                <a:solidFill>
                  <a:srgbClr val="0B4F37"/>
                </a:solidFill>
                <a:latin typeface="Meiryo UI"/>
                <a:ea typeface="Meiryo UI"/>
              </a:rPr>
              <a:t>到達目標：</a:t>
            </a:r>
            <a:r>
              <a:rPr sz="1500" b="1" i="0">
                <a:solidFill>
                  <a:srgbClr val="C00000"/>
                </a:solidFill>
                <a:latin typeface="Meiryo UI"/>
                <a:ea typeface="Meiryo UI"/>
              </a:rPr>
              <a:t>収集した情報から、エリアの課題・原因・解決方法を可視化できる</a:t>
            </a:r>
          </a:p>
          <a:p>
            <a:pPr algn="ctr"/>
            <a:r>
              <a:rPr sz="1350" b="1" i="0">
                <a:solidFill>
                  <a:srgbClr val="0B4F37"/>
                </a:solidFill>
                <a:latin typeface="Meiryo UI"/>
                <a:ea typeface="Meiryo UI"/>
              </a:rPr>
              <a:t>本日の到達点：得た情報を仕分け、そこから仮説を立てられる</a:t>
            </a:r>
          </a:p>
        </p:txBody>
      </p:sp>
      <p:sp>
        <p:nvSpPr>
          <p:cNvPr id="11" name="Rounded Rectangle 10"/>
          <p:cNvSpPr/>
          <p:nvPr/>
        </p:nvSpPr>
        <p:spPr>
          <a:xfrm>
            <a:off x="548640" y="3520440"/>
            <a:ext cx="2606040" cy="566928"/>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i="0">
                <a:solidFill>
                  <a:srgbClr val="FFFFFF"/>
                </a:solidFill>
                <a:latin typeface="Meiryo UI"/>
                <a:ea typeface="Meiryo UI"/>
              </a:rPr>
              <a:t>Fact</a:t>
            </a:r>
          </a:p>
        </p:txBody>
      </p:sp>
      <p:sp>
        <p:nvSpPr>
          <p:cNvPr id="12" name="Rounded Rectangle 11"/>
          <p:cNvSpPr/>
          <p:nvPr/>
        </p:nvSpPr>
        <p:spPr>
          <a:xfrm>
            <a:off x="548640" y="4160520"/>
            <a:ext cx="2606040" cy="502920"/>
          </a:xfrm>
          <a:prstGeom prst="roundRect">
            <a:avLst>
              <a:gd name="adj" fmla="val 10000"/>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r>
              <a:rPr sz="1250" b="0" i="0">
                <a:solidFill>
                  <a:srgbClr val="262626"/>
                </a:solidFill>
                <a:latin typeface="Meiryo UI"/>
                <a:ea typeface="Meiryo UI"/>
              </a:rPr>
              <a:t>集めた事実</a:t>
            </a:r>
          </a:p>
        </p:txBody>
      </p:sp>
      <p:sp>
        <p:nvSpPr>
          <p:cNvPr id="13" name="Right Arrow 12"/>
          <p:cNvSpPr/>
          <p:nvPr/>
        </p:nvSpPr>
        <p:spPr>
          <a:xfrm>
            <a:off x="3191256" y="3675887"/>
            <a:ext cx="146304" cy="256032"/>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01568" y="3520440"/>
            <a:ext cx="2606040" cy="566928"/>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i="0">
                <a:solidFill>
                  <a:srgbClr val="FFFFFF"/>
                </a:solidFill>
                <a:latin typeface="Meiryo UI"/>
                <a:ea typeface="Meiryo UI"/>
              </a:rPr>
              <a:t>仕分け</a:t>
            </a:r>
          </a:p>
        </p:txBody>
      </p:sp>
      <p:sp>
        <p:nvSpPr>
          <p:cNvPr id="15" name="Rounded Rectangle 14"/>
          <p:cNvSpPr/>
          <p:nvPr/>
        </p:nvSpPr>
        <p:spPr>
          <a:xfrm>
            <a:off x="3401568" y="4160520"/>
            <a:ext cx="2606040" cy="502920"/>
          </a:xfrm>
          <a:prstGeom prst="roundRect">
            <a:avLst>
              <a:gd name="adj" fmla="val 10000"/>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r>
              <a:rPr sz="1250" b="0" i="0">
                <a:solidFill>
                  <a:srgbClr val="262626"/>
                </a:solidFill>
                <a:latin typeface="Meiryo UI"/>
                <a:ea typeface="Meiryo UI"/>
              </a:rPr>
              <a:t>3つに分ける</a:t>
            </a:r>
          </a:p>
        </p:txBody>
      </p:sp>
      <p:sp>
        <p:nvSpPr>
          <p:cNvPr id="16" name="Right Arrow 15"/>
          <p:cNvSpPr/>
          <p:nvPr/>
        </p:nvSpPr>
        <p:spPr>
          <a:xfrm>
            <a:off x="6044184" y="3675887"/>
            <a:ext cx="146304" cy="256032"/>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4496" y="3520440"/>
            <a:ext cx="2606040" cy="566928"/>
          </a:xfrm>
          <a:prstGeom prst="roundRect">
            <a:avLst>
              <a:gd name="adj" fmla="val 10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i="0">
                <a:solidFill>
                  <a:srgbClr val="FFFFFF"/>
                </a:solidFill>
                <a:latin typeface="Meiryo UI"/>
                <a:ea typeface="Meiryo UI"/>
              </a:rPr>
              <a:t>仮説</a:t>
            </a:r>
          </a:p>
        </p:txBody>
      </p:sp>
      <p:sp>
        <p:nvSpPr>
          <p:cNvPr id="18" name="Rounded Rectangle 17"/>
          <p:cNvSpPr/>
          <p:nvPr/>
        </p:nvSpPr>
        <p:spPr>
          <a:xfrm>
            <a:off x="6254496" y="4160520"/>
            <a:ext cx="2606040" cy="502920"/>
          </a:xfrm>
          <a:prstGeom prst="roundRect">
            <a:avLst>
              <a:gd name="adj" fmla="val 10000"/>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r>
              <a:rPr sz="1250" b="0" i="0">
                <a:solidFill>
                  <a:srgbClr val="262626"/>
                </a:solidFill>
                <a:latin typeface="Meiryo UI"/>
                <a:ea typeface="Meiryo UI"/>
              </a:rPr>
              <a:t>なぜかを立てる</a:t>
            </a:r>
          </a:p>
        </p:txBody>
      </p:sp>
      <p:sp>
        <p:nvSpPr>
          <p:cNvPr id="19" name="Right Arrow 18"/>
          <p:cNvSpPr/>
          <p:nvPr/>
        </p:nvSpPr>
        <p:spPr>
          <a:xfrm>
            <a:off x="8897112" y="3675887"/>
            <a:ext cx="146304" cy="256032"/>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07424" y="3520440"/>
            <a:ext cx="2606040" cy="566928"/>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600" b="1" i="0">
                <a:solidFill>
                  <a:srgbClr val="FFFFFF"/>
                </a:solidFill>
                <a:latin typeface="Meiryo UI"/>
                <a:ea typeface="Meiryo UI"/>
              </a:rPr>
              <a:t>4S</a:t>
            </a:r>
          </a:p>
        </p:txBody>
      </p:sp>
      <p:sp>
        <p:nvSpPr>
          <p:cNvPr id="21" name="Rounded Rectangle 20"/>
          <p:cNvSpPr/>
          <p:nvPr/>
        </p:nvSpPr>
        <p:spPr>
          <a:xfrm>
            <a:off x="9107424" y="4160520"/>
            <a:ext cx="2606040" cy="502920"/>
          </a:xfrm>
          <a:prstGeom prst="roundRect">
            <a:avLst>
              <a:gd name="adj" fmla="val 10000"/>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r>
              <a:rPr sz="1250" b="0" i="0">
                <a:solidFill>
                  <a:srgbClr val="262626"/>
                </a:solidFill>
                <a:latin typeface="Meiryo UI"/>
                <a:ea typeface="Meiryo UI"/>
              </a:rPr>
              <a:t>解決策にする</a:t>
            </a:r>
          </a:p>
        </p:txBody>
      </p:sp>
      <p:sp>
        <p:nvSpPr>
          <p:cNvPr id="22" name="Rounded Rectangle 21"/>
          <p:cNvSpPr/>
          <p:nvPr/>
        </p:nvSpPr>
        <p:spPr>
          <a:xfrm>
            <a:off x="548640" y="5029200"/>
            <a:ext cx="11109960" cy="1188720"/>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8015" bIns="128015" lIns="182880" rIns="182880"/>
          <a:lstStyle/>
          <a:p>
            <a:pPr algn="ctr">
              <a:spcAft>
                <a:spcPts val="800"/>
              </a:spcAft>
            </a:pPr>
            <a:r>
              <a:rPr sz="1500" b="0" i="0">
                <a:solidFill>
                  <a:srgbClr val="FFFFFF"/>
                </a:solidFill>
                <a:latin typeface="Meiryo UI"/>
                <a:ea typeface="Meiryo UI"/>
              </a:rPr>
              <a:t>情報の量では、差がつかない。</a:t>
            </a:r>
          </a:p>
          <a:p>
            <a:pPr algn="ctr"/>
            <a:r>
              <a:rPr sz="2300" b="1" i="0">
                <a:solidFill>
                  <a:srgbClr val="FFC000"/>
                </a:solidFill>
                <a:latin typeface="Meiryo UI"/>
                <a:ea typeface="Meiryo UI"/>
              </a:rPr>
              <a:t>同じ情報から、どんな仮説を立てられるかで差がつく。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① 振り返り</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3回で手に入れた力</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10</a:t>
            </a:r>
          </a:p>
        </p:txBody>
      </p:sp>
      <p:sp>
        <p:nvSpPr>
          <p:cNvPr id="6" name="Rounded Rectangle 5"/>
          <p:cNvSpPr/>
          <p:nvPr/>
        </p:nvSpPr>
        <p:spPr>
          <a:xfrm>
            <a:off x="548640" y="1737360"/>
            <a:ext cx="3566160" cy="68580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300"/>
              </a:spcAft>
            </a:pPr>
            <a:r>
              <a:rPr sz="1150" b="1" i="0">
                <a:solidFill>
                  <a:srgbClr val="FFFFFF"/>
                </a:solidFill>
                <a:latin typeface="Meiryo UI"/>
                <a:ea typeface="Meiryo UI"/>
              </a:rPr>
              <a:t>DAY 1</a:t>
            </a:r>
          </a:p>
          <a:p>
            <a:pPr algn="ctr"/>
            <a:r>
              <a:rPr sz="1600" b="1" i="0">
                <a:solidFill>
                  <a:srgbClr val="FFFFFF"/>
                </a:solidFill>
                <a:latin typeface="Meiryo UI"/>
                <a:ea typeface="Meiryo UI"/>
              </a:rPr>
              <a:t>見る力</a:t>
            </a:r>
          </a:p>
        </p:txBody>
      </p:sp>
      <p:sp>
        <p:nvSpPr>
          <p:cNvPr id="7" name="Rounded Rectangle 6"/>
          <p:cNvSpPr/>
          <p:nvPr/>
        </p:nvSpPr>
        <p:spPr>
          <a:xfrm>
            <a:off x="548640" y="2496312"/>
            <a:ext cx="3566160" cy="12344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300" b="0" i="0">
                <a:solidFill>
                  <a:srgbClr val="262626"/>
                </a:solidFill>
                <a:latin typeface="Meiryo UI"/>
                <a:ea typeface="Meiryo UI"/>
              </a:rPr>
              <a:t>・大学・基幹病院の構造</a:t>
            </a:r>
          </a:p>
          <a:p>
            <a:pPr algn="l">
              <a:lnSpc>
                <a:spcPct val="125000"/>
              </a:lnSpc>
              <a:spcAft>
                <a:spcPts val="900"/>
              </a:spcAft>
            </a:pPr>
            <a:r>
              <a:rPr sz="1300" b="0" i="0">
                <a:solidFill>
                  <a:srgbClr val="262626"/>
                </a:solidFill>
                <a:latin typeface="Meiryo UI"/>
                <a:ea typeface="Meiryo UI"/>
              </a:rPr>
              <a:t>・誰がどこまで決められるか</a:t>
            </a:r>
          </a:p>
        </p:txBody>
      </p:sp>
      <p:sp>
        <p:nvSpPr>
          <p:cNvPr id="8" name="Rounded Rectangle 7"/>
          <p:cNvSpPr/>
          <p:nvPr/>
        </p:nvSpPr>
        <p:spPr>
          <a:xfrm>
            <a:off x="4288536" y="1737360"/>
            <a:ext cx="3566160" cy="685800"/>
          </a:xfrm>
          <a:prstGeom prst="roundRect">
            <a:avLst>
              <a:gd name="adj" fmla="val 10000"/>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300"/>
              </a:spcAft>
            </a:pPr>
            <a:r>
              <a:rPr sz="1150" b="1" i="0">
                <a:solidFill>
                  <a:srgbClr val="FFFFFF"/>
                </a:solidFill>
                <a:latin typeface="Meiryo UI"/>
                <a:ea typeface="Meiryo UI"/>
              </a:rPr>
              <a:t>DAY 2</a:t>
            </a:r>
          </a:p>
          <a:p>
            <a:pPr algn="ctr"/>
            <a:r>
              <a:rPr sz="1600" b="1" i="0">
                <a:solidFill>
                  <a:srgbClr val="FFFFFF"/>
                </a:solidFill>
                <a:latin typeface="Meiryo UI"/>
                <a:ea typeface="Meiryo UI"/>
              </a:rPr>
              <a:t>会う力</a:t>
            </a:r>
          </a:p>
        </p:txBody>
      </p:sp>
      <p:sp>
        <p:nvSpPr>
          <p:cNvPr id="9" name="Rounded Rectangle 8"/>
          <p:cNvSpPr/>
          <p:nvPr/>
        </p:nvSpPr>
        <p:spPr>
          <a:xfrm>
            <a:off x="4288536" y="2496312"/>
            <a:ext cx="3566160" cy="12344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300" b="0" i="0">
                <a:solidFill>
                  <a:srgbClr val="262626"/>
                </a:solidFill>
                <a:latin typeface="Meiryo UI"/>
                <a:ea typeface="Meiryo UI"/>
              </a:rPr>
              <a:t>・Best Time / Best Place</a:t>
            </a:r>
          </a:p>
          <a:p>
            <a:pPr algn="l">
              <a:lnSpc>
                <a:spcPct val="125000"/>
              </a:lnSpc>
              <a:spcAft>
                <a:spcPts val="900"/>
              </a:spcAft>
            </a:pPr>
            <a:r>
              <a:rPr sz="1300" b="0" i="0">
                <a:solidFill>
                  <a:srgbClr val="262626"/>
                </a:solidFill>
                <a:latin typeface="Meiryo UI"/>
                <a:ea typeface="Meiryo UI"/>
              </a:rPr>
              <a:t>・一人で突破しない</a:t>
            </a:r>
          </a:p>
        </p:txBody>
      </p:sp>
      <p:sp>
        <p:nvSpPr>
          <p:cNvPr id="10" name="Rounded Rectangle 9"/>
          <p:cNvSpPr/>
          <p:nvPr/>
        </p:nvSpPr>
        <p:spPr>
          <a:xfrm>
            <a:off x="8028431" y="1737360"/>
            <a:ext cx="3566160" cy="68580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300"/>
              </a:spcAft>
            </a:pPr>
            <a:r>
              <a:rPr sz="1150" b="1" i="0">
                <a:solidFill>
                  <a:srgbClr val="FFFFFF"/>
                </a:solidFill>
                <a:latin typeface="Meiryo UI"/>
                <a:ea typeface="Meiryo UI"/>
              </a:rPr>
              <a:t>DAY 3</a:t>
            </a:r>
          </a:p>
          <a:p>
            <a:pPr algn="ctr"/>
            <a:r>
              <a:rPr sz="1600" b="1" i="0">
                <a:solidFill>
                  <a:srgbClr val="FFFFFF"/>
                </a:solidFill>
                <a:latin typeface="Meiryo UI"/>
                <a:ea typeface="Meiryo UI"/>
              </a:rPr>
              <a:t>情報を取る力</a:t>
            </a:r>
          </a:p>
        </p:txBody>
      </p:sp>
      <p:sp>
        <p:nvSpPr>
          <p:cNvPr id="11" name="Rounded Rectangle 10"/>
          <p:cNvSpPr/>
          <p:nvPr/>
        </p:nvSpPr>
        <p:spPr>
          <a:xfrm>
            <a:off x="8028431" y="2496312"/>
            <a:ext cx="3566160" cy="12344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300" b="0" i="0">
                <a:solidFill>
                  <a:srgbClr val="262626"/>
                </a:solidFill>
                <a:latin typeface="Meiryo UI"/>
                <a:ea typeface="Meiryo UI"/>
              </a:rPr>
              <a:t>・Dry情報とWet情報</a:t>
            </a:r>
          </a:p>
          <a:p>
            <a:pPr algn="l">
              <a:lnSpc>
                <a:spcPct val="125000"/>
              </a:lnSpc>
              <a:spcAft>
                <a:spcPts val="900"/>
              </a:spcAft>
            </a:pPr>
            <a:r>
              <a:rPr sz="1300" b="0" i="0">
                <a:solidFill>
                  <a:srgbClr val="262626"/>
                </a:solidFill>
                <a:latin typeface="Meiryo UI"/>
                <a:ea typeface="Meiryo UI"/>
              </a:rPr>
              <a:t>・顧客理解を深める</a:t>
            </a:r>
          </a:p>
        </p:txBody>
      </p:sp>
      <p:sp>
        <p:nvSpPr>
          <p:cNvPr id="12" name="Rounded Rectangle 11"/>
          <p:cNvSpPr/>
          <p:nvPr/>
        </p:nvSpPr>
        <p:spPr>
          <a:xfrm>
            <a:off x="548640" y="3977639"/>
            <a:ext cx="11109960" cy="685800"/>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0" i="0">
                <a:solidFill>
                  <a:srgbClr val="262626"/>
                </a:solidFill>
                <a:latin typeface="Meiryo UI"/>
                <a:ea typeface="Meiryo UI"/>
              </a:rPr>
              <a:t>DAY3の最後の問い　</a:t>
            </a:r>
            <a:r>
              <a:rPr sz="1700" b="1" i="0">
                <a:solidFill>
                  <a:srgbClr val="C00000"/>
                </a:solidFill>
                <a:latin typeface="Meiryo UI"/>
                <a:ea typeface="Meiryo UI"/>
              </a:rPr>
              <a:t>「営業として、その情報をどう活かすか」</a:t>
            </a:r>
          </a:p>
        </p:txBody>
      </p:sp>
      <p:sp>
        <p:nvSpPr>
          <p:cNvPr id="13" name="Rounded Rectangle 12"/>
          <p:cNvSpPr/>
          <p:nvPr/>
        </p:nvSpPr>
        <p:spPr>
          <a:xfrm>
            <a:off x="548640" y="4892040"/>
            <a:ext cx="11109960" cy="1280160"/>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8015" bIns="128015" lIns="182880" rIns="182880"/>
          <a:lstStyle/>
          <a:p>
            <a:pPr algn="ctr">
              <a:spcAft>
                <a:spcPts val="700"/>
              </a:spcAft>
            </a:pPr>
            <a:r>
              <a:rPr sz="1500" b="0" i="0">
                <a:solidFill>
                  <a:srgbClr val="FFFFFF"/>
                </a:solidFill>
                <a:latin typeface="Meiryo UI"/>
                <a:ea typeface="Meiryo UI"/>
              </a:rPr>
              <a:t>情報は、もう集まっている。</a:t>
            </a:r>
          </a:p>
          <a:p>
            <a:pPr algn="ctr"/>
            <a:r>
              <a:rPr sz="2100" b="1" i="0">
                <a:solidFill>
                  <a:srgbClr val="FFC000"/>
                </a:solidFill>
                <a:latin typeface="Meiryo UI"/>
                <a:ea typeface="Meiryo UI"/>
              </a:rPr>
              <a:t>今日は、その情報を仕分けて、仮説を立てて、エリアで動かす。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3044952"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② TRIPLE WIN + BEYOND</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3者のWinを、エリアまで広げる</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11</a:t>
            </a:r>
          </a:p>
        </p:txBody>
      </p:sp>
      <p:sp>
        <p:nvSpPr>
          <p:cNvPr id="6" name="Rounded Rectangle 5"/>
          <p:cNvSpPr/>
          <p:nvPr/>
        </p:nvSpPr>
        <p:spPr>
          <a:xfrm>
            <a:off x="548640" y="1645920"/>
            <a:ext cx="3566160" cy="50292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i="0">
                <a:solidFill>
                  <a:srgbClr val="FFFFFF"/>
                </a:solidFill>
                <a:latin typeface="Meiryo UI"/>
                <a:ea typeface="Meiryo UI"/>
              </a:rPr>
              <a:t>WIN　患者さん</a:t>
            </a:r>
          </a:p>
        </p:txBody>
      </p:sp>
      <p:sp>
        <p:nvSpPr>
          <p:cNvPr id="7" name="Rounded Rectangle 6"/>
          <p:cNvSpPr/>
          <p:nvPr/>
        </p:nvSpPr>
        <p:spPr>
          <a:xfrm>
            <a:off x="548640" y="2221992"/>
            <a:ext cx="3566160" cy="50292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ctr"/>
            <a:r>
              <a:rPr sz="1250" b="0" i="0">
                <a:solidFill>
                  <a:srgbClr val="262626"/>
                </a:solidFill>
                <a:latin typeface="Meiryo UI"/>
                <a:ea typeface="Meiryo UI"/>
              </a:rPr>
              <a:t>適切な治療に、適切な時期で届く</a:t>
            </a:r>
          </a:p>
        </p:txBody>
      </p:sp>
      <p:sp>
        <p:nvSpPr>
          <p:cNvPr id="8" name="Rounded Rectangle 7"/>
          <p:cNvSpPr/>
          <p:nvPr/>
        </p:nvSpPr>
        <p:spPr>
          <a:xfrm>
            <a:off x="4288536" y="1645920"/>
            <a:ext cx="3566160" cy="50292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i="0">
                <a:solidFill>
                  <a:srgbClr val="FFFFFF"/>
                </a:solidFill>
                <a:latin typeface="Meiryo UI"/>
                <a:ea typeface="Meiryo UI"/>
              </a:rPr>
              <a:t>WIN　顧客（医局・施設）</a:t>
            </a:r>
          </a:p>
        </p:txBody>
      </p:sp>
      <p:sp>
        <p:nvSpPr>
          <p:cNvPr id="9" name="Rounded Rectangle 8"/>
          <p:cNvSpPr/>
          <p:nvPr/>
        </p:nvSpPr>
        <p:spPr>
          <a:xfrm>
            <a:off x="4288536" y="2221992"/>
            <a:ext cx="3566160" cy="50292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ctr"/>
            <a:r>
              <a:rPr sz="1250" b="0" i="0">
                <a:solidFill>
                  <a:srgbClr val="262626"/>
                </a:solidFill>
                <a:latin typeface="Meiryo UI"/>
                <a:ea typeface="Meiryo UI"/>
              </a:rPr>
              <a:t>果たしたい役割が、果たせる</a:t>
            </a:r>
          </a:p>
        </p:txBody>
      </p:sp>
      <p:sp>
        <p:nvSpPr>
          <p:cNvPr id="10" name="Rounded Rectangle 9"/>
          <p:cNvSpPr/>
          <p:nvPr/>
        </p:nvSpPr>
        <p:spPr>
          <a:xfrm>
            <a:off x="8028431" y="1645920"/>
            <a:ext cx="3566160" cy="502920"/>
          </a:xfrm>
          <a:prstGeom prst="roundRect">
            <a:avLst>
              <a:gd name="adj" fmla="val 10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50" b="1" i="0">
                <a:solidFill>
                  <a:srgbClr val="FFFFFF"/>
                </a:solidFill>
                <a:latin typeface="Meiryo UI"/>
                <a:ea typeface="Meiryo UI"/>
              </a:rPr>
              <a:t>WIN　ノバルティス</a:t>
            </a:r>
          </a:p>
        </p:txBody>
      </p:sp>
      <p:sp>
        <p:nvSpPr>
          <p:cNvPr id="11" name="Rounded Rectangle 10"/>
          <p:cNvSpPr/>
          <p:nvPr/>
        </p:nvSpPr>
        <p:spPr>
          <a:xfrm>
            <a:off x="8028431" y="2221992"/>
            <a:ext cx="3566160" cy="50292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ctr"/>
            <a:r>
              <a:rPr sz="1250" b="0" i="0">
                <a:solidFill>
                  <a:srgbClr val="262626"/>
                </a:solidFill>
                <a:latin typeface="Meiryo UI"/>
                <a:ea typeface="Meiryo UI"/>
              </a:rPr>
              <a:t>必要な患者さんに、届く</a:t>
            </a:r>
          </a:p>
        </p:txBody>
      </p:sp>
      <p:sp>
        <p:nvSpPr>
          <p:cNvPr id="12" name="Rounded Rectangle 11"/>
          <p:cNvSpPr/>
          <p:nvPr/>
        </p:nvSpPr>
        <p:spPr>
          <a:xfrm>
            <a:off x="548640" y="2880360"/>
            <a:ext cx="11109960" cy="502920"/>
          </a:xfrm>
          <a:prstGeom prst="roundRect">
            <a:avLst>
              <a:gd name="adj" fmla="val 10000"/>
            </a:avLst>
          </a:prstGeom>
          <a:solidFill>
            <a:srgbClr val="FFF6DC"/>
          </a:solidFill>
          <a:ln w="1270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0B4F37"/>
                </a:solidFill>
                <a:latin typeface="Meiryo UI"/>
                <a:ea typeface="Meiryo UI"/>
              </a:rPr>
              <a:t>解決策とは、この3者が同時にWinになっているもの（SAM）</a:t>
            </a:r>
          </a:p>
        </p:txBody>
      </p:sp>
      <p:sp>
        <p:nvSpPr>
          <p:cNvPr id="13" name="Rounded Rectangle 12"/>
          <p:cNvSpPr/>
          <p:nvPr/>
        </p:nvSpPr>
        <p:spPr>
          <a:xfrm>
            <a:off x="548640" y="3611880"/>
            <a:ext cx="11109960" cy="45720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FFFFFF"/>
                </a:solidFill>
                <a:latin typeface="Meiryo UI"/>
                <a:ea typeface="Meiryo UI"/>
              </a:rPr>
              <a:t>BEYOND　―　Winは、その施設の外まで広げられる</a:t>
            </a:r>
          </a:p>
        </p:txBody>
      </p:sp>
      <p:sp>
        <p:nvSpPr>
          <p:cNvPr id="14" name="Rounded Rectangle 13"/>
          <p:cNvSpPr/>
          <p:nvPr/>
        </p:nvSpPr>
        <p:spPr>
          <a:xfrm>
            <a:off x="548640" y="4206240"/>
            <a:ext cx="2697480" cy="548640"/>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0B4F37"/>
                </a:solidFill>
                <a:latin typeface="Meiryo UI"/>
                <a:ea typeface="Meiryo UI"/>
              </a:rPr>
              <a:t>関連病院</a:t>
            </a:r>
          </a:p>
        </p:txBody>
      </p:sp>
      <p:sp>
        <p:nvSpPr>
          <p:cNvPr id="15" name="Rounded Rectangle 14"/>
          <p:cNvSpPr/>
          <p:nvPr/>
        </p:nvSpPr>
        <p:spPr>
          <a:xfrm>
            <a:off x="3401568" y="4206240"/>
            <a:ext cx="2697480" cy="548640"/>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0B4F37"/>
                </a:solidFill>
                <a:latin typeface="Meiryo UI"/>
                <a:ea typeface="Meiryo UI"/>
              </a:rPr>
              <a:t>近隣大学</a:t>
            </a:r>
          </a:p>
        </p:txBody>
      </p:sp>
      <p:sp>
        <p:nvSpPr>
          <p:cNvPr id="16" name="Rounded Rectangle 15"/>
          <p:cNvSpPr/>
          <p:nvPr/>
        </p:nvSpPr>
        <p:spPr>
          <a:xfrm>
            <a:off x="6254496" y="4206240"/>
            <a:ext cx="2697480" cy="548640"/>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0B4F37"/>
                </a:solidFill>
                <a:latin typeface="Meiryo UI"/>
                <a:ea typeface="Meiryo UI"/>
              </a:rPr>
              <a:t>地域の先生</a:t>
            </a:r>
          </a:p>
        </p:txBody>
      </p:sp>
      <p:sp>
        <p:nvSpPr>
          <p:cNvPr id="17" name="Rounded Rectangle 16"/>
          <p:cNvSpPr/>
          <p:nvPr/>
        </p:nvSpPr>
        <p:spPr>
          <a:xfrm>
            <a:off x="9107424" y="4206240"/>
            <a:ext cx="2697480" cy="548640"/>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0B4F37"/>
                </a:solidFill>
                <a:latin typeface="Meiryo UI"/>
                <a:ea typeface="Meiryo UI"/>
              </a:rPr>
              <a:t>患者さんの流れ</a:t>
            </a:r>
          </a:p>
        </p:txBody>
      </p:sp>
      <p:sp>
        <p:nvSpPr>
          <p:cNvPr id="18" name="Rounded Rectangle 17"/>
          <p:cNvSpPr/>
          <p:nvPr/>
        </p:nvSpPr>
        <p:spPr>
          <a:xfrm>
            <a:off x="548640" y="5029200"/>
            <a:ext cx="11109960" cy="1188720"/>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8015" bIns="128015" lIns="182880" rIns="182880"/>
          <a:lstStyle/>
          <a:p>
            <a:pPr algn="ctr">
              <a:spcAft>
                <a:spcPts val="800"/>
              </a:spcAft>
            </a:pPr>
            <a:r>
              <a:rPr sz="1500" b="0" i="0">
                <a:solidFill>
                  <a:srgbClr val="FFFFFF"/>
                </a:solidFill>
                <a:latin typeface="Meiryo UI"/>
                <a:ea typeface="Meiryo UI"/>
              </a:rPr>
              <a:t>大学は、エリアの1施設。</a:t>
            </a:r>
          </a:p>
          <a:p>
            <a:pPr algn="ctr"/>
            <a:r>
              <a:rPr sz="2100" b="1" i="0">
                <a:solidFill>
                  <a:srgbClr val="FFC000"/>
                </a:solidFill>
                <a:latin typeface="Meiryo UI"/>
                <a:ea typeface="Meiryo UI"/>
              </a:rPr>
              <a:t>影響の輪まで設計すると、同じ打ち手でもWinが大きくなる。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233172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③ NEEDS &amp; WANTS</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Needsは「状態」、Wantsは「手段」</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12</a:t>
            </a:r>
          </a:p>
        </p:txBody>
      </p:sp>
      <p:sp>
        <p:nvSpPr>
          <p:cNvPr id="6" name="Rounded Rectangle 5"/>
          <p:cNvSpPr/>
          <p:nvPr/>
        </p:nvSpPr>
        <p:spPr>
          <a:xfrm>
            <a:off x="548640" y="1645920"/>
            <a:ext cx="4114800" cy="45720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理想の状態</a:t>
            </a:r>
          </a:p>
        </p:txBody>
      </p:sp>
      <p:sp>
        <p:nvSpPr>
          <p:cNvPr id="7" name="Rounded Rectangle 6"/>
          <p:cNvSpPr/>
          <p:nvPr/>
        </p:nvSpPr>
        <p:spPr>
          <a:xfrm>
            <a:off x="548640" y="2176272"/>
            <a:ext cx="4114800" cy="731520"/>
          </a:xfrm>
          <a:prstGeom prst="roundRect">
            <a:avLst>
              <a:gd name="adj" fmla="val 1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200" b="1" i="0">
                <a:solidFill>
                  <a:srgbClr val="FFFFFF"/>
                </a:solidFill>
                <a:latin typeface="Meiryo UI"/>
                <a:ea typeface="Meiryo UI"/>
              </a:rPr>
              <a:t>Gap ＝ Needs</a:t>
            </a:r>
          </a:p>
        </p:txBody>
      </p:sp>
      <p:sp>
        <p:nvSpPr>
          <p:cNvPr id="8" name="Rounded Rectangle 7"/>
          <p:cNvSpPr/>
          <p:nvPr/>
        </p:nvSpPr>
        <p:spPr>
          <a:xfrm>
            <a:off x="548640" y="2980944"/>
            <a:ext cx="4114800" cy="45720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現状</a:t>
            </a:r>
          </a:p>
        </p:txBody>
      </p:sp>
      <p:sp>
        <p:nvSpPr>
          <p:cNvPr id="9" name="Down Arrow 8"/>
          <p:cNvSpPr/>
          <p:nvPr/>
        </p:nvSpPr>
        <p:spPr>
          <a:xfrm>
            <a:off x="2313432" y="3520440"/>
            <a:ext cx="402336" cy="292608"/>
          </a:xfrm>
          <a:prstGeom prst="down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3886200"/>
            <a:ext cx="4114800" cy="54864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FFFFFF"/>
                </a:solidFill>
                <a:latin typeface="Meiryo UI"/>
                <a:ea typeface="Meiryo UI"/>
              </a:rPr>
              <a:t>Gapを埋める手段 ＝ Wants</a:t>
            </a:r>
          </a:p>
        </p:txBody>
      </p:sp>
      <p:sp>
        <p:nvSpPr>
          <p:cNvPr id="11" name="TextBox 10"/>
          <p:cNvSpPr txBox="1"/>
          <p:nvPr/>
        </p:nvSpPr>
        <p:spPr>
          <a:xfrm>
            <a:off x="548640" y="4553712"/>
            <a:ext cx="4114800" cy="329184"/>
          </a:xfrm>
          <a:prstGeom prst="rect">
            <a:avLst/>
          </a:prstGeom>
          <a:noFill/>
        </p:spPr>
        <p:txBody>
          <a:bodyPr wrap="square" lIns="0" rIns="0" tIns="0" bIns="0" anchor="t">
            <a:spAutoFit/>
          </a:bodyPr>
          <a:lstStyle/>
          <a:p>
            <a:pPr algn="ctr"/>
            <a:r>
              <a:rPr sz="1250" b="1" i="0">
                <a:solidFill>
                  <a:srgbClr val="0B4F37"/>
                </a:solidFill>
                <a:latin typeface="Meiryo UI"/>
                <a:ea typeface="Meiryo UI"/>
              </a:rPr>
              <a:t>顧客が口にするのは、ほとんどWants</a:t>
            </a:r>
          </a:p>
        </p:txBody>
      </p:sp>
      <p:sp>
        <p:nvSpPr>
          <p:cNvPr id="12" name="Rounded Rectangle 11"/>
          <p:cNvSpPr/>
          <p:nvPr/>
        </p:nvSpPr>
        <p:spPr>
          <a:xfrm>
            <a:off x="4937760" y="1645920"/>
            <a:ext cx="2286000" cy="91440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400" b="1" i="0">
                <a:solidFill>
                  <a:srgbClr val="FFFFFF"/>
                </a:solidFill>
                <a:latin typeface="Meiryo UI"/>
                <a:ea typeface="Meiryo UI"/>
              </a:rPr>
              <a:t>Fact（事実）</a:t>
            </a:r>
          </a:p>
        </p:txBody>
      </p:sp>
      <p:sp>
        <p:nvSpPr>
          <p:cNvPr id="13" name="Rounded Rectangle 12"/>
          <p:cNvSpPr/>
          <p:nvPr/>
        </p:nvSpPr>
        <p:spPr>
          <a:xfrm>
            <a:off x="7360920" y="1645920"/>
            <a:ext cx="4297680" cy="91440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02412" bIns="102412" lIns="146304" rIns="146304"/>
          <a:lstStyle/>
          <a:p>
            <a:pPr algn="l">
              <a:lnSpc>
                <a:spcPct val="120000"/>
              </a:lnSpc>
              <a:spcAft>
                <a:spcPts val="500"/>
              </a:spcAft>
            </a:pPr>
            <a:r>
              <a:rPr sz="1300" b="1" i="0">
                <a:solidFill>
                  <a:srgbClr val="262626"/>
                </a:solidFill>
                <a:latin typeface="Meiryo UI"/>
                <a:ea typeface="Meiryo UI"/>
              </a:rPr>
              <a:t>観察できること。願望が入っていない</a:t>
            </a:r>
          </a:p>
          <a:p>
            <a:pPr algn="l">
              <a:lnSpc>
                <a:spcPct val="120000"/>
              </a:lnSpc>
            </a:pPr>
            <a:r>
              <a:rPr sz="1150" b="0" i="0">
                <a:solidFill>
                  <a:srgbClr val="595959"/>
                </a:solidFill>
                <a:latin typeface="Meiryo UI"/>
                <a:ea typeface="Meiryo UI"/>
              </a:rPr>
              <a:t>例：腎生検が3年前の半分</a:t>
            </a:r>
          </a:p>
        </p:txBody>
      </p:sp>
      <p:sp>
        <p:nvSpPr>
          <p:cNvPr id="14" name="Rounded Rectangle 13"/>
          <p:cNvSpPr/>
          <p:nvPr/>
        </p:nvSpPr>
        <p:spPr>
          <a:xfrm>
            <a:off x="4937760" y="2651760"/>
            <a:ext cx="2286000" cy="91440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400" b="1" i="0">
                <a:solidFill>
                  <a:srgbClr val="FFFFFF"/>
                </a:solidFill>
                <a:latin typeface="Meiryo UI"/>
                <a:ea typeface="Meiryo UI"/>
              </a:rPr>
              <a:t>Wants（手段）</a:t>
            </a:r>
          </a:p>
        </p:txBody>
      </p:sp>
      <p:sp>
        <p:nvSpPr>
          <p:cNvPr id="15" name="Rounded Rectangle 14"/>
          <p:cNvSpPr/>
          <p:nvPr/>
        </p:nvSpPr>
        <p:spPr>
          <a:xfrm>
            <a:off x="7360920" y="2651760"/>
            <a:ext cx="4297680" cy="91440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02412" bIns="102412" lIns="146304" rIns="146304"/>
          <a:lstStyle/>
          <a:p>
            <a:pPr algn="l">
              <a:lnSpc>
                <a:spcPct val="120000"/>
              </a:lnSpc>
              <a:spcAft>
                <a:spcPts val="500"/>
              </a:spcAft>
            </a:pPr>
            <a:r>
              <a:rPr sz="1300" b="1" i="0">
                <a:solidFill>
                  <a:srgbClr val="262626"/>
                </a:solidFill>
                <a:latin typeface="Meiryo UI"/>
                <a:ea typeface="Meiryo UI"/>
              </a:rPr>
              <a:t>「〜が欲しい」「〜してほしい」</a:t>
            </a:r>
          </a:p>
          <a:p>
            <a:pPr algn="l">
              <a:lnSpc>
                <a:spcPct val="120000"/>
              </a:lnSpc>
            </a:pPr>
            <a:r>
              <a:rPr sz="1150" b="0" i="0">
                <a:solidFill>
                  <a:srgbClr val="595959"/>
                </a:solidFill>
                <a:latin typeface="Meiryo UI"/>
                <a:ea typeface="Meiryo UI"/>
              </a:rPr>
              <a:t>例：勉強会をやってほしい</a:t>
            </a:r>
          </a:p>
        </p:txBody>
      </p:sp>
      <p:sp>
        <p:nvSpPr>
          <p:cNvPr id="16" name="Rounded Rectangle 15"/>
          <p:cNvSpPr/>
          <p:nvPr/>
        </p:nvSpPr>
        <p:spPr>
          <a:xfrm>
            <a:off x="4937760" y="3657600"/>
            <a:ext cx="2286000" cy="914400"/>
          </a:xfrm>
          <a:prstGeom prst="roundRect">
            <a:avLst>
              <a:gd name="adj" fmla="val 1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400" b="1" i="0">
                <a:solidFill>
                  <a:srgbClr val="FFFFFF"/>
                </a:solidFill>
                <a:latin typeface="Meiryo UI"/>
                <a:ea typeface="Meiryo UI"/>
              </a:rPr>
              <a:t>Needs（状態）</a:t>
            </a:r>
          </a:p>
        </p:txBody>
      </p:sp>
      <p:sp>
        <p:nvSpPr>
          <p:cNvPr id="17" name="Rounded Rectangle 16"/>
          <p:cNvSpPr/>
          <p:nvPr/>
        </p:nvSpPr>
        <p:spPr>
          <a:xfrm>
            <a:off x="7360920" y="3657600"/>
            <a:ext cx="4297680" cy="91440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02412" bIns="102412" lIns="146304" rIns="146304"/>
          <a:lstStyle/>
          <a:p>
            <a:pPr algn="l">
              <a:lnSpc>
                <a:spcPct val="120000"/>
              </a:lnSpc>
              <a:spcAft>
                <a:spcPts val="500"/>
              </a:spcAft>
            </a:pPr>
            <a:r>
              <a:rPr sz="1300" b="1" i="0">
                <a:solidFill>
                  <a:srgbClr val="262626"/>
                </a:solidFill>
                <a:latin typeface="Meiryo UI"/>
                <a:ea typeface="Meiryo UI"/>
              </a:rPr>
              <a:t>「〜したい」「〜が足りない・困っている」</a:t>
            </a:r>
          </a:p>
          <a:p>
            <a:pPr algn="l">
              <a:lnSpc>
                <a:spcPct val="120000"/>
              </a:lnSpc>
            </a:pPr>
            <a:r>
              <a:rPr sz="1150" b="0" i="0">
                <a:solidFill>
                  <a:srgbClr val="595959"/>
                </a:solidFill>
                <a:latin typeface="Meiryo UI"/>
                <a:ea typeface="Meiryo UI"/>
              </a:rPr>
              <a:t>例：若手を育てたい</a:t>
            </a:r>
          </a:p>
        </p:txBody>
      </p:sp>
      <p:sp>
        <p:nvSpPr>
          <p:cNvPr id="18" name="Rounded Rectangle 17"/>
          <p:cNvSpPr/>
          <p:nvPr/>
        </p:nvSpPr>
        <p:spPr>
          <a:xfrm>
            <a:off x="4937760" y="4663440"/>
            <a:ext cx="6720840" cy="457200"/>
          </a:xfrm>
          <a:prstGeom prst="roundRect">
            <a:avLst>
              <a:gd name="adj" fmla="val 10000"/>
            </a:avLst>
          </a:prstGeom>
          <a:solidFill>
            <a:srgbClr val="FFF6DC"/>
          </a:solidFill>
          <a:ln w="1270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0B4F37"/>
                </a:solidFill>
                <a:latin typeface="Meiryo UI"/>
                <a:ea typeface="Meiryo UI"/>
              </a:rPr>
              <a:t>迷ったら「これは状態か、手段か」</a:t>
            </a:r>
          </a:p>
        </p:txBody>
      </p:sp>
      <p:sp>
        <p:nvSpPr>
          <p:cNvPr id="19" name="Rounded Rectangle 18"/>
          <p:cNvSpPr/>
          <p:nvPr/>
        </p:nvSpPr>
        <p:spPr>
          <a:xfrm>
            <a:off x="548640" y="5257800"/>
            <a:ext cx="11109960" cy="960120"/>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ctr"/>
            <a:r>
              <a:rPr sz="2100" b="1" i="0">
                <a:solidFill>
                  <a:srgbClr val="FFC000"/>
                </a:solidFill>
                <a:latin typeface="Meiryo UI"/>
                <a:ea typeface="Meiryo UI"/>
              </a:rPr>
              <a:t>Factは仮説の材料。Wantsは入口。Needsは目指す状態。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 name="Rounded Rectangle 2"/>
          <p:cNvSpPr/>
          <p:nvPr/>
        </p:nvSpPr>
        <p:spPr>
          <a:xfrm>
            <a:off x="548640" y="310896"/>
            <a:ext cx="2496312"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WORK ①-1　｜　4分</a:t>
            </a:r>
          </a:p>
        </p:txBody>
      </p:sp>
      <p:sp>
        <p:nvSpPr>
          <p:cNvPr id="4" name="TextBox 3"/>
          <p:cNvSpPr txBox="1"/>
          <p:nvPr/>
        </p:nvSpPr>
        <p:spPr>
          <a:xfrm>
            <a:off x="548640" y="786384"/>
            <a:ext cx="11155680" cy="475488"/>
          </a:xfrm>
          <a:prstGeom prst="rect">
            <a:avLst/>
          </a:prstGeom>
          <a:noFill/>
        </p:spPr>
        <p:txBody>
          <a:bodyPr wrap="square" lIns="0" rIns="0" tIns="0" bIns="0" anchor="t">
            <a:spAutoFit/>
          </a:bodyPr>
          <a:lstStyle/>
          <a:p>
            <a:pPr algn="l"/>
            <a:r>
              <a:rPr sz="2400" b="1" i="0">
                <a:solidFill>
                  <a:srgbClr val="0B4F37"/>
                </a:solidFill>
                <a:latin typeface="Meiryo UI"/>
                <a:ea typeface="Meiryo UI"/>
              </a:rPr>
              <a:t>例題を、Fact／Wants／Needs に仕分ける</a:t>
            </a:r>
          </a:p>
        </p:txBody>
      </p:sp>
      <p:sp>
        <p:nvSpPr>
          <p:cNvPr id="5" name="TextBox 4"/>
          <p:cNvSpPr txBox="1"/>
          <p:nvPr/>
        </p:nvSpPr>
        <p:spPr>
          <a:xfrm>
            <a:off x="548640" y="1316736"/>
            <a:ext cx="11155680" cy="292608"/>
          </a:xfrm>
          <a:prstGeom prst="rect">
            <a:avLst/>
          </a:prstGeom>
          <a:noFill/>
        </p:spPr>
        <p:txBody>
          <a:bodyPr wrap="square" lIns="0" rIns="0" tIns="0" bIns="0" anchor="t">
            <a:spAutoFit/>
          </a:bodyPr>
          <a:lstStyle/>
          <a:p>
            <a:pPr algn="l"/>
            <a:r>
              <a:rPr sz="1350" b="0" i="0">
                <a:solidFill>
                  <a:srgbClr val="262626"/>
                </a:solidFill>
                <a:latin typeface="Meiryo UI"/>
                <a:ea typeface="Meiryo UI"/>
              </a:rPr>
              <a:t>ある基幹病院の腎臓内科について、集めた情報9件です。①〜⑨を、下の3つのどこに置きますか。</a:t>
            </a:r>
          </a:p>
        </p:txBody>
      </p:sp>
      <p:sp>
        <p:nvSpPr>
          <p:cNvPr id="6" name="Rounded Rectangle 5"/>
          <p:cNvSpPr/>
          <p:nvPr/>
        </p:nvSpPr>
        <p:spPr>
          <a:xfrm>
            <a:off x="548640" y="166420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① 腎生検数が、1年で36件から90件に増えた</a:t>
            </a:r>
          </a:p>
        </p:txBody>
      </p:sp>
      <p:sp>
        <p:nvSpPr>
          <p:cNvPr id="7" name="Rounded Rectangle 6"/>
          <p:cNvSpPr/>
          <p:nvPr/>
        </p:nvSpPr>
        <p:spPr>
          <a:xfrm>
            <a:off x="4288536" y="166420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② その後も96件、99件で推移している</a:t>
            </a:r>
          </a:p>
        </p:txBody>
      </p:sp>
      <p:sp>
        <p:nvSpPr>
          <p:cNvPr id="8" name="Rounded Rectangle 7"/>
          <p:cNvSpPr/>
          <p:nvPr/>
        </p:nvSpPr>
        <p:spPr>
          <a:xfrm>
            <a:off x="8028431" y="166420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③ 血液浄化センター・臨床研究・学会発表のページがある</a:t>
            </a:r>
          </a:p>
        </p:txBody>
      </p:sp>
      <p:sp>
        <p:nvSpPr>
          <p:cNvPr id="9" name="Rounded Rectangle 8"/>
          <p:cNvSpPr/>
          <p:nvPr/>
        </p:nvSpPr>
        <p:spPr>
          <a:xfrm>
            <a:off x="548640" y="239572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④ 部長は前任地で、腎臓内科の立ち上げを経験している</a:t>
            </a:r>
          </a:p>
        </p:txBody>
      </p:sp>
      <p:sp>
        <p:nvSpPr>
          <p:cNvPr id="10" name="Rounded Rectangle 9"/>
          <p:cNvSpPr/>
          <p:nvPr/>
        </p:nvSpPr>
        <p:spPr>
          <a:xfrm>
            <a:off x="4288536" y="239572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⑤「腎臓に問題がある患者様がいたら、いつでもご紹介ください」</a:t>
            </a:r>
          </a:p>
        </p:txBody>
      </p:sp>
      <p:sp>
        <p:nvSpPr>
          <p:cNvPr id="11" name="Rounded Rectangle 10"/>
          <p:cNvSpPr/>
          <p:nvPr/>
        </p:nvSpPr>
        <p:spPr>
          <a:xfrm>
            <a:off x="8028431" y="239572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⑥「まず透析の話をせず、透析にならない方法を一緒に考えたい」</a:t>
            </a:r>
          </a:p>
        </p:txBody>
      </p:sp>
      <p:sp>
        <p:nvSpPr>
          <p:cNvPr id="12" name="Rounded Rectangle 11"/>
          <p:cNvSpPr/>
          <p:nvPr/>
        </p:nvSpPr>
        <p:spPr>
          <a:xfrm>
            <a:off x="548640" y="312724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⑦「透析を導入する医療ではなく、透析患者さんを一人でも減らしたい」</a:t>
            </a:r>
          </a:p>
        </p:txBody>
      </p:sp>
      <p:sp>
        <p:nvSpPr>
          <p:cNvPr id="13" name="Rounded Rectangle 12"/>
          <p:cNvSpPr/>
          <p:nvPr/>
        </p:nvSpPr>
        <p:spPr>
          <a:xfrm>
            <a:off x="4288536" y="312724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⑧「どんな腎疾患の患者様にも、ベストな医療を偏りなく行いたい」</a:t>
            </a:r>
          </a:p>
        </p:txBody>
      </p:sp>
      <p:sp>
        <p:nvSpPr>
          <p:cNvPr id="14" name="Rounded Rectangle 13"/>
          <p:cNvSpPr/>
          <p:nvPr/>
        </p:nvSpPr>
        <p:spPr>
          <a:xfrm>
            <a:off x="8028431" y="3127248"/>
            <a:ext cx="356616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0000"/>
              </a:lnSpc>
            </a:pPr>
            <a:r>
              <a:rPr sz="1150" b="1" i="0">
                <a:solidFill>
                  <a:srgbClr val="262626"/>
                </a:solidFill>
                <a:latin typeface="Meiryo UI"/>
                <a:ea typeface="Meiryo UI"/>
              </a:rPr>
              <a:t>⑨「安心して任せられる医師・医療を目指したい」</a:t>
            </a:r>
          </a:p>
        </p:txBody>
      </p:sp>
      <p:sp>
        <p:nvSpPr>
          <p:cNvPr id="15" name="Rounded Rectangle 14"/>
          <p:cNvSpPr/>
          <p:nvPr/>
        </p:nvSpPr>
        <p:spPr>
          <a:xfrm>
            <a:off x="548640" y="3950208"/>
            <a:ext cx="2377440" cy="658368"/>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50" b="1" i="0">
                <a:solidFill>
                  <a:srgbClr val="FFFFFF"/>
                </a:solidFill>
                <a:latin typeface="Meiryo UI"/>
                <a:ea typeface="Meiryo UI"/>
              </a:rPr>
              <a:t>Fact（事実）</a:t>
            </a:r>
          </a:p>
        </p:txBody>
      </p:sp>
      <p:sp>
        <p:nvSpPr>
          <p:cNvPr id="16" name="Rounded Rectangle 15"/>
          <p:cNvSpPr/>
          <p:nvPr/>
        </p:nvSpPr>
        <p:spPr>
          <a:xfrm>
            <a:off x="3063240" y="3950208"/>
            <a:ext cx="8595360" cy="658368"/>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7" name="Rounded Rectangle 16"/>
          <p:cNvSpPr/>
          <p:nvPr/>
        </p:nvSpPr>
        <p:spPr>
          <a:xfrm>
            <a:off x="548640" y="4681728"/>
            <a:ext cx="2377440" cy="658368"/>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50" b="1" i="0">
                <a:solidFill>
                  <a:srgbClr val="FFFFFF"/>
                </a:solidFill>
                <a:latin typeface="Meiryo UI"/>
                <a:ea typeface="Meiryo UI"/>
              </a:rPr>
              <a:t>Wants（手段）</a:t>
            </a:r>
          </a:p>
        </p:txBody>
      </p:sp>
      <p:sp>
        <p:nvSpPr>
          <p:cNvPr id="18" name="Rounded Rectangle 17"/>
          <p:cNvSpPr/>
          <p:nvPr/>
        </p:nvSpPr>
        <p:spPr>
          <a:xfrm>
            <a:off x="3063240" y="4681728"/>
            <a:ext cx="8595360" cy="658368"/>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9" name="Rounded Rectangle 18"/>
          <p:cNvSpPr/>
          <p:nvPr/>
        </p:nvSpPr>
        <p:spPr>
          <a:xfrm>
            <a:off x="548640" y="5413248"/>
            <a:ext cx="2377440" cy="658368"/>
          </a:xfrm>
          <a:prstGeom prst="roundRect">
            <a:avLst>
              <a:gd name="adj" fmla="val 1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50" b="1" i="0">
                <a:solidFill>
                  <a:srgbClr val="FFFFFF"/>
                </a:solidFill>
                <a:latin typeface="Meiryo UI"/>
                <a:ea typeface="Meiryo UI"/>
              </a:rPr>
              <a:t>Needs（状態）</a:t>
            </a:r>
          </a:p>
        </p:txBody>
      </p:sp>
      <p:sp>
        <p:nvSpPr>
          <p:cNvPr id="20" name="Rounded Rectangle 19"/>
          <p:cNvSpPr/>
          <p:nvPr/>
        </p:nvSpPr>
        <p:spPr>
          <a:xfrm>
            <a:off x="3063240" y="5413248"/>
            <a:ext cx="8595360" cy="658368"/>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1" name="TextBox 20"/>
          <p:cNvSpPr txBox="1"/>
          <p:nvPr/>
        </p:nvSpPr>
        <p:spPr>
          <a:xfrm>
            <a:off x="3063240" y="6163056"/>
            <a:ext cx="8595360" cy="256032"/>
          </a:xfrm>
          <a:prstGeom prst="rect">
            <a:avLst/>
          </a:prstGeom>
          <a:noFill/>
        </p:spPr>
        <p:txBody>
          <a:bodyPr wrap="square" lIns="0" rIns="0" tIns="0" bIns="0" anchor="t">
            <a:spAutoFit/>
          </a:bodyPr>
          <a:lstStyle/>
          <a:p>
            <a:pPr algn="l"/>
            <a:r>
              <a:rPr sz="1050" b="0" i="0">
                <a:solidFill>
                  <a:srgbClr val="595959"/>
                </a:solidFill>
                <a:latin typeface="Meiryo UI"/>
                <a:ea typeface="Meiryo UI"/>
              </a:rPr>
              <a:t>※ 番号を入れて、なぜそこに置いたかを一言で言えるように</a:t>
            </a:r>
          </a:p>
        </p:txBody>
      </p:sp>
      <p:sp>
        <p:nvSpPr>
          <p:cNvPr id="22" name="TextBox 21"/>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23" name="TextBox 22"/>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2496312"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WORK ①-2　｜　6分</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これまでの経験を共有する</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14</a:t>
            </a:r>
          </a:p>
        </p:txBody>
      </p:sp>
      <p:sp>
        <p:nvSpPr>
          <p:cNvPr id="6" name="TextBox 5"/>
          <p:cNvSpPr txBox="1"/>
          <p:nvPr/>
        </p:nvSpPr>
        <p:spPr>
          <a:xfrm>
            <a:off x="548640" y="1426464"/>
            <a:ext cx="11109960" cy="274320"/>
          </a:xfrm>
          <a:prstGeom prst="rect">
            <a:avLst/>
          </a:prstGeom>
          <a:noFill/>
        </p:spPr>
        <p:txBody>
          <a:bodyPr wrap="square" lIns="0" rIns="0" tIns="0" bIns="0" anchor="t">
            <a:spAutoFit/>
          </a:bodyPr>
          <a:lstStyle/>
          <a:p>
            <a:pPr algn="ctr"/>
            <a:r>
              <a:rPr sz="1250" b="1" i="0">
                <a:solidFill>
                  <a:srgbClr val="0B4F37"/>
                </a:solidFill>
                <a:latin typeface="Meiryo UI"/>
                <a:ea typeface="Meiryo UI"/>
              </a:rPr>
              <a:t>公開情報から取れるWantsは、わずかでした。Wantsは、面談でしか増えません。</a:t>
            </a:r>
          </a:p>
        </p:txBody>
      </p:sp>
      <p:sp>
        <p:nvSpPr>
          <p:cNvPr id="7" name="Rounded Rectangle 6"/>
          <p:cNvSpPr/>
          <p:nvPr/>
        </p:nvSpPr>
        <p:spPr>
          <a:xfrm>
            <a:off x="548640" y="1810512"/>
            <a:ext cx="11109960" cy="868680"/>
          </a:xfrm>
          <a:prstGeom prst="roundRect">
            <a:avLst>
              <a:gd name="adj" fmla="val 8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102412" bIns="102412" lIns="146304" rIns="146304"/>
          <a:lstStyle/>
          <a:p>
            <a:pPr algn="ctr"/>
            <a:r>
              <a:rPr sz="2000" b="0" i="0">
                <a:solidFill>
                  <a:srgbClr val="262626"/>
                </a:solidFill>
                <a:latin typeface="Meiryo UI"/>
                <a:ea typeface="Meiryo UI"/>
              </a:rPr>
              <a:t>先生のWantsから、</a:t>
            </a:r>
            <a:r>
              <a:rPr sz="2000" b="1" i="0">
                <a:solidFill>
                  <a:srgbClr val="C00000"/>
                </a:solidFill>
                <a:latin typeface="Meiryo UI"/>
                <a:ea typeface="Meiryo UI"/>
              </a:rPr>
              <a:t>Needsを汲み取れた経験</a:t>
            </a:r>
            <a:r>
              <a:rPr sz="2000" b="0" i="0">
                <a:solidFill>
                  <a:srgbClr val="262626"/>
                </a:solidFill>
                <a:latin typeface="Meiryo UI"/>
                <a:ea typeface="Meiryo UI"/>
              </a:rPr>
              <a:t>はありますか？</a:t>
            </a:r>
          </a:p>
        </p:txBody>
      </p:sp>
      <p:sp>
        <p:nvSpPr>
          <p:cNvPr id="8" name="Oval 7"/>
          <p:cNvSpPr/>
          <p:nvPr/>
        </p:nvSpPr>
        <p:spPr>
          <a:xfrm>
            <a:off x="548640" y="3090672"/>
            <a:ext cx="658368" cy="658368"/>
          </a:xfrm>
          <a:prstGeom prst="ellipse">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lnSpc>
                <a:spcPct val="105000"/>
              </a:lnSpc>
            </a:pPr>
            <a:r>
              <a:rPr sz="1800" b="1" i="0">
                <a:solidFill>
                  <a:srgbClr val="FFFFFF"/>
                </a:solidFill>
                <a:latin typeface="Meiryo UI"/>
                <a:ea typeface="Meiryo UI"/>
              </a:rPr>
              <a:t>1</a:t>
            </a:r>
          </a:p>
        </p:txBody>
      </p:sp>
      <p:sp>
        <p:nvSpPr>
          <p:cNvPr id="9" name="Rounded Rectangle 8"/>
          <p:cNvSpPr/>
          <p:nvPr/>
        </p:nvSpPr>
        <p:spPr>
          <a:xfrm>
            <a:off x="1426464" y="3090672"/>
            <a:ext cx="10232136"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28015" bIns="128015" lIns="182880" rIns="182880"/>
          <a:lstStyle/>
          <a:p>
            <a:pPr algn="l"/>
            <a:r>
              <a:rPr sz="1750" b="1" i="0">
                <a:solidFill>
                  <a:srgbClr val="262626"/>
                </a:solidFill>
                <a:latin typeface="Meiryo UI"/>
                <a:ea typeface="Meiryo UI"/>
              </a:rPr>
              <a:t>面談で、先生のどんな言葉から始まりましたか？</a:t>
            </a:r>
          </a:p>
        </p:txBody>
      </p:sp>
      <p:sp>
        <p:nvSpPr>
          <p:cNvPr id="10" name="Oval 9"/>
          <p:cNvSpPr/>
          <p:nvPr/>
        </p:nvSpPr>
        <p:spPr>
          <a:xfrm>
            <a:off x="548640" y="3895344"/>
            <a:ext cx="658368" cy="658368"/>
          </a:xfrm>
          <a:prstGeom prst="ellipse">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lnSpc>
                <a:spcPct val="105000"/>
              </a:lnSpc>
            </a:pPr>
            <a:r>
              <a:rPr sz="1800" b="1" i="0">
                <a:solidFill>
                  <a:srgbClr val="FFFFFF"/>
                </a:solidFill>
                <a:latin typeface="Meiryo UI"/>
                <a:ea typeface="Meiryo UI"/>
              </a:rPr>
              <a:t>2</a:t>
            </a:r>
          </a:p>
        </p:txBody>
      </p:sp>
      <p:sp>
        <p:nvSpPr>
          <p:cNvPr id="11" name="Rounded Rectangle 10"/>
          <p:cNvSpPr/>
          <p:nvPr/>
        </p:nvSpPr>
        <p:spPr>
          <a:xfrm>
            <a:off x="1426464" y="3895344"/>
            <a:ext cx="10232136"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28015" bIns="128015" lIns="182880" rIns="182880"/>
          <a:lstStyle/>
          <a:p>
            <a:pPr algn="l"/>
            <a:r>
              <a:rPr sz="1750" b="1" i="0">
                <a:solidFill>
                  <a:srgbClr val="262626"/>
                </a:solidFill>
                <a:latin typeface="Meiryo UI"/>
                <a:ea typeface="Meiryo UI"/>
              </a:rPr>
              <a:t>その裏にあるNeedsは、何だと考えましたか？</a:t>
            </a:r>
          </a:p>
        </p:txBody>
      </p:sp>
      <p:sp>
        <p:nvSpPr>
          <p:cNvPr id="12" name="Oval 11"/>
          <p:cNvSpPr/>
          <p:nvPr/>
        </p:nvSpPr>
        <p:spPr>
          <a:xfrm>
            <a:off x="548640" y="4700016"/>
            <a:ext cx="658368" cy="658368"/>
          </a:xfrm>
          <a:prstGeom prst="ellipse">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lnSpc>
                <a:spcPct val="105000"/>
              </a:lnSpc>
            </a:pPr>
            <a:r>
              <a:rPr sz="1800" b="1" i="0">
                <a:solidFill>
                  <a:srgbClr val="FFFFFF"/>
                </a:solidFill>
                <a:latin typeface="Meiryo UI"/>
                <a:ea typeface="Meiryo UI"/>
              </a:rPr>
              <a:t>3</a:t>
            </a:r>
          </a:p>
        </p:txBody>
      </p:sp>
      <p:sp>
        <p:nvSpPr>
          <p:cNvPr id="13" name="Rounded Rectangle 12"/>
          <p:cNvSpPr/>
          <p:nvPr/>
        </p:nvSpPr>
        <p:spPr>
          <a:xfrm>
            <a:off x="1426464" y="4700016"/>
            <a:ext cx="10232136"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28015" bIns="128015" lIns="182880" rIns="182880"/>
          <a:lstStyle/>
          <a:p>
            <a:pPr algn="l"/>
            <a:r>
              <a:rPr sz="1750" b="1" i="0">
                <a:solidFill>
                  <a:srgbClr val="262626"/>
                </a:solidFill>
                <a:latin typeface="Meiryo UI"/>
                <a:ea typeface="Meiryo UI"/>
              </a:rPr>
              <a:t>気づいたあと、活動はどう変わりましたか？</a:t>
            </a:r>
          </a:p>
        </p:txBody>
      </p:sp>
      <p:sp>
        <p:nvSpPr>
          <p:cNvPr id="14" name="Rounded Rectangle 13"/>
          <p:cNvSpPr/>
          <p:nvPr/>
        </p:nvSpPr>
        <p:spPr>
          <a:xfrm>
            <a:off x="548640" y="5623560"/>
            <a:ext cx="11109960" cy="603504"/>
          </a:xfrm>
          <a:prstGeom prst="roundRect">
            <a:avLst>
              <a:gd name="adj" fmla="val 12000"/>
            </a:avLst>
          </a:prstGeom>
          <a:solidFill>
            <a:srgbClr val="FFF6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0B4F37"/>
                </a:solidFill>
                <a:latin typeface="Meiryo UI"/>
                <a:ea typeface="Meiryo UI"/>
              </a:rPr>
              <a:t>3〜4人で。うまくいかなかった経験でも構いません。</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 name="Rounded Rectangle 2"/>
          <p:cNvSpPr/>
          <p:nvPr/>
        </p:nvSpPr>
        <p:spPr>
          <a:xfrm>
            <a:off x="548640" y="310896"/>
            <a:ext cx="2642616" cy="384048"/>
          </a:xfrm>
          <a:prstGeom prst="roundRect">
            <a:avLst>
              <a:gd name="adj" fmla="val 50000"/>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参考例　｜　ワーク①</a:t>
            </a:r>
          </a:p>
        </p:txBody>
      </p:sp>
      <p:sp>
        <p:nvSpPr>
          <p:cNvPr id="4" name="TextBox 3"/>
          <p:cNvSpPr txBox="1"/>
          <p:nvPr/>
        </p:nvSpPr>
        <p:spPr>
          <a:xfrm>
            <a:off x="548640" y="786384"/>
            <a:ext cx="11155680" cy="457200"/>
          </a:xfrm>
          <a:prstGeom prst="rect">
            <a:avLst/>
          </a:prstGeom>
          <a:noFill/>
        </p:spPr>
        <p:txBody>
          <a:bodyPr wrap="square" lIns="0" rIns="0" tIns="0" bIns="0" anchor="t">
            <a:spAutoFit/>
          </a:bodyPr>
          <a:lstStyle/>
          <a:p>
            <a:pPr algn="l"/>
            <a:r>
              <a:rPr sz="2300" b="1" i="0">
                <a:solidFill>
                  <a:srgbClr val="0B4F37"/>
                </a:solidFill>
                <a:latin typeface="Meiryo UI"/>
                <a:ea typeface="Meiryo UI"/>
              </a:rPr>
              <a:t>Wantsから、Needsを汲み取った経験</a:t>
            </a:r>
          </a:p>
        </p:txBody>
      </p:sp>
      <p:sp>
        <p:nvSpPr>
          <p:cNvPr id="5" name="TextBox 4"/>
          <p:cNvSpPr txBox="1"/>
          <p:nvPr/>
        </p:nvSpPr>
        <p:spPr>
          <a:xfrm>
            <a:off x="548640" y="1298448"/>
            <a:ext cx="11155680" cy="274320"/>
          </a:xfrm>
          <a:prstGeom prst="rect">
            <a:avLst/>
          </a:prstGeom>
          <a:noFill/>
        </p:spPr>
        <p:txBody>
          <a:bodyPr wrap="square" lIns="0" rIns="0" tIns="0" bIns="0" anchor="t">
            <a:spAutoFit/>
          </a:bodyPr>
          <a:lstStyle/>
          <a:p>
            <a:pPr algn="l"/>
            <a:r>
              <a:rPr sz="1200" b="0" i="0">
                <a:solidFill>
                  <a:srgbClr val="595959"/>
                </a:solidFill>
                <a:latin typeface="Meiryo UI"/>
                <a:ea typeface="Meiryo UI"/>
              </a:rPr>
              <a:t>A病院の〇〇先生との面談で、こう聞こえたら ─ 同じ先生でも、言葉ごとにNeedsも打ち手も変わる。</a:t>
            </a:r>
          </a:p>
        </p:txBody>
      </p:sp>
      <p:sp>
        <p:nvSpPr>
          <p:cNvPr id="6" name="Rounded Rectangle 5"/>
          <p:cNvSpPr/>
          <p:nvPr/>
        </p:nvSpPr>
        <p:spPr>
          <a:xfrm>
            <a:off x="548640" y="1600200"/>
            <a:ext cx="3017520" cy="548640"/>
          </a:xfrm>
          <a:prstGeom prst="roundRect">
            <a:avLst>
              <a:gd name="adj" fmla="val 8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200" b="1" i="0">
                <a:solidFill>
                  <a:srgbClr val="FFFFFF"/>
                </a:solidFill>
                <a:latin typeface="Meiryo UI"/>
                <a:ea typeface="Meiryo UI"/>
              </a:rPr>
              <a:t>出てきた Wants</a:t>
            </a:r>
          </a:p>
          <a:p>
            <a:pPr algn="ctr"/>
            <a:r>
              <a:rPr sz="900" b="0" i="0">
                <a:solidFill>
                  <a:srgbClr val="FFFFFF"/>
                </a:solidFill>
                <a:latin typeface="Meiryo UI"/>
                <a:ea typeface="Meiryo UI"/>
              </a:rPr>
              <a:t>先生が言った言葉のまま</a:t>
            </a:r>
          </a:p>
        </p:txBody>
      </p:sp>
      <p:sp>
        <p:nvSpPr>
          <p:cNvPr id="7" name="Rounded Rectangle 6"/>
          <p:cNvSpPr/>
          <p:nvPr/>
        </p:nvSpPr>
        <p:spPr>
          <a:xfrm>
            <a:off x="3611879" y="1600200"/>
            <a:ext cx="2834640" cy="54864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200" b="1" i="0">
                <a:solidFill>
                  <a:srgbClr val="FFFFFF"/>
                </a:solidFill>
                <a:latin typeface="Meiryo UI"/>
                <a:ea typeface="Meiryo UI"/>
              </a:rPr>
              <a:t>汲み取った Needs</a:t>
            </a:r>
          </a:p>
          <a:p>
            <a:pPr algn="ctr"/>
            <a:r>
              <a:rPr sz="900" b="0" i="0">
                <a:solidFill>
                  <a:srgbClr val="FFFFFF"/>
                </a:solidFill>
                <a:latin typeface="Meiryo UI"/>
                <a:ea typeface="Meiryo UI"/>
              </a:rPr>
              <a:t>なぜ、そう言ったのか（＝仮説）</a:t>
            </a:r>
          </a:p>
        </p:txBody>
      </p:sp>
      <p:sp>
        <p:nvSpPr>
          <p:cNvPr id="8" name="Rounded Rectangle 7"/>
          <p:cNvSpPr/>
          <p:nvPr/>
        </p:nvSpPr>
        <p:spPr>
          <a:xfrm>
            <a:off x="6492240" y="1600200"/>
            <a:ext cx="2560320" cy="548640"/>
          </a:xfrm>
          <a:prstGeom prst="roundRect">
            <a:avLst>
              <a:gd name="adj" fmla="val 8000"/>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200" b="1" i="0">
                <a:solidFill>
                  <a:srgbClr val="FFFFFF"/>
                </a:solidFill>
                <a:latin typeface="Meiryo UI"/>
                <a:ea typeface="Meiryo UI"/>
              </a:rPr>
              <a:t>次の面会でやったこと</a:t>
            </a:r>
          </a:p>
          <a:p>
            <a:pPr algn="ctr"/>
            <a:r>
              <a:rPr sz="900" b="0" i="0">
                <a:solidFill>
                  <a:srgbClr val="FFFFFF"/>
                </a:solidFill>
                <a:latin typeface="Meiryo UI"/>
                <a:ea typeface="Meiryo UI"/>
              </a:rPr>
              <a:t>MRが動いたこと</a:t>
            </a:r>
          </a:p>
        </p:txBody>
      </p:sp>
      <p:sp>
        <p:nvSpPr>
          <p:cNvPr id="9" name="Rounded Rectangle 8"/>
          <p:cNvSpPr/>
          <p:nvPr/>
        </p:nvSpPr>
        <p:spPr>
          <a:xfrm>
            <a:off x="9098280" y="1600200"/>
            <a:ext cx="2560320" cy="5486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200" b="1" i="0">
                <a:solidFill>
                  <a:srgbClr val="FFFFFF"/>
                </a:solidFill>
                <a:latin typeface="Meiryo UI"/>
                <a:ea typeface="Meiryo UI"/>
              </a:rPr>
              <a:t>つながった打ち手</a:t>
            </a:r>
          </a:p>
          <a:p>
            <a:pPr algn="ctr"/>
            <a:r>
              <a:rPr sz="900" b="0" i="0">
                <a:solidFill>
                  <a:srgbClr val="FFFFFF"/>
                </a:solidFill>
                <a:latin typeface="Meiryo UI"/>
                <a:ea typeface="Meiryo UI"/>
              </a:rPr>
              <a:t>その先に形になったこと</a:t>
            </a:r>
          </a:p>
        </p:txBody>
      </p:sp>
      <p:sp>
        <p:nvSpPr>
          <p:cNvPr id="10" name="Rounded Rectangle 9"/>
          <p:cNvSpPr/>
          <p:nvPr/>
        </p:nvSpPr>
        <p:spPr>
          <a:xfrm>
            <a:off x="548640" y="2286000"/>
            <a:ext cx="3017520" cy="86868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「もっと早い段階で腎生検をして、診断をつけて治療に入りたいんだよね」</a:t>
            </a:r>
          </a:p>
        </p:txBody>
      </p:sp>
      <p:sp>
        <p:nvSpPr>
          <p:cNvPr id="11" name="Rounded Rectangle 10"/>
          <p:cNvSpPr/>
          <p:nvPr/>
        </p:nvSpPr>
        <p:spPr>
          <a:xfrm>
            <a:off x="3611879" y="2286000"/>
            <a:ext cx="2834640" cy="86868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早期に生検・診断まで持っていける患者が、限られている</a:t>
            </a:r>
          </a:p>
        </p:txBody>
      </p:sp>
      <p:sp>
        <p:nvSpPr>
          <p:cNvPr id="12" name="Rounded Rectangle 11"/>
          <p:cNvSpPr/>
          <p:nvPr/>
        </p:nvSpPr>
        <p:spPr>
          <a:xfrm>
            <a:off x="6492240" y="2286000"/>
            <a:ext cx="2560320" cy="86868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資料を渡すのをやめ、どの段階の患者さんが多いかを一緒に整理</a:t>
            </a:r>
          </a:p>
        </p:txBody>
      </p:sp>
      <p:sp>
        <p:nvSpPr>
          <p:cNvPr id="13" name="Rounded Rectangle 12"/>
          <p:cNvSpPr/>
          <p:nvPr/>
        </p:nvSpPr>
        <p:spPr>
          <a:xfrm>
            <a:off x="9098280" y="2286000"/>
            <a:ext cx="2560320" cy="86868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「腎生検のタイミング」を先生が話す症例検討会を企画</a:t>
            </a:r>
          </a:p>
        </p:txBody>
      </p:sp>
      <p:sp>
        <p:nvSpPr>
          <p:cNvPr id="14" name="Rounded Rectangle 13"/>
          <p:cNvSpPr/>
          <p:nvPr/>
        </p:nvSpPr>
        <p:spPr>
          <a:xfrm>
            <a:off x="548640" y="3200400"/>
            <a:ext cx="3017520" cy="868680"/>
          </a:xfrm>
          <a:prstGeom prst="roundRect">
            <a:avLst>
              <a:gd name="adj" fmla="val 2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「腎臓に問題がある患者さんがいたら、いつでも紹介してほしい」</a:t>
            </a:r>
          </a:p>
        </p:txBody>
      </p:sp>
      <p:sp>
        <p:nvSpPr>
          <p:cNvPr id="15" name="Rounded Rectangle 14"/>
          <p:cNvSpPr/>
          <p:nvPr/>
        </p:nvSpPr>
        <p:spPr>
          <a:xfrm>
            <a:off x="3611879" y="3200400"/>
            <a:ext cx="2834640" cy="868680"/>
          </a:xfrm>
          <a:prstGeom prst="roundRect">
            <a:avLst>
              <a:gd name="adj" fmla="val 2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紹介の入口が限られ、エリアから患者が集まってこない</a:t>
            </a:r>
          </a:p>
        </p:txBody>
      </p:sp>
      <p:sp>
        <p:nvSpPr>
          <p:cNvPr id="16" name="Rounded Rectangle 15"/>
          <p:cNvSpPr/>
          <p:nvPr/>
        </p:nvSpPr>
        <p:spPr>
          <a:xfrm>
            <a:off x="6492240" y="3200400"/>
            <a:ext cx="2560320" cy="868680"/>
          </a:xfrm>
          <a:prstGeom prst="roundRect">
            <a:avLst>
              <a:gd name="adj" fmla="val 2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紹介元になり得る施設を、先生と一緒に地図に落とした</a:t>
            </a:r>
          </a:p>
        </p:txBody>
      </p:sp>
      <p:sp>
        <p:nvSpPr>
          <p:cNvPr id="17" name="Rounded Rectangle 16"/>
          <p:cNvSpPr/>
          <p:nvPr/>
        </p:nvSpPr>
        <p:spPr>
          <a:xfrm>
            <a:off x="9098280" y="3200400"/>
            <a:ext cx="2560320" cy="868680"/>
          </a:xfrm>
          <a:prstGeom prst="roundRect">
            <a:avLst>
              <a:gd name="adj" fmla="val 2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周辺施設の医師を招き、先生を演者にした会を設計</a:t>
            </a:r>
          </a:p>
        </p:txBody>
      </p:sp>
      <p:sp>
        <p:nvSpPr>
          <p:cNvPr id="18" name="Rounded Rectangle 17"/>
          <p:cNvSpPr/>
          <p:nvPr/>
        </p:nvSpPr>
        <p:spPr>
          <a:xfrm>
            <a:off x="548640" y="4114800"/>
            <a:ext cx="3017520" cy="86868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「まず透析の話をせず、透析にならない方法を一緒に考えたい」</a:t>
            </a:r>
          </a:p>
        </p:txBody>
      </p:sp>
      <p:sp>
        <p:nvSpPr>
          <p:cNvPr id="19" name="Rounded Rectangle 18"/>
          <p:cNvSpPr/>
          <p:nvPr/>
        </p:nvSpPr>
        <p:spPr>
          <a:xfrm>
            <a:off x="3611879" y="4114800"/>
            <a:ext cx="2834640" cy="86868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保存期で介入した成果を、院内外に示す場がない</a:t>
            </a:r>
          </a:p>
        </p:txBody>
      </p:sp>
      <p:sp>
        <p:nvSpPr>
          <p:cNvPr id="20" name="Rounded Rectangle 19"/>
          <p:cNvSpPr/>
          <p:nvPr/>
        </p:nvSpPr>
        <p:spPr>
          <a:xfrm>
            <a:off x="6492240" y="4114800"/>
            <a:ext cx="2560320" cy="86868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保存期で経過が変わった症例を、先生から聞き出した</a:t>
            </a:r>
          </a:p>
        </p:txBody>
      </p:sp>
      <p:sp>
        <p:nvSpPr>
          <p:cNvPr id="21" name="Rounded Rectangle 20"/>
          <p:cNvSpPr/>
          <p:nvPr/>
        </p:nvSpPr>
        <p:spPr>
          <a:xfrm>
            <a:off x="9098280" y="4114800"/>
            <a:ext cx="2560320" cy="86868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その症例を軸に、保存期CKDの検討会を先生中心に設計</a:t>
            </a:r>
          </a:p>
        </p:txBody>
      </p:sp>
      <p:sp>
        <p:nvSpPr>
          <p:cNvPr id="22" name="Rounded Rectangle 21"/>
          <p:cNvSpPr/>
          <p:nvPr/>
        </p:nvSpPr>
        <p:spPr>
          <a:xfrm>
            <a:off x="548640" y="5029200"/>
            <a:ext cx="3017520" cy="868680"/>
          </a:xfrm>
          <a:prstGeom prst="roundRect">
            <a:avLst>
              <a:gd name="adj" fmla="val 2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「前任地でやってきたことを、この病院でも生かしたい」</a:t>
            </a:r>
          </a:p>
        </p:txBody>
      </p:sp>
      <p:sp>
        <p:nvSpPr>
          <p:cNvPr id="23" name="Rounded Rectangle 22"/>
          <p:cNvSpPr/>
          <p:nvPr/>
        </p:nvSpPr>
        <p:spPr>
          <a:xfrm>
            <a:off x="3611879" y="5029200"/>
            <a:ext cx="2834640" cy="868680"/>
          </a:xfrm>
          <a:prstGeom prst="roundRect">
            <a:avLst>
              <a:gd name="adj" fmla="val 2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立ち上げた診療体制と実績が、この病院にはまだない</a:t>
            </a:r>
          </a:p>
        </p:txBody>
      </p:sp>
      <p:sp>
        <p:nvSpPr>
          <p:cNvPr id="24" name="Rounded Rectangle 23"/>
          <p:cNvSpPr/>
          <p:nvPr/>
        </p:nvSpPr>
        <p:spPr>
          <a:xfrm>
            <a:off x="6492240" y="5029200"/>
            <a:ext cx="2560320" cy="868680"/>
          </a:xfrm>
          <a:prstGeom prst="roundRect">
            <a:avLst>
              <a:gd name="adj" fmla="val 2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前任地で何を立ち上げたか、順番まで詳しく聞いた</a:t>
            </a:r>
          </a:p>
        </p:txBody>
      </p:sp>
      <p:sp>
        <p:nvSpPr>
          <p:cNvPr id="25" name="Rounded Rectangle 24"/>
          <p:cNvSpPr/>
          <p:nvPr/>
        </p:nvSpPr>
        <p:spPr>
          <a:xfrm>
            <a:off x="9098280" y="5029200"/>
            <a:ext cx="2560320" cy="868680"/>
          </a:xfrm>
          <a:prstGeom prst="roundRect">
            <a:avLst>
              <a:gd name="adj" fmla="val 2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近隣の基幹病院・大学の腎臓内科医を紹介し、体制づくりへ</a:t>
            </a:r>
          </a:p>
        </p:txBody>
      </p:sp>
      <p:sp>
        <p:nvSpPr>
          <p:cNvPr id="26" name="Rounded Rectangle 25"/>
          <p:cNvSpPr/>
          <p:nvPr/>
        </p:nvSpPr>
        <p:spPr>
          <a:xfrm>
            <a:off x="548640" y="5989320"/>
            <a:ext cx="11109960" cy="320040"/>
          </a:xfrm>
          <a:prstGeom prst="roundRect">
            <a:avLst>
              <a:gd name="adj" fmla="val 6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i="0">
                <a:solidFill>
                  <a:srgbClr val="0B4F37"/>
                </a:solidFill>
                <a:latin typeface="Meiryo UI"/>
                <a:ea typeface="Meiryo UI"/>
              </a:rPr>
              <a:t>Needsは仮説です。同じ言葉でも、次の面会で何を確かめるかで、打ち手は変わります。</a:t>
            </a:r>
          </a:p>
        </p:txBody>
      </p:sp>
      <p:sp>
        <p:nvSpPr>
          <p:cNvPr id="27" name="TextBox 26"/>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28" name="TextBox 27"/>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2660904" cy="384048"/>
          </a:xfrm>
          <a:prstGeom prst="roundRect">
            <a:avLst>
              <a:gd name="adj" fmla="val 50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④ 仮説立て　｜　5分</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Wantsに「なぜ？」を重ねて、Needsへ降りる</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16</a:t>
            </a:r>
          </a:p>
        </p:txBody>
      </p:sp>
      <p:sp>
        <p:nvSpPr>
          <p:cNvPr id="6" name="Rounded Rectangle 5"/>
          <p:cNvSpPr/>
          <p:nvPr/>
        </p:nvSpPr>
        <p:spPr>
          <a:xfrm>
            <a:off x="548640" y="1627632"/>
            <a:ext cx="11109960" cy="502920"/>
          </a:xfrm>
          <a:prstGeom prst="roundRect">
            <a:avLst>
              <a:gd name="adj" fmla="val 10000"/>
            </a:avLst>
          </a:prstGeom>
          <a:solidFill>
            <a:srgbClr val="FFF6DC"/>
          </a:solidFill>
          <a:ln w="1270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0" i="0">
                <a:solidFill>
                  <a:srgbClr val="262626"/>
                </a:solidFill>
                <a:latin typeface="Meiryo UI"/>
                <a:ea typeface="Meiryo UI"/>
              </a:rPr>
              <a:t>Wantsに応えるだけなら、御用聞き。</a:t>
            </a:r>
            <a:r>
              <a:rPr sz="1600" b="1" i="0">
                <a:solidFill>
                  <a:srgbClr val="0B4F37"/>
                </a:solidFill>
                <a:latin typeface="Meiryo UI"/>
                <a:ea typeface="Meiryo UI"/>
              </a:rPr>
              <a:t>　Needsまで降りると、提案になる。</a:t>
            </a:r>
          </a:p>
        </p:txBody>
      </p:sp>
      <p:sp>
        <p:nvSpPr>
          <p:cNvPr id="7" name="Rounded Rectangle 6"/>
          <p:cNvSpPr/>
          <p:nvPr/>
        </p:nvSpPr>
        <p:spPr>
          <a:xfrm>
            <a:off x="548640" y="2286000"/>
            <a:ext cx="2286000" cy="658368"/>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FFFFFF"/>
                </a:solidFill>
                <a:latin typeface="Meiryo UI"/>
                <a:ea typeface="Meiryo UI"/>
              </a:rPr>
              <a:t>Wants</a:t>
            </a:r>
          </a:p>
        </p:txBody>
      </p:sp>
      <p:sp>
        <p:nvSpPr>
          <p:cNvPr id="8" name="Rounded Rectangle 7"/>
          <p:cNvSpPr/>
          <p:nvPr/>
        </p:nvSpPr>
        <p:spPr>
          <a:xfrm>
            <a:off x="2971800" y="2286000"/>
            <a:ext cx="868680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l">
              <a:lnSpc>
                <a:spcPct val="120000"/>
              </a:lnSpc>
            </a:pPr>
            <a:r>
              <a:rPr sz="1450" b="0" i="0">
                <a:solidFill>
                  <a:srgbClr val="262626"/>
                </a:solidFill>
                <a:latin typeface="Meiryo UI"/>
                <a:ea typeface="Meiryo UI"/>
              </a:rPr>
              <a:t>関連病院の先生向けに、勉強会をやってほしい</a:t>
            </a:r>
          </a:p>
        </p:txBody>
      </p:sp>
      <p:sp>
        <p:nvSpPr>
          <p:cNvPr id="9" name="Down Arrow 8"/>
          <p:cNvSpPr/>
          <p:nvPr/>
        </p:nvSpPr>
        <p:spPr>
          <a:xfrm>
            <a:off x="1581912" y="2962656"/>
            <a:ext cx="219456" cy="1828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3154680"/>
            <a:ext cx="2286000" cy="658368"/>
          </a:xfrm>
          <a:prstGeom prst="roundRect">
            <a:avLst>
              <a:gd name="adj" fmla="val 10000"/>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FFFFFF"/>
                </a:solidFill>
                <a:latin typeface="Meiryo UI"/>
                <a:ea typeface="Meiryo UI"/>
              </a:rPr>
              <a:t>なぜ？</a:t>
            </a:r>
          </a:p>
        </p:txBody>
      </p:sp>
      <p:sp>
        <p:nvSpPr>
          <p:cNvPr id="11" name="Rounded Rectangle 10"/>
          <p:cNvSpPr/>
          <p:nvPr/>
        </p:nvSpPr>
        <p:spPr>
          <a:xfrm>
            <a:off x="2971800" y="3154680"/>
            <a:ext cx="868680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l">
              <a:lnSpc>
                <a:spcPct val="120000"/>
              </a:lnSpc>
            </a:pPr>
            <a:r>
              <a:rPr sz="1450" b="0" i="0">
                <a:solidFill>
                  <a:srgbClr val="262626"/>
                </a:solidFill>
                <a:latin typeface="Meiryo UI"/>
                <a:ea typeface="Meiryo UI"/>
              </a:rPr>
              <a:t>関連病院から、進行してから紹介されることが多い</a:t>
            </a:r>
          </a:p>
        </p:txBody>
      </p:sp>
      <p:sp>
        <p:nvSpPr>
          <p:cNvPr id="12" name="Down Arrow 11"/>
          <p:cNvSpPr/>
          <p:nvPr/>
        </p:nvSpPr>
        <p:spPr>
          <a:xfrm>
            <a:off x="1581912" y="3831336"/>
            <a:ext cx="219456" cy="1828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4023360"/>
            <a:ext cx="2286000" cy="658368"/>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FFFFFF"/>
                </a:solidFill>
                <a:latin typeface="Meiryo UI"/>
                <a:ea typeface="Meiryo UI"/>
              </a:rPr>
              <a:t>なぜ困る？</a:t>
            </a:r>
          </a:p>
        </p:txBody>
      </p:sp>
      <p:sp>
        <p:nvSpPr>
          <p:cNvPr id="14" name="Rounded Rectangle 13"/>
          <p:cNvSpPr/>
          <p:nvPr/>
        </p:nvSpPr>
        <p:spPr>
          <a:xfrm>
            <a:off x="2971800" y="4023360"/>
            <a:ext cx="8686800" cy="658368"/>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l">
              <a:lnSpc>
                <a:spcPct val="120000"/>
              </a:lnSpc>
            </a:pPr>
            <a:r>
              <a:rPr sz="1450" b="0" i="0">
                <a:solidFill>
                  <a:srgbClr val="262626"/>
                </a:solidFill>
                <a:latin typeface="Meiryo UI"/>
                <a:ea typeface="Meiryo UI"/>
              </a:rPr>
              <a:t>早く紹介されれば、まだ治療の選択肢が残る</a:t>
            </a:r>
          </a:p>
        </p:txBody>
      </p:sp>
      <p:sp>
        <p:nvSpPr>
          <p:cNvPr id="15" name="Down Arrow 14"/>
          <p:cNvSpPr/>
          <p:nvPr/>
        </p:nvSpPr>
        <p:spPr>
          <a:xfrm>
            <a:off x="1581912" y="4700016"/>
            <a:ext cx="219456" cy="1828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4892040"/>
            <a:ext cx="2286000" cy="658368"/>
          </a:xfrm>
          <a:prstGeom prst="roundRect">
            <a:avLst>
              <a:gd name="adj" fmla="val 1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500" b="1" i="0">
                <a:solidFill>
                  <a:srgbClr val="FFFFFF"/>
                </a:solidFill>
                <a:latin typeface="Meiryo UI"/>
                <a:ea typeface="Meiryo UI"/>
              </a:rPr>
              <a:t>Needs</a:t>
            </a:r>
          </a:p>
        </p:txBody>
      </p:sp>
      <p:sp>
        <p:nvSpPr>
          <p:cNvPr id="17" name="Rounded Rectangle 16"/>
          <p:cNvSpPr/>
          <p:nvPr/>
        </p:nvSpPr>
        <p:spPr>
          <a:xfrm>
            <a:off x="2971800" y="4892040"/>
            <a:ext cx="8686800" cy="658368"/>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l">
              <a:lnSpc>
                <a:spcPct val="120000"/>
              </a:lnSpc>
            </a:pPr>
            <a:r>
              <a:rPr sz="1450" b="1" i="0">
                <a:solidFill>
                  <a:srgbClr val="262626"/>
                </a:solidFill>
                <a:latin typeface="Meiryo UI"/>
                <a:ea typeface="Meiryo UI"/>
              </a:rPr>
              <a:t>地域で早く見つけ、適切な時期に紹介される状態にしたい</a:t>
            </a:r>
          </a:p>
        </p:txBody>
      </p:sp>
      <p:sp>
        <p:nvSpPr>
          <p:cNvPr id="18" name="Rounded Rectangle 17"/>
          <p:cNvSpPr/>
          <p:nvPr/>
        </p:nvSpPr>
        <p:spPr>
          <a:xfrm>
            <a:off x="548640" y="5715000"/>
            <a:ext cx="11109960" cy="530352"/>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ctr"/>
            <a:r>
              <a:rPr sz="1500" b="0" i="0">
                <a:solidFill>
                  <a:srgbClr val="FFFFFF"/>
                </a:solidFill>
                <a:latin typeface="Meiryo UI"/>
                <a:ea typeface="Meiryo UI"/>
              </a:rPr>
              <a:t>仮説は1つとは限らない。</a:t>
            </a:r>
            <a:r>
              <a:rPr sz="1900" b="1" i="0">
                <a:solidFill>
                  <a:srgbClr val="FFC000"/>
                </a:solidFill>
                <a:latin typeface="Meiryo UI"/>
                <a:ea typeface="Meiryo UI"/>
              </a:rPr>
              <a:t>　複数立てて、次の面談の質問で確かめる。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④ 事例</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先ほどの9件は、すべてこの2つから取れます</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17</a:t>
            </a:r>
          </a:p>
        </p:txBody>
      </p:sp>
      <p:sp>
        <p:nvSpPr>
          <p:cNvPr id="6" name="Rounded Rectangle 5"/>
          <p:cNvSpPr/>
          <p:nvPr/>
        </p:nvSpPr>
        <p:spPr>
          <a:xfrm>
            <a:off x="548640" y="1572768"/>
            <a:ext cx="5486400" cy="384048"/>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50" b="1" i="0">
                <a:solidFill>
                  <a:srgbClr val="FFFFFF"/>
                </a:solidFill>
                <a:latin typeface="Meiryo UI"/>
                <a:ea typeface="Meiryo UI"/>
              </a:rPr>
              <a:t>病院ホームページ ＞ 腎臓内科 ＞ 実績</a:t>
            </a:r>
          </a:p>
        </p:txBody>
      </p:sp>
      <p:sp>
        <p:nvSpPr>
          <p:cNvPr id="7" name="Rounded Rectangle 6"/>
          <p:cNvSpPr/>
          <p:nvPr/>
        </p:nvSpPr>
        <p:spPr>
          <a:xfrm>
            <a:off x="548640" y="2011680"/>
            <a:ext cx="5486400" cy="2834640"/>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8" name="Rounded Rectangle 7"/>
          <p:cNvSpPr/>
          <p:nvPr/>
        </p:nvSpPr>
        <p:spPr>
          <a:xfrm>
            <a:off x="685800" y="2130552"/>
            <a:ext cx="5212080" cy="310896"/>
          </a:xfrm>
          <a:prstGeom prst="roundRect">
            <a:avLst>
              <a:gd name="adj" fmla="val 5000"/>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l"/>
            <a:r>
              <a:rPr sz="1000" b="0" i="0">
                <a:solidFill>
                  <a:srgbClr val="595959"/>
                </a:solidFill>
                <a:latin typeface="Meiryo UI"/>
                <a:ea typeface="Meiryo UI"/>
              </a:rPr>
              <a:t>https://www.■■■■■■.or.jp/departments/nephrology/</a:t>
            </a:r>
          </a:p>
        </p:txBody>
      </p:sp>
      <p:sp>
        <p:nvSpPr>
          <p:cNvPr id="9" name="TextBox 8"/>
          <p:cNvSpPr txBox="1"/>
          <p:nvPr/>
        </p:nvSpPr>
        <p:spPr>
          <a:xfrm>
            <a:off x="685800" y="2523744"/>
            <a:ext cx="5212080" cy="256032"/>
          </a:xfrm>
          <a:prstGeom prst="rect">
            <a:avLst/>
          </a:prstGeom>
          <a:noFill/>
        </p:spPr>
        <p:txBody>
          <a:bodyPr wrap="square" lIns="0" rIns="0" tIns="0" bIns="0" anchor="t">
            <a:spAutoFit/>
          </a:bodyPr>
          <a:lstStyle/>
          <a:p>
            <a:pPr algn="l"/>
            <a:r>
              <a:rPr sz="1300" b="1" i="0">
                <a:solidFill>
                  <a:srgbClr val="262626"/>
                </a:solidFill>
                <a:latin typeface="Meiryo UI"/>
                <a:ea typeface="Meiryo UI"/>
              </a:rPr>
              <a:t>実績</a:t>
            </a:r>
          </a:p>
        </p:txBody>
      </p:sp>
      <p:sp>
        <p:nvSpPr>
          <p:cNvPr id="10" name="Rounded Rectangle 9"/>
          <p:cNvSpPr/>
          <p:nvPr/>
        </p:nvSpPr>
        <p:spPr>
          <a:xfrm>
            <a:off x="685800" y="2852928"/>
            <a:ext cx="1234440" cy="365760"/>
          </a:xfrm>
          <a:prstGeom prst="roundRect">
            <a:avLst>
              <a:gd name="adj" fmla="val 0"/>
            </a:avLst>
          </a:prstGeom>
          <a:solidFill>
            <a:srgbClr val="F4FAF6"/>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1" name="TextBox 10"/>
          <p:cNvSpPr txBox="1"/>
          <p:nvPr/>
        </p:nvSpPr>
        <p:spPr>
          <a:xfrm>
            <a:off x="685800" y="2898648"/>
            <a:ext cx="1234440" cy="274320"/>
          </a:xfrm>
          <a:prstGeom prst="rect">
            <a:avLst/>
          </a:prstGeom>
          <a:noFill/>
        </p:spPr>
        <p:txBody>
          <a:bodyPr wrap="square" lIns="0" rIns="0" tIns="0" bIns="0" anchor="t">
            <a:spAutoFit/>
          </a:bodyPr>
          <a:lstStyle/>
          <a:p>
            <a:pPr algn="ctr"/>
            <a:r>
              <a:rPr sz="1050" b="1" i="0">
                <a:solidFill>
                  <a:srgbClr val="262626"/>
                </a:solidFill>
                <a:latin typeface="Meiryo UI"/>
                <a:ea typeface="Meiryo UI"/>
              </a:rPr>
              <a:t>内容</a:t>
            </a:r>
          </a:p>
        </p:txBody>
      </p:sp>
      <p:sp>
        <p:nvSpPr>
          <p:cNvPr id="12" name="Rounded Rectangle 11"/>
          <p:cNvSpPr/>
          <p:nvPr/>
        </p:nvSpPr>
        <p:spPr>
          <a:xfrm>
            <a:off x="685800" y="3218688"/>
            <a:ext cx="1234440" cy="402336"/>
          </a:xfrm>
          <a:prstGeom prst="roundRect">
            <a:avLst>
              <a:gd name="adj" fmla="val 0"/>
            </a:avLst>
          </a:prstGeom>
          <a:solidFill>
            <a:srgbClr val="FFFF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3" name="TextBox 12"/>
          <p:cNvSpPr txBox="1"/>
          <p:nvPr/>
        </p:nvSpPr>
        <p:spPr>
          <a:xfrm>
            <a:off x="685800" y="3291840"/>
            <a:ext cx="1234440" cy="274320"/>
          </a:xfrm>
          <a:prstGeom prst="rect">
            <a:avLst/>
          </a:prstGeom>
          <a:noFill/>
        </p:spPr>
        <p:txBody>
          <a:bodyPr wrap="square" lIns="0" rIns="0" tIns="0" bIns="0" anchor="t">
            <a:spAutoFit/>
          </a:bodyPr>
          <a:lstStyle/>
          <a:p>
            <a:pPr algn="ctr"/>
            <a:r>
              <a:rPr sz="1150" b="0" i="0">
                <a:solidFill>
                  <a:srgbClr val="262626"/>
                </a:solidFill>
                <a:latin typeface="Meiryo UI"/>
                <a:ea typeface="Meiryo UI"/>
              </a:rPr>
              <a:t>腎生検数</a:t>
            </a:r>
          </a:p>
        </p:txBody>
      </p:sp>
      <p:sp>
        <p:nvSpPr>
          <p:cNvPr id="14" name="Rounded Rectangle 13"/>
          <p:cNvSpPr/>
          <p:nvPr/>
        </p:nvSpPr>
        <p:spPr>
          <a:xfrm>
            <a:off x="1920240" y="2852928"/>
            <a:ext cx="795528" cy="365760"/>
          </a:xfrm>
          <a:prstGeom prst="roundRect">
            <a:avLst>
              <a:gd name="adj" fmla="val 0"/>
            </a:avLst>
          </a:prstGeom>
          <a:solidFill>
            <a:srgbClr val="F4FAF6"/>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5" name="TextBox 14"/>
          <p:cNvSpPr txBox="1"/>
          <p:nvPr/>
        </p:nvSpPr>
        <p:spPr>
          <a:xfrm>
            <a:off x="1920240" y="2898648"/>
            <a:ext cx="795528" cy="274320"/>
          </a:xfrm>
          <a:prstGeom prst="rect">
            <a:avLst/>
          </a:prstGeom>
          <a:noFill/>
        </p:spPr>
        <p:txBody>
          <a:bodyPr wrap="square" lIns="0" rIns="0" tIns="0" bIns="0" anchor="t">
            <a:spAutoFit/>
          </a:bodyPr>
          <a:lstStyle/>
          <a:p>
            <a:pPr algn="ctr"/>
            <a:r>
              <a:rPr sz="1050" b="1" i="0">
                <a:solidFill>
                  <a:srgbClr val="262626"/>
                </a:solidFill>
                <a:latin typeface="Meiryo UI"/>
                <a:ea typeface="Meiryo UI"/>
              </a:rPr>
              <a:t>－2年</a:t>
            </a:r>
          </a:p>
        </p:txBody>
      </p:sp>
      <p:sp>
        <p:nvSpPr>
          <p:cNvPr id="16" name="Rounded Rectangle 15"/>
          <p:cNvSpPr/>
          <p:nvPr/>
        </p:nvSpPr>
        <p:spPr>
          <a:xfrm>
            <a:off x="1920240" y="3218688"/>
            <a:ext cx="795528" cy="402336"/>
          </a:xfrm>
          <a:prstGeom prst="roundRect">
            <a:avLst>
              <a:gd name="adj" fmla="val 0"/>
            </a:avLst>
          </a:prstGeom>
          <a:solidFill>
            <a:srgbClr val="FFFF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7" name="TextBox 16"/>
          <p:cNvSpPr txBox="1"/>
          <p:nvPr/>
        </p:nvSpPr>
        <p:spPr>
          <a:xfrm>
            <a:off x="1920240" y="3291840"/>
            <a:ext cx="795528" cy="274320"/>
          </a:xfrm>
          <a:prstGeom prst="rect">
            <a:avLst/>
          </a:prstGeom>
          <a:noFill/>
        </p:spPr>
        <p:txBody>
          <a:bodyPr wrap="square" lIns="0" rIns="0" tIns="0" bIns="0" anchor="t">
            <a:spAutoFit/>
          </a:bodyPr>
          <a:lstStyle/>
          <a:p>
            <a:pPr algn="ctr"/>
            <a:r>
              <a:rPr sz="1150" b="0" i="0">
                <a:solidFill>
                  <a:srgbClr val="262626"/>
                </a:solidFill>
                <a:latin typeface="Meiryo UI"/>
                <a:ea typeface="Meiryo UI"/>
              </a:rPr>
              <a:t>28件</a:t>
            </a:r>
          </a:p>
        </p:txBody>
      </p:sp>
      <p:sp>
        <p:nvSpPr>
          <p:cNvPr id="18" name="Rounded Rectangle 17"/>
          <p:cNvSpPr/>
          <p:nvPr/>
        </p:nvSpPr>
        <p:spPr>
          <a:xfrm>
            <a:off x="2715768" y="2852928"/>
            <a:ext cx="795528" cy="365760"/>
          </a:xfrm>
          <a:prstGeom prst="roundRect">
            <a:avLst>
              <a:gd name="adj" fmla="val 0"/>
            </a:avLst>
          </a:prstGeom>
          <a:solidFill>
            <a:srgbClr val="F4FAF6"/>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9" name="TextBox 18"/>
          <p:cNvSpPr txBox="1"/>
          <p:nvPr/>
        </p:nvSpPr>
        <p:spPr>
          <a:xfrm>
            <a:off x="2715768" y="2898648"/>
            <a:ext cx="795528" cy="274320"/>
          </a:xfrm>
          <a:prstGeom prst="rect">
            <a:avLst/>
          </a:prstGeom>
          <a:noFill/>
        </p:spPr>
        <p:txBody>
          <a:bodyPr wrap="square" lIns="0" rIns="0" tIns="0" bIns="0" anchor="t">
            <a:spAutoFit/>
          </a:bodyPr>
          <a:lstStyle/>
          <a:p>
            <a:pPr algn="ctr"/>
            <a:r>
              <a:rPr sz="1050" b="1" i="0">
                <a:solidFill>
                  <a:srgbClr val="262626"/>
                </a:solidFill>
                <a:latin typeface="Meiryo UI"/>
                <a:ea typeface="Meiryo UI"/>
              </a:rPr>
              <a:t>－1年</a:t>
            </a:r>
          </a:p>
        </p:txBody>
      </p:sp>
      <p:sp>
        <p:nvSpPr>
          <p:cNvPr id="20" name="Rounded Rectangle 19"/>
          <p:cNvSpPr/>
          <p:nvPr/>
        </p:nvSpPr>
        <p:spPr>
          <a:xfrm>
            <a:off x="2715768" y="3218688"/>
            <a:ext cx="795528" cy="402336"/>
          </a:xfrm>
          <a:prstGeom prst="roundRect">
            <a:avLst>
              <a:gd name="adj" fmla="val 0"/>
            </a:avLst>
          </a:prstGeom>
          <a:solidFill>
            <a:srgbClr val="FFFF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1" name="TextBox 20"/>
          <p:cNvSpPr txBox="1"/>
          <p:nvPr/>
        </p:nvSpPr>
        <p:spPr>
          <a:xfrm>
            <a:off x="2715768" y="3291840"/>
            <a:ext cx="795528" cy="274320"/>
          </a:xfrm>
          <a:prstGeom prst="rect">
            <a:avLst/>
          </a:prstGeom>
          <a:noFill/>
        </p:spPr>
        <p:txBody>
          <a:bodyPr wrap="square" lIns="0" rIns="0" tIns="0" bIns="0" anchor="t">
            <a:spAutoFit/>
          </a:bodyPr>
          <a:lstStyle/>
          <a:p>
            <a:pPr algn="ctr"/>
            <a:r>
              <a:rPr sz="1150" b="0" i="0">
                <a:solidFill>
                  <a:srgbClr val="262626"/>
                </a:solidFill>
                <a:latin typeface="Meiryo UI"/>
                <a:ea typeface="Meiryo UI"/>
              </a:rPr>
              <a:t>36件</a:t>
            </a:r>
          </a:p>
        </p:txBody>
      </p:sp>
      <p:sp>
        <p:nvSpPr>
          <p:cNvPr id="22" name="Rounded Rectangle 21"/>
          <p:cNvSpPr/>
          <p:nvPr/>
        </p:nvSpPr>
        <p:spPr>
          <a:xfrm>
            <a:off x="3511296" y="2852928"/>
            <a:ext cx="795528" cy="365760"/>
          </a:xfrm>
          <a:prstGeom prst="roundRect">
            <a:avLst>
              <a:gd name="adj" fmla="val 0"/>
            </a:avLst>
          </a:prstGeom>
          <a:solidFill>
            <a:srgbClr val="F4FAF6"/>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3" name="TextBox 22"/>
          <p:cNvSpPr txBox="1"/>
          <p:nvPr/>
        </p:nvSpPr>
        <p:spPr>
          <a:xfrm>
            <a:off x="3511296" y="2898648"/>
            <a:ext cx="795528" cy="274320"/>
          </a:xfrm>
          <a:prstGeom prst="rect">
            <a:avLst/>
          </a:prstGeom>
          <a:noFill/>
        </p:spPr>
        <p:txBody>
          <a:bodyPr wrap="square" lIns="0" rIns="0" tIns="0" bIns="0" anchor="t">
            <a:spAutoFit/>
          </a:bodyPr>
          <a:lstStyle/>
          <a:p>
            <a:pPr algn="ctr"/>
            <a:r>
              <a:rPr sz="1050" b="1" i="0">
                <a:solidFill>
                  <a:srgbClr val="262626"/>
                </a:solidFill>
                <a:latin typeface="Meiryo UI"/>
                <a:ea typeface="Meiryo UI"/>
              </a:rPr>
              <a:t>着任年</a:t>
            </a:r>
          </a:p>
        </p:txBody>
      </p:sp>
      <p:sp>
        <p:nvSpPr>
          <p:cNvPr id="24" name="Rounded Rectangle 23"/>
          <p:cNvSpPr/>
          <p:nvPr/>
        </p:nvSpPr>
        <p:spPr>
          <a:xfrm>
            <a:off x="3511296" y="3218688"/>
            <a:ext cx="795528" cy="402336"/>
          </a:xfrm>
          <a:prstGeom prst="roundRect">
            <a:avLst>
              <a:gd name="adj" fmla="val 0"/>
            </a:avLst>
          </a:prstGeom>
          <a:solidFill>
            <a:srgbClr val="FFFF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5" name="TextBox 24"/>
          <p:cNvSpPr txBox="1"/>
          <p:nvPr/>
        </p:nvSpPr>
        <p:spPr>
          <a:xfrm>
            <a:off x="3511296" y="3291840"/>
            <a:ext cx="795528" cy="274320"/>
          </a:xfrm>
          <a:prstGeom prst="rect">
            <a:avLst/>
          </a:prstGeom>
          <a:noFill/>
        </p:spPr>
        <p:txBody>
          <a:bodyPr wrap="square" lIns="0" rIns="0" tIns="0" bIns="0" anchor="t">
            <a:spAutoFit/>
          </a:bodyPr>
          <a:lstStyle/>
          <a:p>
            <a:pPr algn="ctr"/>
            <a:r>
              <a:rPr sz="1150" b="1" i="0">
                <a:solidFill>
                  <a:srgbClr val="C00000"/>
                </a:solidFill>
                <a:latin typeface="Meiryo UI"/>
                <a:ea typeface="Meiryo UI"/>
              </a:rPr>
              <a:t>90件</a:t>
            </a:r>
          </a:p>
        </p:txBody>
      </p:sp>
      <p:sp>
        <p:nvSpPr>
          <p:cNvPr id="26" name="Rounded Rectangle 25"/>
          <p:cNvSpPr/>
          <p:nvPr/>
        </p:nvSpPr>
        <p:spPr>
          <a:xfrm>
            <a:off x="4306824" y="2852928"/>
            <a:ext cx="795528" cy="365760"/>
          </a:xfrm>
          <a:prstGeom prst="roundRect">
            <a:avLst>
              <a:gd name="adj" fmla="val 0"/>
            </a:avLst>
          </a:prstGeom>
          <a:solidFill>
            <a:srgbClr val="F4FAF6"/>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7" name="TextBox 26"/>
          <p:cNvSpPr txBox="1"/>
          <p:nvPr/>
        </p:nvSpPr>
        <p:spPr>
          <a:xfrm>
            <a:off x="4306824" y="2898648"/>
            <a:ext cx="795528" cy="274320"/>
          </a:xfrm>
          <a:prstGeom prst="rect">
            <a:avLst/>
          </a:prstGeom>
          <a:noFill/>
        </p:spPr>
        <p:txBody>
          <a:bodyPr wrap="square" lIns="0" rIns="0" tIns="0" bIns="0" anchor="t">
            <a:spAutoFit/>
          </a:bodyPr>
          <a:lstStyle/>
          <a:p>
            <a:pPr algn="ctr"/>
            <a:r>
              <a:rPr sz="1050" b="1" i="0">
                <a:solidFill>
                  <a:srgbClr val="262626"/>
                </a:solidFill>
                <a:latin typeface="Meiryo UI"/>
                <a:ea typeface="Meiryo UI"/>
              </a:rPr>
              <a:t>＋1年</a:t>
            </a:r>
          </a:p>
        </p:txBody>
      </p:sp>
      <p:sp>
        <p:nvSpPr>
          <p:cNvPr id="28" name="Rounded Rectangle 27"/>
          <p:cNvSpPr/>
          <p:nvPr/>
        </p:nvSpPr>
        <p:spPr>
          <a:xfrm>
            <a:off x="4306824" y="3218688"/>
            <a:ext cx="795528" cy="402336"/>
          </a:xfrm>
          <a:prstGeom prst="roundRect">
            <a:avLst>
              <a:gd name="adj" fmla="val 0"/>
            </a:avLst>
          </a:prstGeom>
          <a:solidFill>
            <a:srgbClr val="FFFF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9" name="TextBox 28"/>
          <p:cNvSpPr txBox="1"/>
          <p:nvPr/>
        </p:nvSpPr>
        <p:spPr>
          <a:xfrm>
            <a:off x="4306824" y="3291840"/>
            <a:ext cx="795528" cy="274320"/>
          </a:xfrm>
          <a:prstGeom prst="rect">
            <a:avLst/>
          </a:prstGeom>
          <a:noFill/>
        </p:spPr>
        <p:txBody>
          <a:bodyPr wrap="square" lIns="0" rIns="0" tIns="0" bIns="0" anchor="t">
            <a:spAutoFit/>
          </a:bodyPr>
          <a:lstStyle/>
          <a:p>
            <a:pPr algn="ctr"/>
            <a:r>
              <a:rPr sz="1150" b="0" i="0">
                <a:solidFill>
                  <a:srgbClr val="262626"/>
                </a:solidFill>
                <a:latin typeface="Meiryo UI"/>
                <a:ea typeface="Meiryo UI"/>
              </a:rPr>
              <a:t>96件</a:t>
            </a:r>
          </a:p>
        </p:txBody>
      </p:sp>
      <p:sp>
        <p:nvSpPr>
          <p:cNvPr id="30" name="Rounded Rectangle 29"/>
          <p:cNvSpPr/>
          <p:nvPr/>
        </p:nvSpPr>
        <p:spPr>
          <a:xfrm>
            <a:off x="5102352" y="2852928"/>
            <a:ext cx="795528" cy="365760"/>
          </a:xfrm>
          <a:prstGeom prst="roundRect">
            <a:avLst>
              <a:gd name="adj" fmla="val 0"/>
            </a:avLst>
          </a:prstGeom>
          <a:solidFill>
            <a:srgbClr val="F4FAF6"/>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1" name="TextBox 30"/>
          <p:cNvSpPr txBox="1"/>
          <p:nvPr/>
        </p:nvSpPr>
        <p:spPr>
          <a:xfrm>
            <a:off x="5102352" y="2898648"/>
            <a:ext cx="795528" cy="274320"/>
          </a:xfrm>
          <a:prstGeom prst="rect">
            <a:avLst/>
          </a:prstGeom>
          <a:noFill/>
        </p:spPr>
        <p:txBody>
          <a:bodyPr wrap="square" lIns="0" rIns="0" tIns="0" bIns="0" anchor="t">
            <a:spAutoFit/>
          </a:bodyPr>
          <a:lstStyle/>
          <a:p>
            <a:pPr algn="ctr"/>
            <a:r>
              <a:rPr sz="1050" b="1" i="0">
                <a:solidFill>
                  <a:srgbClr val="262626"/>
                </a:solidFill>
                <a:latin typeface="Meiryo UI"/>
                <a:ea typeface="Meiryo UI"/>
              </a:rPr>
              <a:t>＋2年</a:t>
            </a:r>
          </a:p>
        </p:txBody>
      </p:sp>
      <p:sp>
        <p:nvSpPr>
          <p:cNvPr id="32" name="Rounded Rectangle 31"/>
          <p:cNvSpPr/>
          <p:nvPr/>
        </p:nvSpPr>
        <p:spPr>
          <a:xfrm>
            <a:off x="5102352" y="3218688"/>
            <a:ext cx="795528" cy="402336"/>
          </a:xfrm>
          <a:prstGeom prst="roundRect">
            <a:avLst>
              <a:gd name="adj" fmla="val 0"/>
            </a:avLst>
          </a:prstGeom>
          <a:solidFill>
            <a:srgbClr val="FFFF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3" name="TextBox 32"/>
          <p:cNvSpPr txBox="1"/>
          <p:nvPr/>
        </p:nvSpPr>
        <p:spPr>
          <a:xfrm>
            <a:off x="5102352" y="3291840"/>
            <a:ext cx="795528" cy="274320"/>
          </a:xfrm>
          <a:prstGeom prst="rect">
            <a:avLst/>
          </a:prstGeom>
          <a:noFill/>
        </p:spPr>
        <p:txBody>
          <a:bodyPr wrap="square" lIns="0" rIns="0" tIns="0" bIns="0" anchor="t">
            <a:spAutoFit/>
          </a:bodyPr>
          <a:lstStyle/>
          <a:p>
            <a:pPr algn="ctr"/>
            <a:r>
              <a:rPr sz="1150" b="0" i="0">
                <a:solidFill>
                  <a:srgbClr val="262626"/>
                </a:solidFill>
                <a:latin typeface="Meiryo UI"/>
                <a:ea typeface="Meiryo UI"/>
              </a:rPr>
              <a:t>99件</a:t>
            </a:r>
          </a:p>
        </p:txBody>
      </p:sp>
      <p:sp>
        <p:nvSpPr>
          <p:cNvPr id="34" name="TextBox 33"/>
          <p:cNvSpPr txBox="1"/>
          <p:nvPr/>
        </p:nvSpPr>
        <p:spPr>
          <a:xfrm>
            <a:off x="685800" y="3767328"/>
            <a:ext cx="5212080" cy="457200"/>
          </a:xfrm>
          <a:prstGeom prst="rect">
            <a:avLst/>
          </a:prstGeom>
          <a:noFill/>
        </p:spPr>
        <p:txBody>
          <a:bodyPr wrap="square" lIns="0" rIns="0" tIns="0" bIns="0" anchor="t">
            <a:spAutoFit/>
          </a:bodyPr>
          <a:lstStyle/>
          <a:p>
            <a:pPr algn="l">
              <a:lnSpc>
                <a:spcPct val="125000"/>
              </a:lnSpc>
            </a:pPr>
            <a:r>
              <a:rPr sz="950" b="0" i="0">
                <a:solidFill>
                  <a:srgbClr val="595959"/>
                </a:solidFill>
                <a:latin typeface="Meiryo UI"/>
                <a:ea typeface="Meiryo UI"/>
              </a:rPr>
              <a:t>※ 実際のページは「2021年度〜2025年度」の年度表記。ここでは施設が特定できないよう、</a:t>
            </a:r>
          </a:p>
          <a:p>
            <a:pPr algn="l">
              <a:lnSpc>
                <a:spcPct val="125000"/>
              </a:lnSpc>
            </a:pPr>
            <a:r>
              <a:rPr sz="950" b="0" i="0">
                <a:solidFill>
                  <a:srgbClr val="595959"/>
                </a:solidFill>
                <a:latin typeface="Meiryo UI"/>
                <a:ea typeface="Meiryo UI"/>
              </a:rPr>
              <a:t>　 部長の着任年を基準にした相対表記に置き換えています。</a:t>
            </a:r>
          </a:p>
        </p:txBody>
      </p:sp>
      <p:sp>
        <p:nvSpPr>
          <p:cNvPr id="35" name="Rounded Rectangle 34"/>
          <p:cNvSpPr/>
          <p:nvPr/>
        </p:nvSpPr>
        <p:spPr>
          <a:xfrm>
            <a:off x="685800" y="4315968"/>
            <a:ext cx="5212080" cy="384048"/>
          </a:xfrm>
          <a:prstGeom prst="roundRect">
            <a:avLst>
              <a:gd name="adj" fmla="val 6000"/>
            </a:avLst>
          </a:prstGeom>
          <a:solidFill>
            <a:srgbClr val="E9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100" b="1" i="0">
                <a:solidFill>
                  <a:srgbClr val="0B4F37"/>
                </a:solidFill>
                <a:latin typeface="Meiryo UI"/>
                <a:ea typeface="Meiryo UI"/>
              </a:rPr>
              <a:t>誰でも見られるページに、年次の推移がそのまま載っている</a:t>
            </a:r>
          </a:p>
        </p:txBody>
      </p:sp>
      <p:sp>
        <p:nvSpPr>
          <p:cNvPr id="36" name="Rounded Rectangle 35"/>
          <p:cNvSpPr/>
          <p:nvPr/>
        </p:nvSpPr>
        <p:spPr>
          <a:xfrm>
            <a:off x="6172200" y="1572768"/>
            <a:ext cx="5486400" cy="384048"/>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50" b="1" i="0">
                <a:solidFill>
                  <a:srgbClr val="FFFFFF"/>
                </a:solidFill>
                <a:latin typeface="Meiryo UI"/>
                <a:ea typeface="Meiryo UI"/>
              </a:rPr>
              <a:t>地域連携の広報誌（開業医向け）｜部長 着任のごあいさつ</a:t>
            </a:r>
          </a:p>
        </p:txBody>
      </p:sp>
      <p:sp>
        <p:nvSpPr>
          <p:cNvPr id="37" name="Rounded Rectangle 36"/>
          <p:cNvSpPr/>
          <p:nvPr/>
        </p:nvSpPr>
        <p:spPr>
          <a:xfrm>
            <a:off x="6172200" y="2011680"/>
            <a:ext cx="5486400" cy="2834640"/>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8" name="TextBox 37"/>
          <p:cNvSpPr txBox="1"/>
          <p:nvPr/>
        </p:nvSpPr>
        <p:spPr>
          <a:xfrm>
            <a:off x="6309360" y="2130552"/>
            <a:ext cx="5212080" cy="274320"/>
          </a:xfrm>
          <a:prstGeom prst="rect">
            <a:avLst/>
          </a:prstGeom>
          <a:noFill/>
        </p:spPr>
        <p:txBody>
          <a:bodyPr wrap="square" lIns="0" rIns="0" tIns="0" bIns="0" anchor="t">
            <a:spAutoFit/>
          </a:bodyPr>
          <a:lstStyle/>
          <a:p>
            <a:pPr algn="l"/>
            <a:r>
              <a:rPr sz="950" b="0" i="0">
                <a:solidFill>
                  <a:srgbClr val="595959"/>
                </a:solidFill>
                <a:latin typeface="Meiryo UI"/>
                <a:ea typeface="Meiryo UI"/>
              </a:rPr>
              <a:t>広報誌より抜粋（原文ママ・施設名と氏名は伏せています）</a:t>
            </a:r>
          </a:p>
        </p:txBody>
      </p:sp>
      <p:sp>
        <p:nvSpPr>
          <p:cNvPr id="39" name="Rounded Rectangle 38"/>
          <p:cNvSpPr/>
          <p:nvPr/>
        </p:nvSpPr>
        <p:spPr>
          <a:xfrm>
            <a:off x="6309360" y="2450592"/>
            <a:ext cx="5212080" cy="566928"/>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0" i="0">
                <a:solidFill>
                  <a:srgbClr val="262626"/>
                </a:solidFill>
                <a:latin typeface="Meiryo UI"/>
                <a:ea typeface="Meiryo UI"/>
              </a:rPr>
              <a:t>「◯年4月1日付けで、当院腎臓内科部長に着任しました」</a:t>
            </a:r>
          </a:p>
        </p:txBody>
      </p:sp>
      <p:sp>
        <p:nvSpPr>
          <p:cNvPr id="40" name="Rounded Rectangle 39"/>
          <p:cNvSpPr/>
          <p:nvPr/>
        </p:nvSpPr>
        <p:spPr>
          <a:xfrm>
            <a:off x="6309360" y="3090672"/>
            <a:ext cx="5212080" cy="566928"/>
          </a:xfrm>
          <a:prstGeom prst="roundRect">
            <a:avLst>
              <a:gd name="adj" fmla="val 6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「今後は、透析を導入する医療ではなく、透析患者さんを一人でも減らすことが極めて重要と考えています」</a:t>
            </a:r>
          </a:p>
        </p:txBody>
      </p:sp>
      <p:sp>
        <p:nvSpPr>
          <p:cNvPr id="41" name="Rounded Rectangle 40"/>
          <p:cNvSpPr/>
          <p:nvPr/>
        </p:nvSpPr>
        <p:spPr>
          <a:xfrm>
            <a:off x="6309360" y="3730752"/>
            <a:ext cx="5212080" cy="566928"/>
          </a:xfrm>
          <a:prstGeom prst="roundRect">
            <a:avLst>
              <a:gd name="adj" fmla="val 6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lnSpc>
                <a:spcPct val="125000"/>
              </a:lnSpc>
            </a:pPr>
            <a:r>
              <a:rPr sz="1050" b="1" i="0">
                <a:solidFill>
                  <a:srgbClr val="262626"/>
                </a:solidFill>
                <a:latin typeface="Meiryo UI"/>
                <a:ea typeface="Meiryo UI"/>
              </a:rPr>
              <a:t>「もし腎臓についてなにか問題がある患者様がいらっしゃいましたら、いつでもご紹介頂けますと幸いです」</a:t>
            </a:r>
          </a:p>
        </p:txBody>
      </p:sp>
      <p:sp>
        <p:nvSpPr>
          <p:cNvPr id="42" name="TextBox 41"/>
          <p:cNvSpPr txBox="1"/>
          <p:nvPr/>
        </p:nvSpPr>
        <p:spPr>
          <a:xfrm>
            <a:off x="6309360" y="4407408"/>
            <a:ext cx="5212080" cy="274320"/>
          </a:xfrm>
          <a:prstGeom prst="rect">
            <a:avLst/>
          </a:prstGeom>
          <a:noFill/>
        </p:spPr>
        <p:txBody>
          <a:bodyPr wrap="square" lIns="0" rIns="0" tIns="0" bIns="0" anchor="t">
            <a:spAutoFit/>
          </a:bodyPr>
          <a:lstStyle/>
          <a:p>
            <a:pPr algn="r"/>
            <a:r>
              <a:rPr sz="1000" b="1" i="0">
                <a:solidFill>
                  <a:srgbClr val="595959"/>
                </a:solidFill>
                <a:latin typeface="Meiryo UI"/>
                <a:ea typeface="Meiryo UI"/>
              </a:rPr>
              <a:t>■■病院　腎臓内科部長　◯◯</a:t>
            </a:r>
          </a:p>
        </p:txBody>
      </p:sp>
      <p:sp>
        <p:nvSpPr>
          <p:cNvPr id="43" name="Rounded Rectangle 42"/>
          <p:cNvSpPr/>
          <p:nvPr/>
        </p:nvSpPr>
        <p:spPr>
          <a:xfrm>
            <a:off x="6309360" y="4315968"/>
            <a:ext cx="5212080" cy="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800" b="0" i="0">
                <a:solidFill>
                  <a:srgbClr val="FFFFFF"/>
                </a:solidFill>
                <a:latin typeface="Meiryo UI"/>
                <a:ea typeface="Meiryo UI"/>
              </a:rPr>
              <a:t/>
            </a:r>
          </a:p>
        </p:txBody>
      </p:sp>
      <p:cxnSp>
        <p:nvCxnSpPr>
          <p:cNvPr id="44" name="Connector 43"/>
          <p:cNvCxnSpPr/>
          <p:nvPr/>
        </p:nvCxnSpPr>
        <p:spPr>
          <a:xfrm>
            <a:off x="6309360" y="4279392"/>
            <a:ext cx="5212080" cy="0"/>
          </a:xfrm>
          <a:prstGeom prst="line">
            <a:avLst/>
          </a:prstGeom>
          <a:ln w="12700">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309360" y="4956048"/>
            <a:ext cx="0" cy="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800" b="0" i="0">
                <a:solidFill>
                  <a:srgbClr val="FFFFFF"/>
                </a:solidFill>
                <a:latin typeface="Meiryo UI"/>
                <a:ea typeface="Meiryo UI"/>
              </a:rPr>
              <a:t/>
            </a:r>
          </a:p>
        </p:txBody>
      </p:sp>
      <p:sp>
        <p:nvSpPr>
          <p:cNvPr id="46" name="Rounded Rectangle 45"/>
          <p:cNvSpPr/>
          <p:nvPr/>
        </p:nvSpPr>
        <p:spPr>
          <a:xfrm>
            <a:off x="548640" y="4956048"/>
            <a:ext cx="5486400" cy="457200"/>
          </a:xfrm>
          <a:prstGeom prst="roundRect">
            <a:avLst>
              <a:gd name="adj" fmla="val 8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50" b="1" i="0">
                <a:solidFill>
                  <a:srgbClr val="262626"/>
                </a:solidFill>
                <a:latin typeface="Meiryo UI"/>
                <a:ea typeface="Meiryo UI"/>
              </a:rPr>
              <a:t>→ 腎生検数が、いつ・どれだけ動いたか</a:t>
            </a:r>
          </a:p>
        </p:txBody>
      </p:sp>
      <p:sp>
        <p:nvSpPr>
          <p:cNvPr id="47" name="Rounded Rectangle 46"/>
          <p:cNvSpPr/>
          <p:nvPr/>
        </p:nvSpPr>
        <p:spPr>
          <a:xfrm>
            <a:off x="6172200" y="4956048"/>
            <a:ext cx="5486400" cy="457200"/>
          </a:xfrm>
          <a:prstGeom prst="roundRect">
            <a:avLst>
              <a:gd name="adj" fmla="val 8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50" b="1" i="0">
                <a:solidFill>
                  <a:srgbClr val="262626"/>
                </a:solidFill>
                <a:latin typeface="Meiryo UI"/>
                <a:ea typeface="Meiryo UI"/>
              </a:rPr>
              <a:t>→ 着任の時期と、紹介を受け入れる意思</a:t>
            </a:r>
          </a:p>
        </p:txBody>
      </p:sp>
      <p:sp>
        <p:nvSpPr>
          <p:cNvPr id="48" name="Rounded Rectangle 47"/>
          <p:cNvSpPr/>
          <p:nvPr/>
        </p:nvSpPr>
        <p:spPr>
          <a:xfrm>
            <a:off x="548640" y="5504688"/>
            <a:ext cx="11109960" cy="758952"/>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ctr">
              <a:spcAft>
                <a:spcPts val="500"/>
              </a:spcAft>
            </a:pPr>
            <a:r>
              <a:rPr sz="1900" b="1" i="0">
                <a:solidFill>
                  <a:srgbClr val="FFC000"/>
                </a:solidFill>
                <a:latin typeface="Meiryo UI"/>
                <a:ea typeface="Meiryo UI"/>
              </a:rPr>
              <a:t>面会の前に、公開情報だけでここまで分かる。</a:t>
            </a:r>
          </a:p>
          <a:p>
            <a:pPr algn="ctr"/>
            <a:r>
              <a:rPr sz="1000" b="0" i="0">
                <a:solidFill>
                  <a:srgbClr val="FFFFFF"/>
                </a:solidFill>
                <a:latin typeface="Meiryo UI"/>
                <a:ea typeface="Meiryo UI"/>
              </a:rPr>
              <a:t>出典：病院ホームページ「実績」ページ／地域連携の広報誌（いずれも一般公開・研修用に施設名は伏せています）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④ 事例</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A病院 — 仕分けたFactとWantsを、並べて見る</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18</a:t>
            </a:r>
          </a:p>
        </p:txBody>
      </p:sp>
      <p:sp>
        <p:nvSpPr>
          <p:cNvPr id="6" name="Rounded Rectangle 5"/>
          <p:cNvSpPr/>
          <p:nvPr/>
        </p:nvSpPr>
        <p:spPr>
          <a:xfrm>
            <a:off x="548640" y="1572768"/>
            <a:ext cx="5486400" cy="384048"/>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50" b="1" i="0">
                <a:solidFill>
                  <a:srgbClr val="FFFFFF"/>
                </a:solidFill>
                <a:latin typeface="Meiryo UI"/>
                <a:ea typeface="Meiryo UI"/>
              </a:rPr>
              <a:t>Fact ①　腎生検数の推移</a:t>
            </a:r>
          </a:p>
        </p:txBody>
      </p:sp>
      <p:sp>
        <p:nvSpPr>
          <p:cNvPr id="7" name="Rectangle 6"/>
          <p:cNvSpPr/>
          <p:nvPr/>
        </p:nvSpPr>
        <p:spPr>
          <a:xfrm>
            <a:off x="822959" y="3176259"/>
            <a:ext cx="685800" cy="225308"/>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8" name="TextBox 7"/>
          <p:cNvSpPr txBox="1"/>
          <p:nvPr/>
        </p:nvSpPr>
        <p:spPr>
          <a:xfrm>
            <a:off x="640080" y="2920227"/>
            <a:ext cx="1051560" cy="237744"/>
          </a:xfrm>
          <a:prstGeom prst="rect">
            <a:avLst/>
          </a:prstGeom>
          <a:noFill/>
        </p:spPr>
        <p:txBody>
          <a:bodyPr wrap="square" lIns="0" rIns="0" tIns="0" bIns="0" anchor="t">
            <a:spAutoFit/>
          </a:bodyPr>
          <a:lstStyle/>
          <a:p>
            <a:pPr algn="ctr"/>
            <a:r>
              <a:rPr sz="1150" b="1" i="0">
                <a:solidFill>
                  <a:srgbClr val="595959"/>
                </a:solidFill>
                <a:latin typeface="Meiryo UI"/>
                <a:ea typeface="Meiryo UI"/>
              </a:rPr>
              <a:t>28</a:t>
            </a:r>
          </a:p>
        </p:txBody>
      </p:sp>
      <p:sp>
        <p:nvSpPr>
          <p:cNvPr id="9" name="TextBox 8"/>
          <p:cNvSpPr txBox="1"/>
          <p:nvPr/>
        </p:nvSpPr>
        <p:spPr>
          <a:xfrm>
            <a:off x="640080" y="3438144"/>
            <a:ext cx="1051560" cy="237744"/>
          </a:xfrm>
          <a:prstGeom prst="rect">
            <a:avLst/>
          </a:prstGeom>
          <a:noFill/>
        </p:spPr>
        <p:txBody>
          <a:bodyPr wrap="square" lIns="0" rIns="0" tIns="0" bIns="0" anchor="t">
            <a:spAutoFit/>
          </a:bodyPr>
          <a:lstStyle/>
          <a:p>
            <a:pPr algn="ctr"/>
            <a:r>
              <a:rPr sz="950" b="0" i="0">
                <a:solidFill>
                  <a:srgbClr val="262626"/>
                </a:solidFill>
                <a:latin typeface="Meiryo UI"/>
                <a:ea typeface="Meiryo UI"/>
              </a:rPr>
              <a:t>－2年</a:t>
            </a:r>
          </a:p>
        </p:txBody>
      </p:sp>
      <p:sp>
        <p:nvSpPr>
          <p:cNvPr id="10" name="Rectangle 9"/>
          <p:cNvSpPr/>
          <p:nvPr/>
        </p:nvSpPr>
        <p:spPr>
          <a:xfrm>
            <a:off x="1892807" y="3111886"/>
            <a:ext cx="685800" cy="289681"/>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1" name="TextBox 10"/>
          <p:cNvSpPr txBox="1"/>
          <p:nvPr/>
        </p:nvSpPr>
        <p:spPr>
          <a:xfrm>
            <a:off x="1709928" y="2855854"/>
            <a:ext cx="1051560" cy="237744"/>
          </a:xfrm>
          <a:prstGeom prst="rect">
            <a:avLst/>
          </a:prstGeom>
          <a:noFill/>
        </p:spPr>
        <p:txBody>
          <a:bodyPr wrap="square" lIns="0" rIns="0" tIns="0" bIns="0" anchor="t">
            <a:spAutoFit/>
          </a:bodyPr>
          <a:lstStyle/>
          <a:p>
            <a:pPr algn="ctr"/>
            <a:r>
              <a:rPr sz="1150" b="1" i="0">
                <a:solidFill>
                  <a:srgbClr val="595959"/>
                </a:solidFill>
                <a:latin typeface="Meiryo UI"/>
                <a:ea typeface="Meiryo UI"/>
              </a:rPr>
              <a:t>36</a:t>
            </a:r>
          </a:p>
        </p:txBody>
      </p:sp>
      <p:sp>
        <p:nvSpPr>
          <p:cNvPr id="12" name="TextBox 11"/>
          <p:cNvSpPr txBox="1"/>
          <p:nvPr/>
        </p:nvSpPr>
        <p:spPr>
          <a:xfrm>
            <a:off x="1709928" y="3438144"/>
            <a:ext cx="1051560" cy="237744"/>
          </a:xfrm>
          <a:prstGeom prst="rect">
            <a:avLst/>
          </a:prstGeom>
          <a:noFill/>
        </p:spPr>
        <p:txBody>
          <a:bodyPr wrap="square" lIns="0" rIns="0" tIns="0" bIns="0" anchor="t">
            <a:spAutoFit/>
          </a:bodyPr>
          <a:lstStyle/>
          <a:p>
            <a:pPr algn="ctr"/>
            <a:r>
              <a:rPr sz="950" b="0" i="0">
                <a:solidFill>
                  <a:srgbClr val="262626"/>
                </a:solidFill>
                <a:latin typeface="Meiryo UI"/>
                <a:ea typeface="Meiryo UI"/>
              </a:rPr>
              <a:t>－1年</a:t>
            </a:r>
          </a:p>
        </p:txBody>
      </p:sp>
      <p:sp>
        <p:nvSpPr>
          <p:cNvPr id="13" name="Rectangle 12"/>
          <p:cNvSpPr/>
          <p:nvPr/>
        </p:nvSpPr>
        <p:spPr>
          <a:xfrm>
            <a:off x="2962656" y="2677363"/>
            <a:ext cx="685800" cy="7242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4" name="TextBox 13"/>
          <p:cNvSpPr txBox="1"/>
          <p:nvPr/>
        </p:nvSpPr>
        <p:spPr>
          <a:xfrm>
            <a:off x="2779776" y="2421331"/>
            <a:ext cx="1051560" cy="237744"/>
          </a:xfrm>
          <a:prstGeom prst="rect">
            <a:avLst/>
          </a:prstGeom>
          <a:noFill/>
        </p:spPr>
        <p:txBody>
          <a:bodyPr wrap="square" lIns="0" rIns="0" tIns="0" bIns="0" anchor="t">
            <a:spAutoFit/>
          </a:bodyPr>
          <a:lstStyle/>
          <a:p>
            <a:pPr algn="ctr"/>
            <a:r>
              <a:rPr sz="1150" b="1" i="0">
                <a:solidFill>
                  <a:srgbClr val="C00000"/>
                </a:solidFill>
                <a:latin typeface="Meiryo UI"/>
                <a:ea typeface="Meiryo UI"/>
              </a:rPr>
              <a:t>90</a:t>
            </a:r>
          </a:p>
        </p:txBody>
      </p:sp>
      <p:sp>
        <p:nvSpPr>
          <p:cNvPr id="15" name="TextBox 14"/>
          <p:cNvSpPr txBox="1"/>
          <p:nvPr/>
        </p:nvSpPr>
        <p:spPr>
          <a:xfrm>
            <a:off x="2779776" y="3438144"/>
            <a:ext cx="1051560" cy="237744"/>
          </a:xfrm>
          <a:prstGeom prst="rect">
            <a:avLst/>
          </a:prstGeom>
          <a:noFill/>
        </p:spPr>
        <p:txBody>
          <a:bodyPr wrap="square" lIns="0" rIns="0" tIns="0" bIns="0" anchor="t">
            <a:spAutoFit/>
          </a:bodyPr>
          <a:lstStyle/>
          <a:p>
            <a:pPr algn="ctr"/>
            <a:r>
              <a:rPr sz="950" b="1" i="0">
                <a:solidFill>
                  <a:srgbClr val="262626"/>
                </a:solidFill>
                <a:latin typeface="Meiryo UI"/>
                <a:ea typeface="Meiryo UI"/>
              </a:rPr>
              <a:t>着任年</a:t>
            </a:r>
          </a:p>
        </p:txBody>
      </p:sp>
      <p:sp>
        <p:nvSpPr>
          <p:cNvPr id="16" name="Rectangle 15"/>
          <p:cNvSpPr/>
          <p:nvPr/>
        </p:nvSpPr>
        <p:spPr>
          <a:xfrm>
            <a:off x="4032504" y="2629082"/>
            <a:ext cx="685800" cy="772485"/>
          </a:xfrm>
          <a:prstGeom prst="rect">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7" name="TextBox 16"/>
          <p:cNvSpPr txBox="1"/>
          <p:nvPr/>
        </p:nvSpPr>
        <p:spPr>
          <a:xfrm>
            <a:off x="3849624" y="2373050"/>
            <a:ext cx="1051560" cy="237744"/>
          </a:xfrm>
          <a:prstGeom prst="rect">
            <a:avLst/>
          </a:prstGeom>
          <a:noFill/>
        </p:spPr>
        <p:txBody>
          <a:bodyPr wrap="square" lIns="0" rIns="0" tIns="0" bIns="0" anchor="t">
            <a:spAutoFit/>
          </a:bodyPr>
          <a:lstStyle/>
          <a:p>
            <a:pPr algn="ctr"/>
            <a:r>
              <a:rPr sz="1150" b="1" i="0">
                <a:solidFill>
                  <a:srgbClr val="128A54"/>
                </a:solidFill>
                <a:latin typeface="Meiryo UI"/>
                <a:ea typeface="Meiryo UI"/>
              </a:rPr>
              <a:t>96</a:t>
            </a:r>
          </a:p>
        </p:txBody>
      </p:sp>
      <p:sp>
        <p:nvSpPr>
          <p:cNvPr id="18" name="TextBox 17"/>
          <p:cNvSpPr txBox="1"/>
          <p:nvPr/>
        </p:nvSpPr>
        <p:spPr>
          <a:xfrm>
            <a:off x="3849624" y="3438144"/>
            <a:ext cx="1051560" cy="237744"/>
          </a:xfrm>
          <a:prstGeom prst="rect">
            <a:avLst/>
          </a:prstGeom>
          <a:noFill/>
        </p:spPr>
        <p:txBody>
          <a:bodyPr wrap="square" lIns="0" rIns="0" tIns="0" bIns="0" anchor="t">
            <a:spAutoFit/>
          </a:bodyPr>
          <a:lstStyle/>
          <a:p>
            <a:pPr algn="ctr"/>
            <a:r>
              <a:rPr sz="950" b="0" i="0">
                <a:solidFill>
                  <a:srgbClr val="262626"/>
                </a:solidFill>
                <a:latin typeface="Meiryo UI"/>
                <a:ea typeface="Meiryo UI"/>
              </a:rPr>
              <a:t>＋1年</a:t>
            </a:r>
          </a:p>
        </p:txBody>
      </p:sp>
      <p:sp>
        <p:nvSpPr>
          <p:cNvPr id="19" name="Rectangle 18"/>
          <p:cNvSpPr/>
          <p:nvPr/>
        </p:nvSpPr>
        <p:spPr>
          <a:xfrm>
            <a:off x="5102352" y="2604942"/>
            <a:ext cx="685800" cy="796625"/>
          </a:xfrm>
          <a:prstGeom prst="rect">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0" name="TextBox 19"/>
          <p:cNvSpPr txBox="1"/>
          <p:nvPr/>
        </p:nvSpPr>
        <p:spPr>
          <a:xfrm>
            <a:off x="4919472" y="2348910"/>
            <a:ext cx="1051560" cy="237744"/>
          </a:xfrm>
          <a:prstGeom prst="rect">
            <a:avLst/>
          </a:prstGeom>
          <a:noFill/>
        </p:spPr>
        <p:txBody>
          <a:bodyPr wrap="square" lIns="0" rIns="0" tIns="0" bIns="0" anchor="t">
            <a:spAutoFit/>
          </a:bodyPr>
          <a:lstStyle/>
          <a:p>
            <a:pPr algn="ctr"/>
            <a:r>
              <a:rPr sz="1150" b="1" i="0">
                <a:solidFill>
                  <a:srgbClr val="128A54"/>
                </a:solidFill>
                <a:latin typeface="Meiryo UI"/>
                <a:ea typeface="Meiryo UI"/>
              </a:rPr>
              <a:t>99</a:t>
            </a:r>
          </a:p>
        </p:txBody>
      </p:sp>
      <p:sp>
        <p:nvSpPr>
          <p:cNvPr id="21" name="TextBox 20"/>
          <p:cNvSpPr txBox="1"/>
          <p:nvPr/>
        </p:nvSpPr>
        <p:spPr>
          <a:xfrm>
            <a:off x="4919472" y="3438144"/>
            <a:ext cx="1051560" cy="237744"/>
          </a:xfrm>
          <a:prstGeom prst="rect">
            <a:avLst/>
          </a:prstGeom>
          <a:noFill/>
        </p:spPr>
        <p:txBody>
          <a:bodyPr wrap="square" lIns="0" rIns="0" tIns="0" bIns="0" anchor="t">
            <a:spAutoFit/>
          </a:bodyPr>
          <a:lstStyle/>
          <a:p>
            <a:pPr algn="ctr"/>
            <a:r>
              <a:rPr sz="950" b="0" i="0">
                <a:solidFill>
                  <a:srgbClr val="262626"/>
                </a:solidFill>
                <a:latin typeface="Meiryo UI"/>
                <a:ea typeface="Meiryo UI"/>
              </a:rPr>
              <a:t>＋2年</a:t>
            </a:r>
          </a:p>
        </p:txBody>
      </p:sp>
      <p:cxnSp>
        <p:nvCxnSpPr>
          <p:cNvPr id="22" name="Connector 21"/>
          <p:cNvCxnSpPr/>
          <p:nvPr/>
        </p:nvCxnSpPr>
        <p:spPr>
          <a:xfrm>
            <a:off x="640080" y="3401568"/>
            <a:ext cx="5303520" cy="0"/>
          </a:xfrm>
          <a:prstGeom prst="line">
            <a:avLst/>
          </a:prstGeom>
          <a:ln w="12700">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3657600"/>
            <a:ext cx="5303520" cy="256032"/>
          </a:xfrm>
          <a:prstGeom prst="rect">
            <a:avLst/>
          </a:prstGeom>
          <a:noFill/>
        </p:spPr>
        <p:txBody>
          <a:bodyPr wrap="square" lIns="0" rIns="0" tIns="0" bIns="0" anchor="t">
            <a:spAutoFit/>
          </a:bodyPr>
          <a:lstStyle/>
          <a:p>
            <a:pPr algn="l"/>
            <a:r>
              <a:rPr sz="1100" b="1" i="0">
                <a:solidFill>
                  <a:srgbClr val="0B4F37"/>
                </a:solidFill>
                <a:latin typeface="Meiryo UI"/>
                <a:ea typeface="Meiryo UI"/>
              </a:rPr>
              <a:t>着任年に2.5倍。その後は96→99件で横ばい。</a:t>
            </a:r>
          </a:p>
        </p:txBody>
      </p:sp>
      <p:sp>
        <p:nvSpPr>
          <p:cNvPr id="24" name="Rounded Rectangle 23"/>
          <p:cNvSpPr/>
          <p:nvPr/>
        </p:nvSpPr>
        <p:spPr>
          <a:xfrm>
            <a:off x="6172200" y="1572768"/>
            <a:ext cx="5486400" cy="384048"/>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50" b="1" i="0">
                <a:solidFill>
                  <a:srgbClr val="FFFFFF"/>
                </a:solidFill>
                <a:latin typeface="Meiryo UI"/>
                <a:ea typeface="Meiryo UI"/>
              </a:rPr>
              <a:t>Fact ②　ページと広報誌から分かること</a:t>
            </a:r>
          </a:p>
        </p:txBody>
      </p:sp>
      <p:sp>
        <p:nvSpPr>
          <p:cNvPr id="25" name="Rounded Rectangle 24"/>
          <p:cNvSpPr/>
          <p:nvPr/>
        </p:nvSpPr>
        <p:spPr>
          <a:xfrm>
            <a:off x="6172200" y="2011680"/>
            <a:ext cx="5486400" cy="1901952"/>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2412" bIns="102412" lIns="146304" rIns="146304"/>
          <a:lstStyle/>
          <a:p>
            <a:pPr algn="l">
              <a:lnSpc>
                <a:spcPct val="125000"/>
              </a:lnSpc>
              <a:spcAft>
                <a:spcPts val="800"/>
              </a:spcAft>
            </a:pPr>
            <a:r>
              <a:rPr sz="1100" b="0" i="0">
                <a:solidFill>
                  <a:srgbClr val="262626"/>
                </a:solidFill>
                <a:latin typeface="Meiryo UI"/>
                <a:ea typeface="Meiryo UI"/>
              </a:rPr>
              <a:t>・血液浄化センター／臨床研究／学会発表／認定施設のページを持つ</a:t>
            </a:r>
          </a:p>
          <a:p>
            <a:pPr algn="l">
              <a:lnSpc>
                <a:spcPct val="125000"/>
              </a:lnSpc>
              <a:spcAft>
                <a:spcPts val="800"/>
              </a:spcAft>
            </a:pPr>
            <a:r>
              <a:rPr sz="1100" b="0" i="0">
                <a:solidFill>
                  <a:srgbClr val="262626"/>
                </a:solidFill>
                <a:latin typeface="Meiryo UI"/>
                <a:ea typeface="Meiryo UI"/>
              </a:rPr>
              <a:t>・部長は前任地で、腎臓内科の立ち上げと血液浄化センター開設を経験</a:t>
            </a:r>
          </a:p>
          <a:p>
            <a:pPr algn="l">
              <a:lnSpc>
                <a:spcPct val="125000"/>
              </a:lnSpc>
              <a:spcAft>
                <a:spcPts val="800"/>
              </a:spcAft>
            </a:pPr>
            <a:r>
              <a:rPr sz="1100" b="0" i="0">
                <a:solidFill>
                  <a:srgbClr val="262626"/>
                </a:solidFill>
                <a:latin typeface="Meiryo UI"/>
                <a:ea typeface="Meiryo UI"/>
              </a:rPr>
              <a:t>・診療範囲は腎生検・保存期・血液透析・腹膜透析・移植と広い</a:t>
            </a:r>
          </a:p>
          <a:p>
            <a:pPr algn="l">
              <a:lnSpc>
                <a:spcPct val="125000"/>
              </a:lnSpc>
              <a:spcAft>
                <a:spcPts val="800"/>
              </a:spcAft>
            </a:pPr>
            <a:r>
              <a:rPr sz="1100" b="0" i="0">
                <a:solidFill>
                  <a:srgbClr val="262626"/>
                </a:solidFill>
                <a:latin typeface="Meiryo UI"/>
                <a:ea typeface="Meiryo UI"/>
              </a:rPr>
              <a:t>・着任した月に、開業医向けの広報誌へ寄稿している</a:t>
            </a:r>
          </a:p>
        </p:txBody>
      </p:sp>
      <p:sp>
        <p:nvSpPr>
          <p:cNvPr id="26" name="Rounded Rectangle 25"/>
          <p:cNvSpPr/>
          <p:nvPr/>
        </p:nvSpPr>
        <p:spPr>
          <a:xfrm>
            <a:off x="548640" y="4069080"/>
            <a:ext cx="11109960" cy="411480"/>
          </a:xfrm>
          <a:prstGeom prst="roundRect">
            <a:avLst>
              <a:gd name="adj" fmla="val 8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Wants ─ 広報誌で、実際に口にしている言葉</a:t>
            </a:r>
          </a:p>
        </p:txBody>
      </p:sp>
      <p:sp>
        <p:nvSpPr>
          <p:cNvPr id="27" name="Rounded Rectangle 26"/>
          <p:cNvSpPr/>
          <p:nvPr/>
        </p:nvSpPr>
        <p:spPr>
          <a:xfrm>
            <a:off x="548640" y="4553712"/>
            <a:ext cx="3566160" cy="960120"/>
          </a:xfrm>
          <a:prstGeom prst="roundRect">
            <a:avLst>
              <a:gd name="adj" fmla="val 8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l">
              <a:lnSpc>
                <a:spcPct val="130000"/>
              </a:lnSpc>
            </a:pPr>
            <a:r>
              <a:rPr sz="1050" b="1" i="0">
                <a:solidFill>
                  <a:srgbClr val="262626"/>
                </a:solidFill>
                <a:latin typeface="Meiryo UI"/>
                <a:ea typeface="Meiryo UI"/>
              </a:rPr>
              <a:t>「もし腎臓についてなにか問題がある患者様がいらっしゃいましたら、いつでもご紹介頂けますと幸いです」</a:t>
            </a:r>
          </a:p>
        </p:txBody>
      </p:sp>
      <p:sp>
        <p:nvSpPr>
          <p:cNvPr id="28" name="Rounded Rectangle 27"/>
          <p:cNvSpPr/>
          <p:nvPr/>
        </p:nvSpPr>
        <p:spPr>
          <a:xfrm>
            <a:off x="4288536" y="4553712"/>
            <a:ext cx="3566160" cy="960120"/>
          </a:xfrm>
          <a:prstGeom prst="roundRect">
            <a:avLst>
              <a:gd name="adj" fmla="val 8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l">
              <a:lnSpc>
                <a:spcPct val="130000"/>
              </a:lnSpc>
            </a:pPr>
            <a:r>
              <a:rPr sz="1050" b="1" i="0">
                <a:solidFill>
                  <a:srgbClr val="262626"/>
                </a:solidFill>
                <a:latin typeface="Meiryo UI"/>
                <a:ea typeface="Meiryo UI"/>
              </a:rPr>
              <a:t>「どのような腎疾患患者様が来られても、その患者様にベストな医療を偏りなく行いたい」</a:t>
            </a:r>
          </a:p>
        </p:txBody>
      </p:sp>
      <p:sp>
        <p:nvSpPr>
          <p:cNvPr id="29" name="Rounded Rectangle 28"/>
          <p:cNvSpPr/>
          <p:nvPr/>
        </p:nvSpPr>
        <p:spPr>
          <a:xfrm>
            <a:off x="8028431" y="4553712"/>
            <a:ext cx="3566160" cy="960120"/>
          </a:xfrm>
          <a:prstGeom prst="roundRect">
            <a:avLst>
              <a:gd name="adj" fmla="val 8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l">
              <a:lnSpc>
                <a:spcPct val="130000"/>
              </a:lnSpc>
            </a:pPr>
            <a:r>
              <a:rPr sz="1050" b="1" i="0">
                <a:solidFill>
                  <a:srgbClr val="262626"/>
                </a:solidFill>
                <a:latin typeface="Meiryo UI"/>
                <a:ea typeface="Meiryo UI"/>
              </a:rPr>
              <a:t>「まず透析の話をするのではなく、透析にならないためにどうしていったらいいのかを、患者様と一緒に考えたい」</a:t>
            </a:r>
          </a:p>
        </p:txBody>
      </p:sp>
      <p:sp>
        <p:nvSpPr>
          <p:cNvPr id="30" name="Rounded Rectangle 29"/>
          <p:cNvSpPr/>
          <p:nvPr/>
        </p:nvSpPr>
        <p:spPr>
          <a:xfrm>
            <a:off x="548640" y="5623560"/>
            <a:ext cx="11109960" cy="621792"/>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ctr"/>
            <a:r>
              <a:rPr sz="1550" b="1" i="0">
                <a:solidFill>
                  <a:srgbClr val="FFC000"/>
                </a:solidFill>
                <a:latin typeface="Meiryo UI"/>
                <a:ea typeface="Meiryo UI"/>
              </a:rPr>
              <a:t>Wantsは3つある。どれも「やりたいこと」で、まだ「満たされていない状態」ではない。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④ 事例</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同じWantsから、Needsの仮説は複数立つ</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19</a:t>
            </a:r>
          </a:p>
        </p:txBody>
      </p:sp>
      <p:sp>
        <p:nvSpPr>
          <p:cNvPr id="6" name="Rounded Rectangle 5"/>
          <p:cNvSpPr/>
          <p:nvPr/>
        </p:nvSpPr>
        <p:spPr>
          <a:xfrm>
            <a:off x="548640" y="1536192"/>
            <a:ext cx="11109960" cy="475488"/>
          </a:xfrm>
          <a:prstGeom prst="roundRect">
            <a:avLst>
              <a:gd name="adj" fmla="val 8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50" b="1" i="0">
                <a:solidFill>
                  <a:srgbClr val="BFE8D2"/>
                </a:solidFill>
                <a:latin typeface="Meiryo UI"/>
                <a:ea typeface="Meiryo UI"/>
              </a:rPr>
              <a:t>Wants　</a:t>
            </a:r>
            <a:r>
              <a:rPr sz="1700" b="1" i="0">
                <a:solidFill>
                  <a:srgbClr val="FFFFFF"/>
                </a:solidFill>
                <a:latin typeface="Meiryo UI"/>
                <a:ea typeface="Meiryo UI"/>
              </a:rPr>
              <a:t>「いつでもご紹介頂けますと幸いです」　—　なぜ、そう言うのか？</a:t>
            </a:r>
          </a:p>
        </p:txBody>
      </p:sp>
      <p:sp>
        <p:nvSpPr>
          <p:cNvPr id="7" name="Rounded Rectangle 6"/>
          <p:cNvSpPr/>
          <p:nvPr/>
        </p:nvSpPr>
        <p:spPr>
          <a:xfrm>
            <a:off x="548640" y="2176272"/>
            <a:ext cx="3566160" cy="475488"/>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250" b="1" i="0">
                <a:solidFill>
                  <a:srgbClr val="FFFFFF"/>
                </a:solidFill>
                <a:latin typeface="Meiryo UI"/>
                <a:ea typeface="Meiryo UI"/>
              </a:rPr>
              <a:t>仮説A　早期に生検・診断まで持っていきたい</a:t>
            </a:r>
          </a:p>
        </p:txBody>
      </p:sp>
      <p:sp>
        <p:nvSpPr>
          <p:cNvPr id="8" name="Rounded Rectangle 7"/>
          <p:cNvSpPr/>
          <p:nvPr/>
        </p:nvSpPr>
        <p:spPr>
          <a:xfrm>
            <a:off x="548640" y="2743200"/>
            <a:ext cx="3566160" cy="9144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1F3864"/>
                </a:solidFill>
                <a:latin typeface="Meiryo UI"/>
                <a:ea typeface="Meiryo UI"/>
              </a:rPr>
              <a:t>Needs（満たされていない状態）</a:t>
            </a:r>
          </a:p>
          <a:p>
            <a:pPr algn="l">
              <a:lnSpc>
                <a:spcPct val="125000"/>
              </a:lnSpc>
            </a:pPr>
            <a:r>
              <a:rPr sz="1100" b="0" i="0">
                <a:solidFill>
                  <a:srgbClr val="262626"/>
                </a:solidFill>
                <a:latin typeface="Meiryo UI"/>
                <a:ea typeface="Meiryo UI"/>
              </a:rPr>
              <a:t>早期に生検・診断まで持っていける患者が、限られている</a:t>
            </a:r>
          </a:p>
        </p:txBody>
      </p:sp>
      <p:sp>
        <p:nvSpPr>
          <p:cNvPr id="9" name="Rounded Rectangle 8"/>
          <p:cNvSpPr/>
          <p:nvPr/>
        </p:nvSpPr>
        <p:spPr>
          <a:xfrm>
            <a:off x="548640" y="3730752"/>
            <a:ext cx="3566160" cy="8046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1F3864"/>
                </a:solidFill>
                <a:latin typeface="Meiryo UI"/>
                <a:ea typeface="Meiryo UI"/>
              </a:rPr>
              <a:t>確かめる質問</a:t>
            </a:r>
          </a:p>
          <a:p>
            <a:pPr algn="l">
              <a:lnSpc>
                <a:spcPct val="125000"/>
              </a:lnSpc>
            </a:pPr>
            <a:r>
              <a:rPr sz="1100" b="0" i="0">
                <a:solidFill>
                  <a:srgbClr val="262626"/>
                </a:solidFill>
                <a:latin typeface="Meiryo UI"/>
                <a:ea typeface="Meiryo UI"/>
              </a:rPr>
              <a:t>「どの段階でご紹介いただけると、生検まで持っていけますか？」</a:t>
            </a:r>
          </a:p>
        </p:txBody>
      </p:sp>
      <p:sp>
        <p:nvSpPr>
          <p:cNvPr id="10" name="Rounded Rectangle 9"/>
          <p:cNvSpPr/>
          <p:nvPr/>
        </p:nvSpPr>
        <p:spPr>
          <a:xfrm>
            <a:off x="548640" y="4608576"/>
            <a:ext cx="3566160" cy="1024128"/>
          </a:xfrm>
          <a:prstGeom prst="roundRect">
            <a:avLst>
              <a:gd name="adj" fmla="val 6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1F3864"/>
                </a:solidFill>
                <a:latin typeface="Meiryo UI"/>
                <a:ea typeface="Meiryo UI"/>
              </a:rPr>
              <a:t>この仮説なら、解決策は</a:t>
            </a:r>
          </a:p>
          <a:p>
            <a:pPr algn="l">
              <a:lnSpc>
                <a:spcPct val="125000"/>
              </a:lnSpc>
            </a:pPr>
            <a:r>
              <a:rPr sz="1100" b="1" i="0">
                <a:solidFill>
                  <a:srgbClr val="262626"/>
                </a:solidFill>
                <a:latin typeface="Meiryo UI"/>
                <a:ea typeface="Meiryo UI"/>
              </a:rPr>
              <a:t>「腎生検のタイミング」をテーマに、先生を演者にした症例検討会</a:t>
            </a:r>
          </a:p>
        </p:txBody>
      </p:sp>
      <p:sp>
        <p:nvSpPr>
          <p:cNvPr id="11" name="Rounded Rectangle 10"/>
          <p:cNvSpPr/>
          <p:nvPr/>
        </p:nvSpPr>
        <p:spPr>
          <a:xfrm>
            <a:off x="4288536" y="2176272"/>
            <a:ext cx="3566160" cy="475488"/>
          </a:xfrm>
          <a:prstGeom prst="roundRect">
            <a:avLst>
              <a:gd name="adj" fmla="val 8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250" b="1" i="0">
                <a:solidFill>
                  <a:srgbClr val="FFFFFF"/>
                </a:solidFill>
                <a:latin typeface="Meiryo UI"/>
                <a:ea typeface="Meiryo UI"/>
              </a:rPr>
              <a:t>仮説B　透析を減らして評価されたい</a:t>
            </a:r>
          </a:p>
        </p:txBody>
      </p:sp>
      <p:sp>
        <p:nvSpPr>
          <p:cNvPr id="12" name="Rounded Rectangle 11"/>
          <p:cNvSpPr/>
          <p:nvPr/>
        </p:nvSpPr>
        <p:spPr>
          <a:xfrm>
            <a:off x="4288536" y="2743200"/>
            <a:ext cx="3566160" cy="9144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B86A00"/>
                </a:solidFill>
                <a:latin typeface="Meiryo UI"/>
                <a:ea typeface="Meiryo UI"/>
              </a:rPr>
              <a:t>Needs（満たされていない状態）</a:t>
            </a:r>
          </a:p>
          <a:p>
            <a:pPr algn="l">
              <a:lnSpc>
                <a:spcPct val="125000"/>
              </a:lnSpc>
            </a:pPr>
            <a:r>
              <a:rPr sz="1100" b="0" i="0">
                <a:solidFill>
                  <a:srgbClr val="262626"/>
                </a:solidFill>
                <a:latin typeface="Meiryo UI"/>
                <a:ea typeface="Meiryo UI"/>
              </a:rPr>
              <a:t>透析を回避した成果を、院内外に示す場がない</a:t>
            </a:r>
          </a:p>
        </p:txBody>
      </p:sp>
      <p:sp>
        <p:nvSpPr>
          <p:cNvPr id="13" name="Rounded Rectangle 12"/>
          <p:cNvSpPr/>
          <p:nvPr/>
        </p:nvSpPr>
        <p:spPr>
          <a:xfrm>
            <a:off x="4288536" y="3730752"/>
            <a:ext cx="3566160" cy="8046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B86A00"/>
                </a:solidFill>
                <a:latin typeface="Meiryo UI"/>
                <a:ea typeface="Meiryo UI"/>
              </a:rPr>
              <a:t>確かめる質問</a:t>
            </a:r>
          </a:p>
          <a:p>
            <a:pPr algn="l">
              <a:lnSpc>
                <a:spcPct val="125000"/>
              </a:lnSpc>
            </a:pPr>
            <a:r>
              <a:rPr sz="1100" b="0" i="0">
                <a:solidFill>
                  <a:srgbClr val="262626"/>
                </a:solidFill>
                <a:latin typeface="Meiryo UI"/>
                <a:ea typeface="Meiryo UI"/>
              </a:rPr>
              <a:t>「腎生検が増えて、次に変わってほしいことは何ですか？」</a:t>
            </a:r>
          </a:p>
        </p:txBody>
      </p:sp>
      <p:sp>
        <p:nvSpPr>
          <p:cNvPr id="14" name="Rounded Rectangle 13"/>
          <p:cNvSpPr/>
          <p:nvPr/>
        </p:nvSpPr>
        <p:spPr>
          <a:xfrm>
            <a:off x="4288536" y="4608576"/>
            <a:ext cx="3566160" cy="1024128"/>
          </a:xfrm>
          <a:prstGeom prst="roundRect">
            <a:avLst>
              <a:gd name="adj" fmla="val 6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B86A00"/>
                </a:solidFill>
                <a:latin typeface="Meiryo UI"/>
                <a:ea typeface="Meiryo UI"/>
              </a:rPr>
              <a:t>この仮説なら、解決策は</a:t>
            </a:r>
          </a:p>
          <a:p>
            <a:pPr algn="l">
              <a:lnSpc>
                <a:spcPct val="125000"/>
              </a:lnSpc>
            </a:pPr>
            <a:r>
              <a:rPr sz="1100" b="1" i="0">
                <a:solidFill>
                  <a:srgbClr val="262626"/>
                </a:solidFill>
                <a:latin typeface="Meiryo UI"/>
                <a:ea typeface="Meiryo UI"/>
              </a:rPr>
              <a:t>保存期CKDの症例検討会を、〇〇先生を中心に設計する</a:t>
            </a:r>
          </a:p>
        </p:txBody>
      </p:sp>
      <p:sp>
        <p:nvSpPr>
          <p:cNvPr id="15" name="Rounded Rectangle 14"/>
          <p:cNvSpPr/>
          <p:nvPr/>
        </p:nvSpPr>
        <p:spPr>
          <a:xfrm>
            <a:off x="8028431" y="2176272"/>
            <a:ext cx="3566160" cy="475488"/>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250" b="1" i="0">
                <a:solidFill>
                  <a:srgbClr val="FFFFFF"/>
                </a:solidFill>
                <a:latin typeface="Meiryo UI"/>
                <a:ea typeface="Meiryo UI"/>
              </a:rPr>
              <a:t>仮説C　前任地の体制を再現したい</a:t>
            </a:r>
          </a:p>
        </p:txBody>
      </p:sp>
      <p:sp>
        <p:nvSpPr>
          <p:cNvPr id="16" name="Rounded Rectangle 15"/>
          <p:cNvSpPr/>
          <p:nvPr/>
        </p:nvSpPr>
        <p:spPr>
          <a:xfrm>
            <a:off x="8028431" y="2743200"/>
            <a:ext cx="3566160" cy="9144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C00000"/>
                </a:solidFill>
                <a:latin typeface="Meiryo UI"/>
                <a:ea typeface="Meiryo UI"/>
              </a:rPr>
              <a:t>Needs（満たされていない状態）</a:t>
            </a:r>
          </a:p>
          <a:p>
            <a:pPr algn="l">
              <a:lnSpc>
                <a:spcPct val="125000"/>
              </a:lnSpc>
            </a:pPr>
            <a:r>
              <a:rPr sz="1100" b="0" i="0">
                <a:solidFill>
                  <a:srgbClr val="262626"/>
                </a:solidFill>
                <a:latin typeface="Meiryo UI"/>
                <a:ea typeface="Meiryo UI"/>
              </a:rPr>
              <a:t>立ち上げた診療体制と実績が、この病院にはまだない</a:t>
            </a:r>
          </a:p>
        </p:txBody>
      </p:sp>
      <p:sp>
        <p:nvSpPr>
          <p:cNvPr id="17" name="Rounded Rectangle 16"/>
          <p:cNvSpPr/>
          <p:nvPr/>
        </p:nvSpPr>
        <p:spPr>
          <a:xfrm>
            <a:off x="8028431" y="3730752"/>
            <a:ext cx="3566160" cy="8046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C00000"/>
                </a:solidFill>
                <a:latin typeface="Meiryo UI"/>
                <a:ea typeface="Meiryo UI"/>
              </a:rPr>
              <a:t>確かめる質問</a:t>
            </a:r>
          </a:p>
          <a:p>
            <a:pPr algn="l">
              <a:lnSpc>
                <a:spcPct val="125000"/>
              </a:lnSpc>
            </a:pPr>
            <a:r>
              <a:rPr sz="1100" b="0" i="0">
                <a:solidFill>
                  <a:srgbClr val="262626"/>
                </a:solidFill>
                <a:latin typeface="Meiryo UI"/>
                <a:ea typeface="Meiryo UI"/>
              </a:rPr>
              <a:t>「前任地でうまくいった仕組みで、再現したいものは？」</a:t>
            </a:r>
          </a:p>
        </p:txBody>
      </p:sp>
      <p:sp>
        <p:nvSpPr>
          <p:cNvPr id="18" name="Rounded Rectangle 17"/>
          <p:cNvSpPr/>
          <p:nvPr/>
        </p:nvSpPr>
        <p:spPr>
          <a:xfrm>
            <a:off x="8028431" y="4608576"/>
            <a:ext cx="3566160" cy="1024128"/>
          </a:xfrm>
          <a:prstGeom prst="roundRect">
            <a:avLst>
              <a:gd name="adj" fmla="val 6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spcAft>
                <a:spcPts val="300"/>
              </a:spcAft>
            </a:pPr>
            <a:r>
              <a:rPr sz="950" b="1" i="0">
                <a:solidFill>
                  <a:srgbClr val="C00000"/>
                </a:solidFill>
                <a:latin typeface="Meiryo UI"/>
                <a:ea typeface="Meiryo UI"/>
              </a:rPr>
              <a:t>この仮説なら、解決策は</a:t>
            </a:r>
          </a:p>
          <a:p>
            <a:pPr algn="l">
              <a:lnSpc>
                <a:spcPct val="125000"/>
              </a:lnSpc>
            </a:pPr>
            <a:r>
              <a:rPr sz="1100" b="1" i="0">
                <a:solidFill>
                  <a:srgbClr val="262626"/>
                </a:solidFill>
                <a:latin typeface="Meiryo UI"/>
                <a:ea typeface="Meiryo UI"/>
              </a:rPr>
              <a:t>近隣の基幹病院・大学の腎臓内科医とつなぎ、再現の土台をつくる</a:t>
            </a:r>
          </a:p>
        </p:txBody>
      </p:sp>
      <p:sp>
        <p:nvSpPr>
          <p:cNvPr id="19" name="Rounded Rectangle 18"/>
          <p:cNvSpPr/>
          <p:nvPr/>
        </p:nvSpPr>
        <p:spPr>
          <a:xfrm>
            <a:off x="548640" y="5742432"/>
            <a:ext cx="11109960" cy="502920"/>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1206" bIns="51206" lIns="73152" rIns="73152"/>
          <a:lstStyle/>
          <a:p>
            <a:pPr algn="ctr"/>
            <a:r>
              <a:rPr sz="1700" b="1" i="0">
                <a:solidFill>
                  <a:srgbClr val="FFC000"/>
                </a:solidFill>
                <a:latin typeface="Meiryo UI"/>
                <a:ea typeface="Meiryo UI"/>
              </a:rPr>
              <a:t>打ち手はすべて、〇〇先生に対して。開業医は、その先にいる。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237744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WORK ②　｜　10分</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自分の担当施設で、仮説と解決策を考える</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20</a:t>
            </a:r>
          </a:p>
        </p:txBody>
      </p:sp>
      <p:sp>
        <p:nvSpPr>
          <p:cNvPr id="6" name="Rounded Rectangle 5"/>
          <p:cNvSpPr/>
          <p:nvPr/>
        </p:nvSpPr>
        <p:spPr>
          <a:xfrm>
            <a:off x="548640" y="1627632"/>
            <a:ext cx="2697480" cy="54864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50" b="1" i="0">
                <a:solidFill>
                  <a:srgbClr val="FFFFFF"/>
                </a:solidFill>
                <a:latin typeface="Meiryo UI"/>
                <a:ea typeface="Meiryo UI"/>
              </a:rPr>
              <a:t>1　Fact・Wants・Needsを置く</a:t>
            </a:r>
          </a:p>
        </p:txBody>
      </p:sp>
      <p:sp>
        <p:nvSpPr>
          <p:cNvPr id="7" name="Right Arrow 6"/>
          <p:cNvSpPr/>
          <p:nvPr/>
        </p:nvSpPr>
        <p:spPr>
          <a:xfrm>
            <a:off x="3282696" y="1773936"/>
            <a:ext cx="128016" cy="256032"/>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01568" y="1627632"/>
            <a:ext cx="2697480" cy="54864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50" b="1" i="0">
                <a:solidFill>
                  <a:srgbClr val="FFFFFF"/>
                </a:solidFill>
                <a:latin typeface="Meiryo UI"/>
                <a:ea typeface="Meiryo UI"/>
              </a:rPr>
              <a:t>2　仮説を1文にする</a:t>
            </a:r>
          </a:p>
        </p:txBody>
      </p:sp>
      <p:sp>
        <p:nvSpPr>
          <p:cNvPr id="9" name="Right Arrow 8"/>
          <p:cNvSpPr/>
          <p:nvPr/>
        </p:nvSpPr>
        <p:spPr>
          <a:xfrm>
            <a:off x="6135624" y="1773936"/>
            <a:ext cx="128016" cy="256032"/>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627632"/>
            <a:ext cx="2697480" cy="548640"/>
          </a:xfrm>
          <a:prstGeom prst="roundRect">
            <a:avLst>
              <a:gd name="adj" fmla="val 10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50" b="1" i="0">
                <a:solidFill>
                  <a:srgbClr val="FFFFFF"/>
                </a:solidFill>
                <a:latin typeface="Meiryo UI"/>
                <a:ea typeface="Meiryo UI"/>
              </a:rPr>
              <a:t>3　4Sに当てはめる</a:t>
            </a:r>
          </a:p>
        </p:txBody>
      </p:sp>
      <p:sp>
        <p:nvSpPr>
          <p:cNvPr id="11" name="Right Arrow 10"/>
          <p:cNvSpPr/>
          <p:nvPr/>
        </p:nvSpPr>
        <p:spPr>
          <a:xfrm>
            <a:off x="8988552" y="1773936"/>
            <a:ext cx="128016" cy="256032"/>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07424" y="1627632"/>
            <a:ext cx="2697480" cy="54864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50" b="1" i="0">
                <a:solidFill>
                  <a:srgbClr val="FFFFFF"/>
                </a:solidFill>
                <a:latin typeface="Meiryo UI"/>
                <a:ea typeface="Meiryo UI"/>
              </a:rPr>
              <a:t>4　解決策を出す</a:t>
            </a:r>
          </a:p>
        </p:txBody>
      </p:sp>
      <p:sp>
        <p:nvSpPr>
          <p:cNvPr id="13" name="Rounded Rectangle 12"/>
          <p:cNvSpPr/>
          <p:nvPr/>
        </p:nvSpPr>
        <p:spPr>
          <a:xfrm>
            <a:off x="548640" y="2359152"/>
            <a:ext cx="5486400" cy="50292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仮説の例（A病院の事例より）</a:t>
            </a:r>
          </a:p>
        </p:txBody>
      </p:sp>
      <p:sp>
        <p:nvSpPr>
          <p:cNvPr id="14" name="Rounded Rectangle 13"/>
          <p:cNvSpPr/>
          <p:nvPr/>
        </p:nvSpPr>
        <p:spPr>
          <a:xfrm>
            <a:off x="548640" y="2926080"/>
            <a:ext cx="5486400" cy="233172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15214" bIns="115214" lIns="164592" rIns="164592"/>
          <a:lstStyle/>
          <a:p>
            <a:pPr algn="l">
              <a:lnSpc>
                <a:spcPct val="130000"/>
              </a:lnSpc>
              <a:spcAft>
                <a:spcPts val="1100"/>
              </a:spcAft>
            </a:pPr>
            <a:r>
              <a:rPr sz="1250" b="0" i="0">
                <a:solidFill>
                  <a:srgbClr val="262626"/>
                </a:solidFill>
                <a:latin typeface="Meiryo UI"/>
                <a:ea typeface="Meiryo UI"/>
              </a:rPr>
              <a:t>・A：もっと早期に生検・診断まで持っていきたいのではないか</a:t>
            </a:r>
          </a:p>
          <a:p>
            <a:pPr algn="l">
              <a:lnSpc>
                <a:spcPct val="130000"/>
              </a:lnSpc>
              <a:spcAft>
                <a:spcPts val="1100"/>
              </a:spcAft>
            </a:pPr>
            <a:r>
              <a:rPr sz="1250" b="0" i="0">
                <a:solidFill>
                  <a:srgbClr val="262626"/>
                </a:solidFill>
                <a:latin typeface="Meiryo UI"/>
                <a:ea typeface="Meiryo UI"/>
              </a:rPr>
              <a:t>・B：透析を回避した成果を、示す場がないのではないか</a:t>
            </a:r>
          </a:p>
          <a:p>
            <a:pPr algn="l">
              <a:lnSpc>
                <a:spcPct val="130000"/>
              </a:lnSpc>
              <a:spcAft>
                <a:spcPts val="1100"/>
              </a:spcAft>
            </a:pPr>
            <a:r>
              <a:rPr sz="1250" b="0" i="0">
                <a:solidFill>
                  <a:srgbClr val="262626"/>
                </a:solidFill>
                <a:latin typeface="Meiryo UI"/>
                <a:ea typeface="Meiryo UI"/>
              </a:rPr>
              <a:t>・C：前任地で立ち上げた体制を、再現したいのではないか</a:t>
            </a:r>
          </a:p>
          <a:p>
            <a:pPr algn="l">
              <a:lnSpc>
                <a:spcPct val="130000"/>
              </a:lnSpc>
              <a:spcAft>
                <a:spcPts val="1100"/>
              </a:spcAft>
            </a:pPr>
            <a:r>
              <a:rPr sz="1250" b="0" i="0">
                <a:solidFill>
                  <a:srgbClr val="262626"/>
                </a:solidFill>
                <a:latin typeface="Meiryo UI"/>
                <a:ea typeface="Meiryo UI"/>
              </a:rPr>
              <a:t>・紹介基準が、地域の先生に伝わっていないのではないか</a:t>
            </a:r>
          </a:p>
          <a:p>
            <a:pPr algn="l">
              <a:lnSpc>
                <a:spcPct val="130000"/>
              </a:lnSpc>
              <a:spcAft>
                <a:spcPts val="1100"/>
              </a:spcAft>
            </a:pPr>
            <a:r>
              <a:rPr sz="1250" b="0" i="0">
                <a:solidFill>
                  <a:srgbClr val="262626"/>
                </a:solidFill>
                <a:latin typeface="Meiryo UI"/>
                <a:ea typeface="Meiryo UI"/>
              </a:rPr>
              <a:t>・全国発信の場を求めていて、近隣大学とも組めるのではないか</a:t>
            </a:r>
          </a:p>
        </p:txBody>
      </p:sp>
      <p:sp>
        <p:nvSpPr>
          <p:cNvPr id="15" name="Rounded Rectangle 14"/>
          <p:cNvSpPr/>
          <p:nvPr/>
        </p:nvSpPr>
        <p:spPr>
          <a:xfrm>
            <a:off x="6172200" y="2359152"/>
            <a:ext cx="5486400" cy="50292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解決策の例（仮説に対応）</a:t>
            </a:r>
          </a:p>
        </p:txBody>
      </p:sp>
      <p:sp>
        <p:nvSpPr>
          <p:cNvPr id="16" name="Rounded Rectangle 15"/>
          <p:cNvSpPr/>
          <p:nvPr/>
        </p:nvSpPr>
        <p:spPr>
          <a:xfrm>
            <a:off x="6172200" y="2926080"/>
            <a:ext cx="5486400" cy="2331720"/>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t" wrap="square" tIns="115214" bIns="115214" lIns="164592" rIns="164592"/>
          <a:lstStyle/>
          <a:p>
            <a:pPr algn="l">
              <a:lnSpc>
                <a:spcPct val="130000"/>
              </a:lnSpc>
              <a:spcAft>
                <a:spcPts val="1100"/>
              </a:spcAft>
            </a:pPr>
            <a:r>
              <a:rPr sz="1250" b="0" i="0">
                <a:solidFill>
                  <a:srgbClr val="262626"/>
                </a:solidFill>
                <a:latin typeface="Meiryo UI"/>
                <a:ea typeface="Meiryo UI"/>
              </a:rPr>
              <a:t>・A：「腎生検のタイミング」をテーマにした会を、先生と企画する</a:t>
            </a:r>
          </a:p>
          <a:p>
            <a:pPr algn="l">
              <a:lnSpc>
                <a:spcPct val="130000"/>
              </a:lnSpc>
              <a:spcAft>
                <a:spcPts val="1100"/>
              </a:spcAft>
            </a:pPr>
            <a:r>
              <a:rPr sz="1250" b="0" i="0">
                <a:solidFill>
                  <a:srgbClr val="262626"/>
                </a:solidFill>
                <a:latin typeface="Meiryo UI"/>
                <a:ea typeface="Meiryo UI"/>
              </a:rPr>
              <a:t>・B：保存期CKDの症例検討会を、先生を中心に設計する</a:t>
            </a:r>
          </a:p>
          <a:p>
            <a:pPr algn="l">
              <a:lnSpc>
                <a:spcPct val="130000"/>
              </a:lnSpc>
              <a:spcAft>
                <a:spcPts val="1100"/>
              </a:spcAft>
            </a:pPr>
            <a:r>
              <a:rPr sz="1250" b="0" i="0">
                <a:solidFill>
                  <a:srgbClr val="262626"/>
                </a:solidFill>
                <a:latin typeface="Meiryo UI"/>
                <a:ea typeface="Meiryo UI"/>
              </a:rPr>
              <a:t>・C：近隣の基幹病院・大学の腎臓内科医とつなぐ</a:t>
            </a:r>
          </a:p>
          <a:p>
            <a:pPr algn="l">
              <a:lnSpc>
                <a:spcPct val="130000"/>
              </a:lnSpc>
              <a:spcAft>
                <a:spcPts val="1100"/>
              </a:spcAft>
            </a:pPr>
            <a:r>
              <a:rPr sz="1250" b="0" i="0">
                <a:solidFill>
                  <a:srgbClr val="262626"/>
                </a:solidFill>
                <a:latin typeface="Meiryo UI"/>
                <a:ea typeface="Meiryo UI"/>
              </a:rPr>
              <a:t>・先生の症例を、エリア・全国の講演会で発信する</a:t>
            </a:r>
          </a:p>
          <a:p>
            <a:pPr algn="l">
              <a:lnSpc>
                <a:spcPct val="130000"/>
              </a:lnSpc>
              <a:spcAft>
                <a:spcPts val="1100"/>
              </a:spcAft>
            </a:pPr>
            <a:r>
              <a:rPr sz="1250" b="0" i="0">
                <a:solidFill>
                  <a:srgbClr val="262626"/>
                </a:solidFill>
                <a:latin typeface="Meiryo UI"/>
                <a:ea typeface="Meiryo UI"/>
              </a:rPr>
              <a:t>・案内を医師から医師へ回してもらい、参加の角度を上げる</a:t>
            </a:r>
          </a:p>
        </p:txBody>
      </p:sp>
      <p:sp>
        <p:nvSpPr>
          <p:cNvPr id="17" name="Rounded Rectangle 16"/>
          <p:cNvSpPr/>
          <p:nvPr/>
        </p:nvSpPr>
        <p:spPr>
          <a:xfrm>
            <a:off x="548640" y="5440680"/>
            <a:ext cx="11109960" cy="777240"/>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ctr">
              <a:spcAft>
                <a:spcPts val="500"/>
              </a:spcAft>
            </a:pPr>
            <a:r>
              <a:rPr sz="1350" b="0" i="0">
                <a:solidFill>
                  <a:srgbClr val="FFFFFF"/>
                </a:solidFill>
                <a:latin typeface="Meiryo UI"/>
                <a:ea typeface="Meiryo UI"/>
              </a:rPr>
              <a:t>例は参考。自分のエリアの言葉に置き換えてください。</a:t>
            </a:r>
          </a:p>
          <a:p>
            <a:pPr algn="ctr"/>
            <a:r>
              <a:rPr sz="1600" b="1" i="0">
                <a:solidFill>
                  <a:srgbClr val="FFC000"/>
                </a:solidFill>
                <a:latin typeface="Meiryo UI"/>
                <a:ea typeface="Meiryo UI"/>
              </a:rPr>
              <a:t>解決策は「顧客・患者さん・自社」の3者がWinになっているかで検証する。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 name="Rounded Rectangle 2"/>
          <p:cNvSpPr/>
          <p:nvPr/>
        </p:nvSpPr>
        <p:spPr>
          <a:xfrm>
            <a:off x="548640" y="274320"/>
            <a:ext cx="2642616" cy="365760"/>
          </a:xfrm>
          <a:prstGeom prst="roundRect">
            <a:avLst>
              <a:gd name="adj" fmla="val 50000"/>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記録用　｜　ワーク②</a:t>
            </a:r>
          </a:p>
        </p:txBody>
      </p:sp>
      <p:sp>
        <p:nvSpPr>
          <p:cNvPr id="4" name="TextBox 3"/>
          <p:cNvSpPr txBox="1"/>
          <p:nvPr/>
        </p:nvSpPr>
        <p:spPr>
          <a:xfrm>
            <a:off x="548640" y="713232"/>
            <a:ext cx="7863840" cy="420624"/>
          </a:xfrm>
          <a:prstGeom prst="rect">
            <a:avLst/>
          </a:prstGeom>
          <a:noFill/>
        </p:spPr>
        <p:txBody>
          <a:bodyPr wrap="square" lIns="0" rIns="0" tIns="0" bIns="0" anchor="t">
            <a:spAutoFit/>
          </a:bodyPr>
          <a:lstStyle/>
          <a:p>
            <a:pPr algn="l"/>
            <a:r>
              <a:rPr sz="2200" b="1" i="0">
                <a:solidFill>
                  <a:srgbClr val="0B4F37"/>
                </a:solidFill>
                <a:latin typeface="Meiryo UI"/>
                <a:ea typeface="Meiryo UI"/>
              </a:rPr>
              <a:t>4S：エリア・施設の課題解決シート</a:t>
            </a:r>
          </a:p>
        </p:txBody>
      </p:sp>
      <p:sp>
        <p:nvSpPr>
          <p:cNvPr id="5" name="TextBox 4"/>
          <p:cNvSpPr txBox="1"/>
          <p:nvPr/>
        </p:nvSpPr>
        <p:spPr>
          <a:xfrm>
            <a:off x="8503920" y="786384"/>
            <a:ext cx="3154680" cy="274320"/>
          </a:xfrm>
          <a:prstGeom prst="rect">
            <a:avLst/>
          </a:prstGeom>
          <a:noFill/>
        </p:spPr>
        <p:txBody>
          <a:bodyPr wrap="square" lIns="0" rIns="0" tIns="0" bIns="0" anchor="t">
            <a:spAutoFit/>
          </a:bodyPr>
          <a:lstStyle/>
          <a:p>
            <a:pPr algn="r"/>
            <a:r>
              <a:rPr sz="1200" b="0" i="0">
                <a:solidFill>
                  <a:srgbClr val="595959"/>
                </a:solidFill>
                <a:latin typeface="Meiryo UI"/>
                <a:ea typeface="Meiryo UI"/>
              </a:rPr>
              <a:t>施設（　　　　　　　　　）</a:t>
            </a:r>
          </a:p>
        </p:txBody>
      </p:sp>
      <p:sp>
        <p:nvSpPr>
          <p:cNvPr id="6" name="Rounded Rectangle 5"/>
          <p:cNvSpPr/>
          <p:nvPr/>
        </p:nvSpPr>
        <p:spPr>
          <a:xfrm>
            <a:off x="548640" y="1234440"/>
            <a:ext cx="11109960" cy="384048"/>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【成功像】　← Needs</a:t>
            </a:r>
          </a:p>
        </p:txBody>
      </p:sp>
      <p:sp>
        <p:nvSpPr>
          <p:cNvPr id="7" name="Rounded Rectangle 6"/>
          <p:cNvSpPr/>
          <p:nvPr/>
        </p:nvSpPr>
        <p:spPr>
          <a:xfrm>
            <a:off x="548640" y="1636776"/>
            <a:ext cx="11109960" cy="658368"/>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8" name="Down Arrow 7"/>
          <p:cNvSpPr/>
          <p:nvPr/>
        </p:nvSpPr>
        <p:spPr>
          <a:xfrm>
            <a:off x="2834640" y="2350008"/>
            <a:ext cx="274320" cy="365760"/>
          </a:xfrm>
          <a:prstGeom prst="down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0" y="2404872"/>
            <a:ext cx="3017520" cy="274320"/>
          </a:xfrm>
          <a:prstGeom prst="rect">
            <a:avLst/>
          </a:prstGeom>
          <a:noFill/>
        </p:spPr>
        <p:txBody>
          <a:bodyPr wrap="square" lIns="0" rIns="0" tIns="0" bIns="0" anchor="t">
            <a:spAutoFit/>
          </a:bodyPr>
          <a:lstStyle/>
          <a:p>
            <a:pPr algn="l"/>
            <a:r>
              <a:rPr sz="1150" b="1" i="0">
                <a:solidFill>
                  <a:srgbClr val="1F3864"/>
                </a:solidFill>
                <a:latin typeface="Meiryo UI"/>
                <a:ea typeface="Meiryo UI"/>
              </a:rPr>
              <a:t>理想とのGAPを洗い出す</a:t>
            </a:r>
          </a:p>
        </p:txBody>
      </p:sp>
      <p:sp>
        <p:nvSpPr>
          <p:cNvPr id="10" name="Up Arrow 9"/>
          <p:cNvSpPr/>
          <p:nvPr/>
        </p:nvSpPr>
        <p:spPr>
          <a:xfrm>
            <a:off x="8869680" y="2350008"/>
            <a:ext cx="274320" cy="365760"/>
          </a:xfrm>
          <a:prstGeom prst="up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0" y="2404872"/>
            <a:ext cx="2468880" cy="274320"/>
          </a:xfrm>
          <a:prstGeom prst="rect">
            <a:avLst/>
          </a:prstGeom>
          <a:noFill/>
        </p:spPr>
        <p:txBody>
          <a:bodyPr wrap="square" lIns="0" rIns="0" tIns="0" bIns="0" anchor="t">
            <a:spAutoFit/>
          </a:bodyPr>
          <a:lstStyle/>
          <a:p>
            <a:pPr algn="l"/>
            <a:r>
              <a:rPr sz="1150" b="1" i="0">
                <a:solidFill>
                  <a:srgbClr val="C00000"/>
                </a:solidFill>
                <a:latin typeface="Meiryo UI"/>
                <a:ea typeface="Meiryo UI"/>
              </a:rPr>
              <a:t>理想に近づくか検証</a:t>
            </a:r>
          </a:p>
        </p:txBody>
      </p:sp>
      <p:sp>
        <p:nvSpPr>
          <p:cNvPr id="12" name="Rounded Rectangle 11"/>
          <p:cNvSpPr/>
          <p:nvPr/>
        </p:nvSpPr>
        <p:spPr>
          <a:xfrm>
            <a:off x="548640" y="2788920"/>
            <a:ext cx="5486400" cy="384048"/>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【現状・課題】　← Fact</a:t>
            </a:r>
          </a:p>
        </p:txBody>
      </p:sp>
      <p:sp>
        <p:nvSpPr>
          <p:cNvPr id="13" name="Rounded Rectangle 12"/>
          <p:cNvSpPr/>
          <p:nvPr/>
        </p:nvSpPr>
        <p:spPr>
          <a:xfrm>
            <a:off x="548640" y="3191256"/>
            <a:ext cx="5486400" cy="1234440"/>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4" name="Down Arrow 13"/>
          <p:cNvSpPr/>
          <p:nvPr/>
        </p:nvSpPr>
        <p:spPr>
          <a:xfrm>
            <a:off x="2834640" y="4480560"/>
            <a:ext cx="274320" cy="310896"/>
          </a:xfrm>
          <a:prstGeom prst="down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4507992"/>
            <a:ext cx="2834640" cy="274320"/>
          </a:xfrm>
          <a:prstGeom prst="rect">
            <a:avLst/>
          </a:prstGeom>
          <a:noFill/>
        </p:spPr>
        <p:txBody>
          <a:bodyPr wrap="square" lIns="0" rIns="0" tIns="0" bIns="0" anchor="t">
            <a:spAutoFit/>
          </a:bodyPr>
          <a:lstStyle/>
          <a:p>
            <a:pPr algn="l"/>
            <a:r>
              <a:rPr sz="1150" b="1" i="0">
                <a:solidFill>
                  <a:srgbClr val="1F3864"/>
                </a:solidFill>
                <a:latin typeface="Meiryo UI"/>
                <a:ea typeface="Meiryo UI"/>
              </a:rPr>
              <a:t>その理由を深掘る</a:t>
            </a:r>
          </a:p>
        </p:txBody>
      </p:sp>
      <p:sp>
        <p:nvSpPr>
          <p:cNvPr id="16" name="Rounded Rectangle 15"/>
          <p:cNvSpPr/>
          <p:nvPr/>
        </p:nvSpPr>
        <p:spPr>
          <a:xfrm>
            <a:off x="548640" y="4864608"/>
            <a:ext cx="5486400" cy="384048"/>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【原因】　← 仮説</a:t>
            </a:r>
          </a:p>
        </p:txBody>
      </p:sp>
      <p:sp>
        <p:nvSpPr>
          <p:cNvPr id="17" name="Rounded Rectangle 16"/>
          <p:cNvSpPr/>
          <p:nvPr/>
        </p:nvSpPr>
        <p:spPr>
          <a:xfrm>
            <a:off x="548640" y="5266944"/>
            <a:ext cx="5486400" cy="960120"/>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8" name="Rounded Rectangle 17"/>
          <p:cNvSpPr/>
          <p:nvPr/>
        </p:nvSpPr>
        <p:spPr>
          <a:xfrm>
            <a:off x="6172200" y="2788920"/>
            <a:ext cx="5486400" cy="384048"/>
          </a:xfrm>
          <a:prstGeom prst="roundRect">
            <a:avLst>
              <a:gd name="adj" fmla="val 6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【解決策】　← 打ち手（Wantsを手がかりに）</a:t>
            </a:r>
          </a:p>
        </p:txBody>
      </p:sp>
      <p:sp>
        <p:nvSpPr>
          <p:cNvPr id="19" name="Rounded Rectangle 18"/>
          <p:cNvSpPr/>
          <p:nvPr/>
        </p:nvSpPr>
        <p:spPr>
          <a:xfrm>
            <a:off x="6172200" y="3191256"/>
            <a:ext cx="5486400" cy="3035808"/>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20" name="Right Arrow 19"/>
          <p:cNvSpPr/>
          <p:nvPr/>
        </p:nvSpPr>
        <p:spPr>
          <a:xfrm>
            <a:off x="5742432" y="5394960"/>
            <a:ext cx="365760" cy="274320"/>
          </a:xfrm>
          <a:prstGeom prst="rightArrow">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22" name="TextBox 21"/>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2221992" cy="384048"/>
          </a:xfrm>
          <a:prstGeom prst="roundRect">
            <a:avLst>
              <a:gd name="adj" fmla="val 5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⑥ 事例　｜　5分</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A病院の〇〇先生に対して、何ができるか（仮説Aで4Sに）</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22</a:t>
            </a:r>
          </a:p>
        </p:txBody>
      </p:sp>
      <p:sp>
        <p:nvSpPr>
          <p:cNvPr id="6" name="Rounded Rectangle 5"/>
          <p:cNvSpPr/>
          <p:nvPr/>
        </p:nvSpPr>
        <p:spPr>
          <a:xfrm>
            <a:off x="548640" y="1572768"/>
            <a:ext cx="5486400" cy="329184"/>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i="0">
                <a:solidFill>
                  <a:srgbClr val="FFFFFF"/>
                </a:solidFill>
                <a:latin typeface="Meiryo UI"/>
                <a:ea typeface="Meiryo UI"/>
              </a:rPr>
              <a:t>【成功像】　← Needs</a:t>
            </a:r>
          </a:p>
        </p:txBody>
      </p:sp>
      <p:sp>
        <p:nvSpPr>
          <p:cNvPr id="7" name="Rounded Rectangle 6"/>
          <p:cNvSpPr/>
          <p:nvPr/>
        </p:nvSpPr>
        <p:spPr>
          <a:xfrm>
            <a:off x="548640" y="1929384"/>
            <a:ext cx="5486400" cy="45720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20000"/>
              </a:lnSpc>
              <a:spcAft>
                <a:spcPts val="500"/>
              </a:spcAft>
            </a:pPr>
            <a:r>
              <a:rPr sz="1100" b="0" i="0">
                <a:solidFill>
                  <a:srgbClr val="262626"/>
                </a:solidFill>
                <a:latin typeface="Meiryo UI"/>
                <a:ea typeface="Meiryo UI"/>
              </a:rPr>
              <a:t>早期に生検・診断がつき、治療介入で透析に至る患者さんが減っている</a:t>
            </a:r>
          </a:p>
        </p:txBody>
      </p:sp>
      <p:sp>
        <p:nvSpPr>
          <p:cNvPr id="8" name="Rounded Rectangle 7"/>
          <p:cNvSpPr/>
          <p:nvPr/>
        </p:nvSpPr>
        <p:spPr>
          <a:xfrm>
            <a:off x="548640" y="2487168"/>
            <a:ext cx="5486400" cy="32918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i="0">
                <a:solidFill>
                  <a:srgbClr val="FFFFFF"/>
                </a:solidFill>
                <a:latin typeface="Meiryo UI"/>
                <a:ea typeface="Meiryo UI"/>
              </a:rPr>
              <a:t>【現状・課題】　← Fact</a:t>
            </a:r>
          </a:p>
        </p:txBody>
      </p:sp>
      <p:sp>
        <p:nvSpPr>
          <p:cNvPr id="9" name="Rounded Rectangle 8"/>
          <p:cNvSpPr/>
          <p:nvPr/>
        </p:nvSpPr>
        <p:spPr>
          <a:xfrm>
            <a:off x="548640" y="2843784"/>
            <a:ext cx="5486400" cy="457200"/>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20000"/>
              </a:lnSpc>
              <a:spcAft>
                <a:spcPts val="500"/>
              </a:spcAft>
            </a:pPr>
            <a:r>
              <a:rPr sz="1100" b="0" i="0">
                <a:solidFill>
                  <a:srgbClr val="262626"/>
                </a:solidFill>
                <a:latin typeface="Meiryo UI"/>
                <a:ea typeface="Meiryo UI"/>
              </a:rPr>
              <a:t>腎生検は着任年度に2.5倍。ただし直近2年は96→99件で横ばい</a:t>
            </a:r>
          </a:p>
        </p:txBody>
      </p:sp>
      <p:sp>
        <p:nvSpPr>
          <p:cNvPr id="10" name="Rounded Rectangle 9"/>
          <p:cNvSpPr/>
          <p:nvPr/>
        </p:nvSpPr>
        <p:spPr>
          <a:xfrm>
            <a:off x="548640" y="3401568"/>
            <a:ext cx="5486400" cy="329184"/>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i="0">
                <a:solidFill>
                  <a:srgbClr val="FFFFFF"/>
                </a:solidFill>
                <a:latin typeface="Meiryo UI"/>
                <a:ea typeface="Meiryo UI"/>
              </a:rPr>
              <a:t>【原因】　← 仮説</a:t>
            </a:r>
          </a:p>
        </p:txBody>
      </p:sp>
      <p:sp>
        <p:nvSpPr>
          <p:cNvPr id="11" name="Rounded Rectangle 10"/>
          <p:cNvSpPr/>
          <p:nvPr/>
        </p:nvSpPr>
        <p:spPr>
          <a:xfrm>
            <a:off x="548640" y="3758183"/>
            <a:ext cx="5486400" cy="566928"/>
          </a:xfrm>
          <a:prstGeom prst="roundRect">
            <a:avLst>
              <a:gd name="adj" fmla="val 2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20000"/>
              </a:lnSpc>
              <a:spcAft>
                <a:spcPts val="500"/>
              </a:spcAft>
            </a:pPr>
            <a:r>
              <a:rPr sz="1100" b="0" i="0">
                <a:solidFill>
                  <a:srgbClr val="262626"/>
                </a:solidFill>
                <a:latin typeface="Meiryo UI"/>
                <a:ea typeface="Meiryo UI"/>
              </a:rPr>
              <a:t>院内の生検体制は整ったが、早期に紹介される患者がまだ限られている</a:t>
            </a:r>
          </a:p>
          <a:p>
            <a:pPr algn="l">
              <a:lnSpc>
                <a:spcPct val="120000"/>
              </a:lnSpc>
              <a:spcAft>
                <a:spcPts val="500"/>
              </a:spcAft>
            </a:pPr>
            <a:r>
              <a:rPr sz="1100" b="0" i="0">
                <a:solidFill>
                  <a:srgbClr val="262626"/>
                </a:solidFill>
                <a:latin typeface="Meiryo UI"/>
                <a:ea typeface="Meiryo UI"/>
              </a:rPr>
              <a:t>（＝仮説A）</a:t>
            </a:r>
          </a:p>
        </p:txBody>
      </p:sp>
      <p:sp>
        <p:nvSpPr>
          <p:cNvPr id="12" name="Rounded Rectangle 11"/>
          <p:cNvSpPr/>
          <p:nvPr/>
        </p:nvSpPr>
        <p:spPr>
          <a:xfrm>
            <a:off x="548640" y="4425696"/>
            <a:ext cx="5486400" cy="329184"/>
          </a:xfrm>
          <a:prstGeom prst="roundRect">
            <a:avLst>
              <a:gd name="adj" fmla="val 6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i="0">
                <a:solidFill>
                  <a:srgbClr val="FFFFFF"/>
                </a:solidFill>
                <a:latin typeface="Meiryo UI"/>
                <a:ea typeface="Meiryo UI"/>
              </a:rPr>
              <a:t>【解決策】　← 〇〇先生への打ち手</a:t>
            </a:r>
          </a:p>
        </p:txBody>
      </p:sp>
      <p:sp>
        <p:nvSpPr>
          <p:cNvPr id="13" name="Rounded Rectangle 12"/>
          <p:cNvSpPr/>
          <p:nvPr/>
        </p:nvSpPr>
        <p:spPr>
          <a:xfrm>
            <a:off x="548640" y="4782312"/>
            <a:ext cx="5486400" cy="960120"/>
          </a:xfrm>
          <a:prstGeom prst="roundRect">
            <a:avLst>
              <a:gd name="adj" fmla="val 2000"/>
            </a:avLst>
          </a:prstGeom>
          <a:solidFill>
            <a:srgbClr val="E9F5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20000"/>
              </a:lnSpc>
              <a:spcAft>
                <a:spcPts val="500"/>
              </a:spcAft>
            </a:pPr>
            <a:r>
              <a:rPr sz="1100" b="0" i="0">
                <a:solidFill>
                  <a:srgbClr val="262626"/>
                </a:solidFill>
                <a:latin typeface="Meiryo UI"/>
                <a:ea typeface="Meiryo UI"/>
              </a:rPr>
              <a:t>・「腎生検のタイミング」をテーマに、先生を演者にした症例検討会</a:t>
            </a:r>
          </a:p>
          <a:p>
            <a:pPr algn="l">
              <a:lnSpc>
                <a:spcPct val="120000"/>
              </a:lnSpc>
              <a:spcAft>
                <a:spcPts val="500"/>
              </a:spcAft>
            </a:pPr>
            <a:r>
              <a:rPr sz="1100" b="0" i="0">
                <a:solidFill>
                  <a:srgbClr val="262626"/>
                </a:solidFill>
                <a:latin typeface="Meiryo UI"/>
                <a:ea typeface="Meiryo UI"/>
              </a:rPr>
              <a:t>・近隣の基幹病院・大学の腎臓内科医とつなぎ、先生を軸の会に</a:t>
            </a:r>
          </a:p>
          <a:p>
            <a:pPr algn="l">
              <a:lnSpc>
                <a:spcPct val="120000"/>
              </a:lnSpc>
              <a:spcAft>
                <a:spcPts val="500"/>
              </a:spcAft>
            </a:pPr>
            <a:r>
              <a:rPr sz="1100" b="0" i="0">
                <a:solidFill>
                  <a:srgbClr val="262626"/>
                </a:solidFill>
                <a:latin typeface="Meiryo UI"/>
                <a:ea typeface="Meiryo UI"/>
              </a:rPr>
              <a:t>・紹介元になり得る施設のマッピングを、一緒に整理する</a:t>
            </a:r>
          </a:p>
        </p:txBody>
      </p:sp>
      <p:sp>
        <p:nvSpPr>
          <p:cNvPr id="14" name="Rounded Rectangle 13"/>
          <p:cNvSpPr/>
          <p:nvPr/>
        </p:nvSpPr>
        <p:spPr>
          <a:xfrm>
            <a:off x="6309360" y="1600200"/>
            <a:ext cx="5349240" cy="411480"/>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50" b="1" i="0">
                <a:solidFill>
                  <a:srgbClr val="FFFFFF"/>
                </a:solidFill>
                <a:latin typeface="Meiryo UI"/>
                <a:ea typeface="Meiryo UI"/>
              </a:rPr>
              <a:t>ノバルティスができること</a:t>
            </a:r>
          </a:p>
        </p:txBody>
      </p:sp>
      <p:sp>
        <p:nvSpPr>
          <p:cNvPr id="15" name="Rounded Rectangle 14"/>
          <p:cNvSpPr/>
          <p:nvPr/>
        </p:nvSpPr>
        <p:spPr>
          <a:xfrm>
            <a:off x="6309360" y="2057400"/>
            <a:ext cx="5349240" cy="12344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96012" bIns="96012" lIns="137160" rIns="137160"/>
          <a:lstStyle/>
          <a:p>
            <a:pPr algn="l">
              <a:lnSpc>
                <a:spcPct val="125000"/>
              </a:lnSpc>
              <a:spcAft>
                <a:spcPts val="800"/>
              </a:spcAft>
            </a:pPr>
            <a:r>
              <a:rPr sz="1150" b="0" i="0">
                <a:solidFill>
                  <a:srgbClr val="262626"/>
                </a:solidFill>
                <a:latin typeface="Meiryo UI"/>
                <a:ea typeface="Meiryo UI"/>
              </a:rPr>
              <a:t>・「早期診断・早期介入」をテーマにした会の企画と運営支援</a:t>
            </a:r>
          </a:p>
          <a:p>
            <a:pPr algn="l">
              <a:lnSpc>
                <a:spcPct val="125000"/>
              </a:lnSpc>
              <a:spcAft>
                <a:spcPts val="800"/>
              </a:spcAft>
            </a:pPr>
            <a:r>
              <a:rPr sz="1150" b="0" i="0">
                <a:solidFill>
                  <a:srgbClr val="262626"/>
                </a:solidFill>
                <a:latin typeface="Meiryo UI"/>
                <a:ea typeface="Meiryo UI"/>
              </a:rPr>
              <a:t>・近隣の基幹病院・大学の腎臓内科医との接点づくり（エリアマッピング）</a:t>
            </a:r>
          </a:p>
          <a:p>
            <a:pPr algn="l">
              <a:lnSpc>
                <a:spcPct val="125000"/>
              </a:lnSpc>
              <a:spcAft>
                <a:spcPts val="800"/>
              </a:spcAft>
            </a:pPr>
            <a:r>
              <a:rPr sz="1150" b="0" i="0">
                <a:solidFill>
                  <a:srgbClr val="262626"/>
                </a:solidFill>
                <a:latin typeface="Meiryo UI"/>
                <a:ea typeface="Meiryo UI"/>
              </a:rPr>
              <a:t>・生検で確定診断がついた症例を、共有する場をつくる</a:t>
            </a:r>
          </a:p>
        </p:txBody>
      </p:sp>
      <p:sp>
        <p:nvSpPr>
          <p:cNvPr id="16" name="Rounded Rectangle 15"/>
          <p:cNvSpPr/>
          <p:nvPr/>
        </p:nvSpPr>
        <p:spPr>
          <a:xfrm>
            <a:off x="6309360" y="3456432"/>
            <a:ext cx="2148840" cy="658368"/>
          </a:xfrm>
          <a:prstGeom prst="roundRect">
            <a:avLst>
              <a:gd name="adj" fmla="val 8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250" b="1" i="0">
                <a:solidFill>
                  <a:srgbClr val="FFFFFF"/>
                </a:solidFill>
                <a:latin typeface="Meiryo UI"/>
                <a:ea typeface="Meiryo UI"/>
              </a:rPr>
              <a:t>患者 WIN</a:t>
            </a:r>
          </a:p>
        </p:txBody>
      </p:sp>
      <p:sp>
        <p:nvSpPr>
          <p:cNvPr id="17" name="Rounded Rectangle 16"/>
          <p:cNvSpPr/>
          <p:nvPr/>
        </p:nvSpPr>
        <p:spPr>
          <a:xfrm>
            <a:off x="8595360" y="3456432"/>
            <a:ext cx="3063240" cy="658368"/>
          </a:xfrm>
          <a:prstGeom prst="roundRect">
            <a:avLst>
              <a:gd name="adj" fmla="val 8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5000"/>
              </a:lnSpc>
            </a:pPr>
            <a:r>
              <a:rPr sz="1100" b="0" i="0">
                <a:solidFill>
                  <a:srgbClr val="262626"/>
                </a:solidFill>
                <a:latin typeface="Meiryo UI"/>
                <a:ea typeface="Meiryo UI"/>
              </a:rPr>
              <a:t>早期に確定診断がつき、治療介入で透析に至らない選択肢が残る</a:t>
            </a:r>
          </a:p>
        </p:txBody>
      </p:sp>
      <p:sp>
        <p:nvSpPr>
          <p:cNvPr id="18" name="Rounded Rectangle 17"/>
          <p:cNvSpPr/>
          <p:nvPr/>
        </p:nvSpPr>
        <p:spPr>
          <a:xfrm>
            <a:off x="6309360" y="4187952"/>
            <a:ext cx="2148840" cy="658368"/>
          </a:xfrm>
          <a:prstGeom prst="roundRect">
            <a:avLst>
              <a:gd name="adj" fmla="val 8000"/>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250" b="1" i="0">
                <a:solidFill>
                  <a:srgbClr val="FFFFFF"/>
                </a:solidFill>
                <a:latin typeface="Meiryo UI"/>
                <a:ea typeface="Meiryo UI"/>
              </a:rPr>
              <a:t>〇〇先生 WIN</a:t>
            </a:r>
          </a:p>
        </p:txBody>
      </p:sp>
      <p:sp>
        <p:nvSpPr>
          <p:cNvPr id="19" name="Rounded Rectangle 18"/>
          <p:cNvSpPr/>
          <p:nvPr/>
        </p:nvSpPr>
        <p:spPr>
          <a:xfrm>
            <a:off x="8595360" y="4187952"/>
            <a:ext cx="3063240" cy="658368"/>
          </a:xfrm>
          <a:prstGeom prst="roundRect">
            <a:avLst>
              <a:gd name="adj" fmla="val 8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5000"/>
              </a:lnSpc>
            </a:pPr>
            <a:r>
              <a:rPr sz="1100" b="0" i="0">
                <a:solidFill>
                  <a:srgbClr val="262626"/>
                </a:solidFill>
                <a:latin typeface="Meiryo UI"/>
                <a:ea typeface="Meiryo UI"/>
              </a:rPr>
              <a:t>早期の紹介が増え、生検・診療の実績が積み上がる</a:t>
            </a:r>
          </a:p>
        </p:txBody>
      </p:sp>
      <p:sp>
        <p:nvSpPr>
          <p:cNvPr id="20" name="Rounded Rectangle 19"/>
          <p:cNvSpPr/>
          <p:nvPr/>
        </p:nvSpPr>
        <p:spPr>
          <a:xfrm>
            <a:off x="6309360" y="4919472"/>
            <a:ext cx="2148840" cy="658368"/>
          </a:xfrm>
          <a:prstGeom prst="roundRect">
            <a:avLst>
              <a:gd name="adj" fmla="val 8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115000"/>
              </a:lnSpc>
            </a:pPr>
            <a:r>
              <a:rPr sz="1250" b="1" i="0">
                <a:solidFill>
                  <a:srgbClr val="FFFFFF"/>
                </a:solidFill>
                <a:latin typeface="Meiryo UI"/>
                <a:ea typeface="Meiryo UI"/>
              </a:rPr>
              <a:t>ノバルティス WIN</a:t>
            </a:r>
          </a:p>
        </p:txBody>
      </p:sp>
      <p:sp>
        <p:nvSpPr>
          <p:cNvPr id="21" name="Rounded Rectangle 20"/>
          <p:cNvSpPr/>
          <p:nvPr/>
        </p:nvSpPr>
        <p:spPr>
          <a:xfrm>
            <a:off x="8595360" y="4919472"/>
            <a:ext cx="3063240" cy="658368"/>
          </a:xfrm>
          <a:prstGeom prst="roundRect">
            <a:avLst>
              <a:gd name="adj" fmla="val 8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83210" bIns="83210" lIns="118872" rIns="118872"/>
          <a:lstStyle/>
          <a:p>
            <a:pPr algn="l">
              <a:lnSpc>
                <a:spcPct val="125000"/>
              </a:lnSpc>
            </a:pPr>
            <a:r>
              <a:rPr sz="1100" b="0" i="0">
                <a:solidFill>
                  <a:srgbClr val="262626"/>
                </a:solidFill>
                <a:latin typeface="Meiryo UI"/>
                <a:ea typeface="Meiryo UI"/>
              </a:rPr>
              <a:t>診断のついた患者さんに、適切な治療を届けられる</a:t>
            </a:r>
          </a:p>
        </p:txBody>
      </p:sp>
      <p:sp>
        <p:nvSpPr>
          <p:cNvPr id="22" name="Rounded Rectangle 21"/>
          <p:cNvSpPr/>
          <p:nvPr/>
        </p:nvSpPr>
        <p:spPr>
          <a:xfrm>
            <a:off x="548640" y="5806440"/>
            <a:ext cx="11109960" cy="438912"/>
          </a:xfrm>
          <a:prstGeom prst="roundRect">
            <a:avLst>
              <a:gd name="adj" fmla="val 10000"/>
            </a:avLst>
          </a:prstGeom>
          <a:solidFill>
            <a:srgbClr val="FFF6DC"/>
          </a:solidFill>
          <a:ln w="1270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0B4F37"/>
                </a:solidFill>
                <a:latin typeface="Meiryo UI"/>
                <a:ea typeface="Meiryo UI"/>
              </a:rPr>
              <a:t>担当は大学・基幹病院。その先生のやりたいことを、エリアで実現できる形にする。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3218688" cy="384048"/>
          </a:xfrm>
          <a:prstGeom prst="roundRect">
            <a:avLst>
              <a:gd name="adj" fmla="val 50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⑦ インタビュー　｜　10分</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エリア＋大学攻略事例</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23</a:t>
            </a:r>
          </a:p>
        </p:txBody>
      </p:sp>
      <p:sp>
        <p:nvSpPr>
          <p:cNvPr id="6" name="Rounded Rectangle 5"/>
          <p:cNvSpPr/>
          <p:nvPr/>
        </p:nvSpPr>
        <p:spPr>
          <a:xfrm>
            <a:off x="548640" y="1600200"/>
            <a:ext cx="11109960" cy="566928"/>
          </a:xfrm>
          <a:prstGeom prst="roundRect">
            <a:avLst>
              <a:gd name="adj" fmla="val 1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000" b="1" i="0">
                <a:solidFill>
                  <a:srgbClr val="0B4F37"/>
                </a:solidFill>
                <a:latin typeface="Meiryo UI"/>
                <a:ea typeface="Meiryo UI"/>
              </a:rPr>
              <a:t>どの情報から、その仮説にたどり着いたのか？</a:t>
            </a:r>
          </a:p>
        </p:txBody>
      </p:sp>
      <p:sp>
        <p:nvSpPr>
          <p:cNvPr id="7" name="Rounded Rectangle 6"/>
          <p:cNvSpPr/>
          <p:nvPr/>
        </p:nvSpPr>
        <p:spPr>
          <a:xfrm>
            <a:off x="548640" y="2377440"/>
            <a:ext cx="3383280" cy="896112"/>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02412" bIns="102412" lIns="146304" rIns="146304"/>
          <a:lstStyle/>
          <a:p>
            <a:pPr algn="l">
              <a:lnSpc>
                <a:spcPct val="125000"/>
              </a:lnSpc>
            </a:pPr>
            <a:r>
              <a:rPr sz="1350" b="1" i="0">
                <a:solidFill>
                  <a:srgbClr val="FFFFFF"/>
                </a:solidFill>
                <a:latin typeface="Meiryo UI"/>
                <a:ea typeface="Meiryo UI"/>
              </a:rPr>
              <a:t>① 決め手になったFact</a:t>
            </a:r>
          </a:p>
        </p:txBody>
      </p:sp>
      <p:sp>
        <p:nvSpPr>
          <p:cNvPr id="8" name="Rounded Rectangle 7"/>
          <p:cNvSpPr/>
          <p:nvPr/>
        </p:nvSpPr>
        <p:spPr>
          <a:xfrm>
            <a:off x="4069080" y="2377440"/>
            <a:ext cx="7589520" cy="896112"/>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9" name="Rounded Rectangle 8"/>
          <p:cNvSpPr/>
          <p:nvPr/>
        </p:nvSpPr>
        <p:spPr>
          <a:xfrm>
            <a:off x="548640" y="3346704"/>
            <a:ext cx="3383280" cy="896112"/>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02412" bIns="102412" lIns="146304" rIns="146304"/>
          <a:lstStyle/>
          <a:p>
            <a:pPr algn="l">
              <a:lnSpc>
                <a:spcPct val="125000"/>
              </a:lnSpc>
            </a:pPr>
            <a:r>
              <a:rPr sz="1350" b="1" i="0">
                <a:solidFill>
                  <a:srgbClr val="FFFFFF"/>
                </a:solidFill>
                <a:latin typeface="Meiryo UI"/>
                <a:ea typeface="Meiryo UI"/>
              </a:rPr>
              <a:t>② 先生のWantsとNeeds</a:t>
            </a:r>
          </a:p>
        </p:txBody>
      </p:sp>
      <p:sp>
        <p:nvSpPr>
          <p:cNvPr id="10" name="Rounded Rectangle 9"/>
          <p:cNvSpPr/>
          <p:nvPr/>
        </p:nvSpPr>
        <p:spPr>
          <a:xfrm>
            <a:off x="4069080" y="3346704"/>
            <a:ext cx="7589520" cy="896112"/>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1" name="Rounded Rectangle 10"/>
          <p:cNvSpPr/>
          <p:nvPr/>
        </p:nvSpPr>
        <p:spPr>
          <a:xfrm>
            <a:off x="548640" y="4315968"/>
            <a:ext cx="3383280" cy="896112"/>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02412" bIns="102412" lIns="146304" rIns="146304"/>
          <a:lstStyle/>
          <a:p>
            <a:pPr algn="l">
              <a:lnSpc>
                <a:spcPct val="125000"/>
              </a:lnSpc>
            </a:pPr>
            <a:r>
              <a:rPr sz="1350" b="1" i="0">
                <a:solidFill>
                  <a:srgbClr val="FFFFFF"/>
                </a:solidFill>
                <a:latin typeface="Meiryo UI"/>
                <a:ea typeface="Meiryo UI"/>
              </a:rPr>
              <a:t>③ エリアの誰を、どの順番で巻き込んだか</a:t>
            </a:r>
          </a:p>
        </p:txBody>
      </p:sp>
      <p:sp>
        <p:nvSpPr>
          <p:cNvPr id="12" name="Rounded Rectangle 11"/>
          <p:cNvSpPr/>
          <p:nvPr/>
        </p:nvSpPr>
        <p:spPr>
          <a:xfrm>
            <a:off x="4069080" y="4315968"/>
            <a:ext cx="7589520" cy="896112"/>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3" name="Rounded Rectangle 12"/>
          <p:cNvSpPr/>
          <p:nvPr/>
        </p:nvSpPr>
        <p:spPr>
          <a:xfrm>
            <a:off x="548640" y="5285232"/>
            <a:ext cx="3383280" cy="896112"/>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02412" bIns="102412" lIns="146304" rIns="146304"/>
          <a:lstStyle/>
          <a:p>
            <a:pPr algn="l">
              <a:lnSpc>
                <a:spcPct val="125000"/>
              </a:lnSpc>
            </a:pPr>
            <a:r>
              <a:rPr sz="1350" b="1" i="0">
                <a:solidFill>
                  <a:srgbClr val="FFFFFF"/>
                </a:solidFill>
                <a:latin typeface="Meiryo UI"/>
                <a:ea typeface="Meiryo UI"/>
              </a:rPr>
              <a:t>④ 自分のエリアで確かめたいこと</a:t>
            </a:r>
          </a:p>
        </p:txBody>
      </p:sp>
      <p:sp>
        <p:nvSpPr>
          <p:cNvPr id="14" name="Rounded Rectangle 13"/>
          <p:cNvSpPr/>
          <p:nvPr/>
        </p:nvSpPr>
        <p:spPr>
          <a:xfrm>
            <a:off x="4069080" y="5285232"/>
            <a:ext cx="7589520" cy="896112"/>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⑧ まとめ</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女子医大の活動 — 一言のWantsから、3大学をつないだ</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24</a:t>
            </a:r>
          </a:p>
        </p:txBody>
      </p:sp>
      <p:sp>
        <p:nvSpPr>
          <p:cNvPr id="6" name="Rounded Rectangle 5"/>
          <p:cNvSpPr/>
          <p:nvPr/>
        </p:nvSpPr>
        <p:spPr>
          <a:xfrm>
            <a:off x="548640" y="1600200"/>
            <a:ext cx="11109960" cy="621792"/>
          </a:xfrm>
          <a:prstGeom prst="roundRect">
            <a:avLst>
              <a:gd name="adj" fmla="val 8000"/>
            </a:avLst>
          </a:prstGeom>
          <a:solidFill>
            <a:srgbClr val="FFFFFF"/>
          </a:solidFill>
          <a:ln w="2032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ctr"/>
            <a:r>
              <a:rPr sz="1300" b="1" i="0">
                <a:solidFill>
                  <a:srgbClr val="595959"/>
                </a:solidFill>
                <a:latin typeface="Meiryo UI"/>
                <a:ea typeface="Meiryo UI"/>
              </a:rPr>
              <a:t>初回面談の一言（Wants）　</a:t>
            </a:r>
            <a:r>
              <a:rPr sz="1900" b="1" i="0">
                <a:solidFill>
                  <a:srgbClr val="C00000"/>
                </a:solidFill>
                <a:latin typeface="Meiryo UI"/>
                <a:ea typeface="Meiryo UI"/>
              </a:rPr>
              <a:t>「女子医大腎臓内科を全国に売り出したい」</a:t>
            </a:r>
          </a:p>
        </p:txBody>
      </p:sp>
      <p:sp>
        <p:nvSpPr>
          <p:cNvPr id="7" name="Rounded Rectangle 6"/>
          <p:cNvSpPr/>
          <p:nvPr/>
        </p:nvSpPr>
        <p:spPr>
          <a:xfrm>
            <a:off x="548640" y="2377440"/>
            <a:ext cx="3566160" cy="45720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① Fact ─ 集まっていた事実</a:t>
            </a:r>
          </a:p>
        </p:txBody>
      </p:sp>
      <p:sp>
        <p:nvSpPr>
          <p:cNvPr id="8" name="Rounded Rectangle 7"/>
          <p:cNvSpPr/>
          <p:nvPr/>
        </p:nvSpPr>
        <p:spPr>
          <a:xfrm>
            <a:off x="548640" y="2944368"/>
            <a:ext cx="3566160" cy="21488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150" b="0" i="0">
                <a:solidFill>
                  <a:srgbClr val="262626"/>
                </a:solidFill>
                <a:latin typeface="Meiryo UI"/>
                <a:ea typeface="Meiryo UI"/>
              </a:rPr>
              <a:t>・</a:t>
            </a:r>
            <a:r>
              <a:rPr sz="1150" b="0" i="0">
                <a:solidFill>
                  <a:srgbClr val="262626"/>
                </a:solidFill>
                <a:latin typeface="Meiryo UI"/>
                <a:ea typeface="Meiryo UI"/>
              </a:rPr>
              <a:t>使用経験は女子医大に複数例、近隣2大学は未使用</a:t>
            </a:r>
          </a:p>
          <a:p>
            <a:pPr algn="l">
              <a:lnSpc>
                <a:spcPct val="125000"/>
              </a:lnSpc>
              <a:spcAft>
                <a:spcPts val="900"/>
              </a:spcAft>
            </a:pPr>
            <a:r>
              <a:rPr sz="1150" b="0" i="0">
                <a:solidFill>
                  <a:srgbClr val="262626"/>
                </a:solidFill>
                <a:latin typeface="Meiryo UI"/>
                <a:ea typeface="Meiryo UI"/>
              </a:rPr>
              <a:t>・</a:t>
            </a:r>
            <a:r>
              <a:rPr sz="1150" b="0" i="0">
                <a:solidFill>
                  <a:srgbClr val="262626"/>
                </a:solidFill>
                <a:latin typeface="Meiryo UI"/>
                <a:ea typeface="Meiryo UI"/>
              </a:rPr>
              <a:t>「誰に使うべきか」の情報が全国的に不足</a:t>
            </a:r>
          </a:p>
          <a:p>
            <a:pPr algn="l">
              <a:lnSpc>
                <a:spcPct val="125000"/>
              </a:lnSpc>
              <a:spcAft>
                <a:spcPts val="900"/>
              </a:spcAft>
            </a:pPr>
            <a:r>
              <a:rPr sz="1150" b="0" i="0">
                <a:solidFill>
                  <a:srgbClr val="262626"/>
                </a:solidFill>
                <a:latin typeface="Meiryo UI"/>
                <a:ea typeface="Meiryo UI"/>
              </a:rPr>
              <a:t>・</a:t>
            </a:r>
            <a:r>
              <a:rPr sz="1150" b="0" i="0">
                <a:solidFill>
                  <a:srgbClr val="262626"/>
                </a:solidFill>
                <a:latin typeface="Meiryo UI"/>
                <a:ea typeface="Meiryo UI"/>
              </a:rPr>
              <a:t>院内の小児腎・移植でも共有Needs</a:t>
            </a:r>
          </a:p>
          <a:p>
            <a:pPr algn="l">
              <a:lnSpc>
                <a:spcPct val="125000"/>
              </a:lnSpc>
              <a:spcAft>
                <a:spcPts val="900"/>
              </a:spcAft>
            </a:pPr>
            <a:r>
              <a:rPr sz="1150" b="0" i="0">
                <a:solidFill>
                  <a:srgbClr val="262626"/>
                </a:solidFill>
                <a:latin typeface="Meiryo UI"/>
                <a:ea typeface="Meiryo UI"/>
              </a:rPr>
              <a:t>・</a:t>
            </a:r>
            <a:r>
              <a:rPr sz="1150" b="0" i="0">
                <a:solidFill>
                  <a:srgbClr val="262626"/>
                </a:solidFill>
                <a:latin typeface="Meiryo UI"/>
                <a:ea typeface="Meiryo UI"/>
              </a:rPr>
              <a:t>近隣大学の先生は共同研究者・女子医大出身</a:t>
            </a:r>
          </a:p>
        </p:txBody>
      </p:sp>
      <p:sp>
        <p:nvSpPr>
          <p:cNvPr id="9" name="Rounded Rectangle 8"/>
          <p:cNvSpPr/>
          <p:nvPr/>
        </p:nvSpPr>
        <p:spPr>
          <a:xfrm>
            <a:off x="4288536" y="2377440"/>
            <a:ext cx="3566160" cy="457200"/>
          </a:xfrm>
          <a:prstGeom prst="roundRect">
            <a:avLst>
              <a:gd name="adj" fmla="val 1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② Needs と 仮説</a:t>
            </a:r>
          </a:p>
        </p:txBody>
      </p:sp>
      <p:sp>
        <p:nvSpPr>
          <p:cNvPr id="10" name="Rounded Rectangle 9"/>
          <p:cNvSpPr/>
          <p:nvPr/>
        </p:nvSpPr>
        <p:spPr>
          <a:xfrm>
            <a:off x="4288536" y="2944368"/>
            <a:ext cx="3566160" cy="2148840"/>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150" b="1" i="0">
                <a:solidFill>
                  <a:srgbClr val="C00000"/>
                </a:solidFill>
                <a:latin typeface="Meiryo UI"/>
                <a:ea typeface="Meiryo UI"/>
              </a:rPr>
              <a:t>Needs　</a:t>
            </a:r>
            <a:r>
              <a:rPr sz="1150" b="1" i="0">
                <a:solidFill>
                  <a:srgbClr val="262626"/>
                </a:solidFill>
                <a:latin typeface="Meiryo UI"/>
                <a:ea typeface="Meiryo UI"/>
              </a:rPr>
              <a:t>実臨床の経験を、全国と地域に届ける場がない</a:t>
            </a:r>
          </a:p>
          <a:p>
            <a:pPr algn="l">
              <a:lnSpc>
                <a:spcPct val="125000"/>
              </a:lnSpc>
              <a:spcAft>
                <a:spcPts val="900"/>
              </a:spcAft>
            </a:pPr>
            <a:r>
              <a:rPr sz="1150" b="1" i="0">
                <a:solidFill>
                  <a:srgbClr val="C00000"/>
                </a:solidFill>
                <a:latin typeface="Meiryo UI"/>
                <a:ea typeface="Meiryo UI"/>
              </a:rPr>
              <a:t>仮説　</a:t>
            </a:r>
            <a:r>
              <a:rPr sz="1150" b="1" i="0">
                <a:solidFill>
                  <a:srgbClr val="262626"/>
                </a:solidFill>
                <a:latin typeface="Meiryo UI"/>
                <a:ea typeface="Meiryo UI"/>
              </a:rPr>
              <a:t>女子医大をHUBにすれば、近隣2大学と院内へ横展開が起こる</a:t>
            </a:r>
          </a:p>
        </p:txBody>
      </p:sp>
      <p:sp>
        <p:nvSpPr>
          <p:cNvPr id="11" name="Rounded Rectangle 10"/>
          <p:cNvSpPr/>
          <p:nvPr/>
        </p:nvSpPr>
        <p:spPr>
          <a:xfrm>
            <a:off x="8028431" y="2377440"/>
            <a:ext cx="3566160" cy="45720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③ 設計 と 成果</a:t>
            </a:r>
          </a:p>
        </p:txBody>
      </p:sp>
      <p:sp>
        <p:nvSpPr>
          <p:cNvPr id="12" name="Rounded Rectangle 11"/>
          <p:cNvSpPr/>
          <p:nvPr/>
        </p:nvSpPr>
        <p:spPr>
          <a:xfrm>
            <a:off x="8028431" y="2944368"/>
            <a:ext cx="3566160" cy="2148840"/>
          </a:xfrm>
          <a:prstGeom prst="roundRect">
            <a:avLst>
              <a:gd name="adj" fmla="val 10000"/>
            </a:avLst>
          </a:prstGeom>
          <a:solidFill>
            <a:srgbClr val="E9F5EE"/>
          </a:solidFill>
          <a:ln w="1270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150" b="1" i="0">
                <a:solidFill>
                  <a:srgbClr val="128A54"/>
                </a:solidFill>
                <a:latin typeface="Meiryo UI"/>
                <a:ea typeface="Meiryo UI"/>
              </a:rPr>
              <a:t>設計　</a:t>
            </a:r>
            <a:r>
              <a:rPr sz="1150" b="1" i="0">
                <a:solidFill>
                  <a:srgbClr val="262626"/>
                </a:solidFill>
                <a:latin typeface="Meiryo UI"/>
                <a:ea typeface="Meiryo UI"/>
              </a:rPr>
              <a:t>近隣2大学を企画段階から巻き込む／案内は医師から医師へ</a:t>
            </a:r>
          </a:p>
          <a:p>
            <a:pPr algn="l">
              <a:lnSpc>
                <a:spcPct val="125000"/>
              </a:lnSpc>
              <a:spcAft>
                <a:spcPts val="900"/>
              </a:spcAft>
            </a:pPr>
            <a:r>
              <a:rPr sz="1150" b="1" i="0">
                <a:solidFill>
                  <a:srgbClr val="128A54"/>
                </a:solidFill>
                <a:latin typeface="Meiryo UI"/>
                <a:ea typeface="Meiryo UI"/>
              </a:rPr>
              <a:t>成果　</a:t>
            </a:r>
            <a:r>
              <a:rPr sz="1150" b="1" i="0">
                <a:solidFill>
                  <a:srgbClr val="262626"/>
                </a:solidFill>
                <a:latin typeface="Meiryo UI"/>
                <a:ea typeface="Meiryo UI"/>
              </a:rPr>
              <a:t>参加35名／処方確約1例・患者発掘1例・IC向上2施設／医師同士の関係性を複数確認</a:t>
            </a:r>
          </a:p>
        </p:txBody>
      </p:sp>
      <p:sp>
        <p:nvSpPr>
          <p:cNvPr id="13" name="Rounded Rectangle 12"/>
          <p:cNvSpPr/>
          <p:nvPr/>
        </p:nvSpPr>
        <p:spPr>
          <a:xfrm>
            <a:off x="548640" y="5257800"/>
            <a:ext cx="11109960" cy="960120"/>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ctr"/>
            <a:r>
              <a:rPr sz="2100" b="1" i="0">
                <a:solidFill>
                  <a:srgbClr val="FFC000"/>
                </a:solidFill>
                <a:latin typeface="Meiryo UI"/>
                <a:ea typeface="Meiryo UI"/>
              </a:rPr>
              <a:t>大学を「個」で見ず、エリアの1施設として影響の輪を設計した。</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⑧ まとめ</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本日の3つ</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25</a:t>
            </a:r>
          </a:p>
        </p:txBody>
      </p:sp>
      <p:sp>
        <p:nvSpPr>
          <p:cNvPr id="6" name="Oval 5"/>
          <p:cNvSpPr/>
          <p:nvPr/>
        </p:nvSpPr>
        <p:spPr>
          <a:xfrm>
            <a:off x="548640" y="1920240"/>
            <a:ext cx="731520" cy="73152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lnSpc>
                <a:spcPct val="105000"/>
              </a:lnSpc>
            </a:pPr>
            <a:r>
              <a:rPr sz="2000" b="1" i="0">
                <a:solidFill>
                  <a:srgbClr val="FFFFFF"/>
                </a:solidFill>
                <a:latin typeface="Meiryo UI"/>
                <a:ea typeface="Meiryo UI"/>
              </a:rPr>
              <a:t>1</a:t>
            </a:r>
          </a:p>
        </p:txBody>
      </p:sp>
      <p:sp>
        <p:nvSpPr>
          <p:cNvPr id="7" name="Rounded Rectangle 6"/>
          <p:cNvSpPr/>
          <p:nvPr/>
        </p:nvSpPr>
        <p:spPr>
          <a:xfrm>
            <a:off x="1463040" y="1783080"/>
            <a:ext cx="10195560" cy="10058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40817" bIns="140817" lIns="201168" rIns="201168"/>
          <a:lstStyle/>
          <a:p>
            <a:pPr algn="l">
              <a:spcAft>
                <a:spcPts val="500"/>
              </a:spcAft>
            </a:pPr>
            <a:r>
              <a:rPr sz="1700" b="1" i="0">
                <a:solidFill>
                  <a:srgbClr val="1F3864"/>
                </a:solidFill>
                <a:latin typeface="Meiryo UI"/>
                <a:ea typeface="Meiryo UI"/>
              </a:rPr>
              <a:t>情報は、仕分けた瞬間に意味を持つ</a:t>
            </a:r>
          </a:p>
          <a:p>
            <a:pPr algn="l">
              <a:lnSpc>
                <a:spcPct val="120000"/>
              </a:lnSpc>
            </a:pPr>
            <a:r>
              <a:rPr sz="1300" b="0" i="0">
                <a:solidFill>
                  <a:srgbClr val="262626"/>
                </a:solidFill>
                <a:latin typeface="Meiryo UI"/>
                <a:ea typeface="Meiryo UI"/>
              </a:rPr>
              <a:t>Fact・Wants・Needs。どれかに置くだけで、次に何を聞くかが決まる。</a:t>
            </a:r>
          </a:p>
        </p:txBody>
      </p:sp>
      <p:sp>
        <p:nvSpPr>
          <p:cNvPr id="8" name="Oval 7"/>
          <p:cNvSpPr/>
          <p:nvPr/>
        </p:nvSpPr>
        <p:spPr>
          <a:xfrm>
            <a:off x="548640" y="3063240"/>
            <a:ext cx="731520" cy="731520"/>
          </a:xfrm>
          <a:prstGeom prst="ellipse">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lnSpc>
                <a:spcPct val="105000"/>
              </a:lnSpc>
            </a:pPr>
            <a:r>
              <a:rPr sz="2000" b="1" i="0">
                <a:solidFill>
                  <a:srgbClr val="FFFFFF"/>
                </a:solidFill>
                <a:latin typeface="Meiryo UI"/>
                <a:ea typeface="Meiryo UI"/>
              </a:rPr>
              <a:t>2</a:t>
            </a:r>
          </a:p>
        </p:txBody>
      </p:sp>
      <p:sp>
        <p:nvSpPr>
          <p:cNvPr id="9" name="Rounded Rectangle 8"/>
          <p:cNvSpPr/>
          <p:nvPr/>
        </p:nvSpPr>
        <p:spPr>
          <a:xfrm>
            <a:off x="1463040" y="2926080"/>
            <a:ext cx="10195560" cy="10058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40817" bIns="140817" lIns="201168" rIns="201168"/>
          <a:lstStyle/>
          <a:p>
            <a:pPr algn="l">
              <a:spcAft>
                <a:spcPts val="500"/>
              </a:spcAft>
            </a:pPr>
            <a:r>
              <a:rPr sz="1700" b="1" i="0">
                <a:solidFill>
                  <a:srgbClr val="B86A00"/>
                </a:solidFill>
                <a:latin typeface="Meiryo UI"/>
                <a:ea typeface="Meiryo UI"/>
              </a:rPr>
              <a:t>Needsまで降りれば、手段は選べる</a:t>
            </a:r>
          </a:p>
          <a:p>
            <a:pPr algn="l">
              <a:lnSpc>
                <a:spcPct val="120000"/>
              </a:lnSpc>
            </a:pPr>
            <a:r>
              <a:rPr sz="1300" b="0" i="0">
                <a:solidFill>
                  <a:srgbClr val="262626"/>
                </a:solidFill>
                <a:latin typeface="Meiryo UI"/>
                <a:ea typeface="Meiryo UI"/>
              </a:rPr>
              <a:t>Wantsに応えるのが仕事ではない。仮説を立てて、4Sで解決策を選ぶ。</a:t>
            </a:r>
          </a:p>
        </p:txBody>
      </p:sp>
      <p:sp>
        <p:nvSpPr>
          <p:cNvPr id="10" name="Oval 9"/>
          <p:cNvSpPr/>
          <p:nvPr/>
        </p:nvSpPr>
        <p:spPr>
          <a:xfrm>
            <a:off x="548640" y="4206240"/>
            <a:ext cx="731520" cy="731520"/>
          </a:xfrm>
          <a:prstGeom prst="ellipse">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lnSpc>
                <a:spcPct val="105000"/>
              </a:lnSpc>
            </a:pPr>
            <a:r>
              <a:rPr sz="2000" b="1" i="0">
                <a:solidFill>
                  <a:srgbClr val="FFFFFF"/>
                </a:solidFill>
                <a:latin typeface="Meiryo UI"/>
                <a:ea typeface="Meiryo UI"/>
              </a:rPr>
              <a:t>3</a:t>
            </a:r>
          </a:p>
        </p:txBody>
      </p:sp>
      <p:sp>
        <p:nvSpPr>
          <p:cNvPr id="11" name="Rounded Rectangle 10"/>
          <p:cNvSpPr/>
          <p:nvPr/>
        </p:nvSpPr>
        <p:spPr>
          <a:xfrm>
            <a:off x="1463040" y="4069080"/>
            <a:ext cx="10195560" cy="10058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140817" bIns="140817" lIns="201168" rIns="201168"/>
          <a:lstStyle/>
          <a:p>
            <a:pPr algn="l">
              <a:spcAft>
                <a:spcPts val="500"/>
              </a:spcAft>
            </a:pPr>
            <a:r>
              <a:rPr sz="1700" b="1" i="0">
                <a:solidFill>
                  <a:srgbClr val="128A54"/>
                </a:solidFill>
                <a:latin typeface="Meiryo UI"/>
                <a:ea typeface="Meiryo UI"/>
              </a:rPr>
              <a:t>大学は、エリアの1施設</a:t>
            </a:r>
          </a:p>
          <a:p>
            <a:pPr algn="l">
              <a:lnSpc>
                <a:spcPct val="120000"/>
              </a:lnSpc>
            </a:pPr>
            <a:r>
              <a:rPr sz="1300" b="0" i="0">
                <a:solidFill>
                  <a:srgbClr val="262626"/>
                </a:solidFill>
                <a:latin typeface="Meiryo UI"/>
                <a:ea typeface="Meiryo UI"/>
              </a:rPr>
              <a:t>Triple Winをエリアまで広げると、同じ打ち手でも残るものが変わる。</a:t>
            </a:r>
          </a:p>
        </p:txBody>
      </p:sp>
      <p:sp>
        <p:nvSpPr>
          <p:cNvPr id="12" name="Rounded Rectangle 11"/>
          <p:cNvSpPr/>
          <p:nvPr/>
        </p:nvSpPr>
        <p:spPr>
          <a:xfrm>
            <a:off x="548640" y="5175504"/>
            <a:ext cx="11109960" cy="1024128"/>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ctr">
              <a:spcAft>
                <a:spcPts val="600"/>
              </a:spcAft>
            </a:pPr>
            <a:r>
              <a:rPr sz="1500" b="0" i="0">
                <a:solidFill>
                  <a:srgbClr val="FFFFFF"/>
                </a:solidFill>
                <a:latin typeface="Meiryo UI"/>
                <a:ea typeface="Meiryo UI"/>
              </a:rPr>
              <a:t>各自のFactを仕分けて、仮説を立てて、エリア攻略に。</a:t>
            </a:r>
          </a:p>
          <a:p>
            <a:pPr algn="ctr"/>
            <a:r>
              <a:rPr sz="2000" b="1" i="0">
                <a:solidFill>
                  <a:srgbClr val="FFC000"/>
                </a:solidFill>
                <a:latin typeface="Meiryo UI"/>
                <a:ea typeface="Meiryo UI"/>
              </a:rPr>
              <a:t>大学PJで共有した活動を、明日からの担当エリアで活かしてください。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 name="Rounded Rectangle 2"/>
          <p:cNvSpPr/>
          <p:nvPr/>
        </p:nvSpPr>
        <p:spPr>
          <a:xfrm>
            <a:off x="548640" y="310896"/>
            <a:ext cx="2221992" cy="384048"/>
          </a:xfrm>
          <a:prstGeom prst="roundRect">
            <a:avLst>
              <a:gd name="adj" fmla="val 5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⑨ 総括　｜　5分</a:t>
            </a:r>
          </a:p>
        </p:txBody>
      </p:sp>
      <p:sp>
        <p:nvSpPr>
          <p:cNvPr id="4" name="TextBox 3"/>
          <p:cNvSpPr txBox="1"/>
          <p:nvPr/>
        </p:nvSpPr>
        <p:spPr>
          <a:xfrm>
            <a:off x="548640" y="868680"/>
            <a:ext cx="11155680" cy="731520"/>
          </a:xfrm>
          <a:prstGeom prst="rect">
            <a:avLst/>
          </a:prstGeom>
          <a:noFill/>
        </p:spPr>
        <p:txBody>
          <a:bodyPr wrap="square" lIns="0" rIns="0" tIns="0" bIns="0" anchor="t">
            <a:spAutoFit/>
          </a:bodyPr>
          <a:lstStyle/>
          <a:p>
            <a:pPr algn="l"/>
            <a:r>
              <a:rPr sz="3200" b="1" i="0">
                <a:solidFill>
                  <a:srgbClr val="0B4F37"/>
                </a:solidFill>
                <a:latin typeface="Meiryo UI"/>
                <a:ea typeface="Meiryo UI"/>
              </a:rPr>
              <a:t>総括</a:t>
            </a:r>
          </a:p>
        </p:txBody>
      </p:sp>
      <p:sp>
        <p:nvSpPr>
          <p:cNvPr id="5" name="Rounded Rectangle 4"/>
          <p:cNvSpPr/>
          <p:nvPr/>
        </p:nvSpPr>
        <p:spPr>
          <a:xfrm>
            <a:off x="548640" y="1828800"/>
            <a:ext cx="11109960" cy="777240"/>
          </a:xfrm>
          <a:prstGeom prst="roundRect">
            <a:avLst>
              <a:gd name="adj" fmla="val 6000"/>
            </a:avLst>
          </a:prstGeom>
          <a:solidFill>
            <a:srgbClr val="FFFFFF"/>
          </a:solidFill>
          <a:ln w="20320">
            <a:solidFill>
              <a:srgbClr val="128A54"/>
            </a:solid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ctr"/>
            <a:r>
              <a:rPr sz="2200" b="1" i="0">
                <a:solidFill>
                  <a:srgbClr val="262626"/>
                </a:solidFill>
                <a:latin typeface="Meiryo UI"/>
                <a:ea typeface="Meiryo UI"/>
              </a:rPr>
              <a:t>4回を通して、大学・基幹病院の担当として何が変わったか</a:t>
            </a:r>
          </a:p>
        </p:txBody>
      </p:sp>
      <p:sp>
        <p:nvSpPr>
          <p:cNvPr id="6" name="Rounded Rectangle 5"/>
          <p:cNvSpPr/>
          <p:nvPr/>
        </p:nvSpPr>
        <p:spPr>
          <a:xfrm>
            <a:off x="548640" y="2880360"/>
            <a:ext cx="2651760" cy="868680"/>
          </a:xfrm>
          <a:prstGeom prst="roundRect">
            <a:avLst>
              <a:gd name="adj" fmla="val 10000"/>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250" b="1" i="0">
                <a:solidFill>
                  <a:srgbClr val="FFFFFF"/>
                </a:solidFill>
                <a:latin typeface="Meiryo UI"/>
                <a:ea typeface="Meiryo UI"/>
              </a:rPr>
              <a:t>第1回</a:t>
            </a:r>
          </a:p>
          <a:p>
            <a:pPr algn="ctr">
              <a:lnSpc>
                <a:spcPct val="115000"/>
              </a:lnSpc>
            </a:pPr>
            <a:r>
              <a:rPr sz="1450" b="1" i="0">
                <a:solidFill>
                  <a:srgbClr val="FFFFFF"/>
                </a:solidFill>
                <a:latin typeface="Meiryo UI"/>
                <a:ea typeface="Meiryo UI"/>
              </a:rPr>
              <a:t>見る力</a:t>
            </a:r>
          </a:p>
        </p:txBody>
      </p:sp>
      <p:sp>
        <p:nvSpPr>
          <p:cNvPr id="7" name="Right Arrow 6"/>
          <p:cNvSpPr/>
          <p:nvPr/>
        </p:nvSpPr>
        <p:spPr>
          <a:xfrm>
            <a:off x="3227832" y="3200400"/>
            <a:ext cx="128016" cy="219456"/>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01568" y="2880360"/>
            <a:ext cx="2651760" cy="868680"/>
          </a:xfrm>
          <a:prstGeom prst="roundRect">
            <a:avLst>
              <a:gd name="adj" fmla="val 10000"/>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250" b="1" i="0">
                <a:solidFill>
                  <a:srgbClr val="FFFFFF"/>
                </a:solidFill>
                <a:latin typeface="Meiryo UI"/>
                <a:ea typeface="Meiryo UI"/>
              </a:rPr>
              <a:t>第2回</a:t>
            </a:r>
          </a:p>
          <a:p>
            <a:pPr algn="ctr">
              <a:lnSpc>
                <a:spcPct val="115000"/>
              </a:lnSpc>
            </a:pPr>
            <a:r>
              <a:rPr sz="1450" b="1" i="0">
                <a:solidFill>
                  <a:srgbClr val="FFFFFF"/>
                </a:solidFill>
                <a:latin typeface="Meiryo UI"/>
                <a:ea typeface="Meiryo UI"/>
              </a:rPr>
              <a:t>会う力</a:t>
            </a:r>
          </a:p>
        </p:txBody>
      </p:sp>
      <p:sp>
        <p:nvSpPr>
          <p:cNvPr id="9" name="Right Arrow 8"/>
          <p:cNvSpPr/>
          <p:nvPr/>
        </p:nvSpPr>
        <p:spPr>
          <a:xfrm>
            <a:off x="6080760" y="3200400"/>
            <a:ext cx="128016" cy="219456"/>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2880360"/>
            <a:ext cx="2651760" cy="868680"/>
          </a:xfrm>
          <a:prstGeom prst="roundRect">
            <a:avLst>
              <a:gd name="adj" fmla="val 10000"/>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250" b="1" i="0">
                <a:solidFill>
                  <a:srgbClr val="FFFFFF"/>
                </a:solidFill>
                <a:latin typeface="Meiryo UI"/>
                <a:ea typeface="Meiryo UI"/>
              </a:rPr>
              <a:t>第3回</a:t>
            </a:r>
          </a:p>
          <a:p>
            <a:pPr algn="ctr">
              <a:lnSpc>
                <a:spcPct val="115000"/>
              </a:lnSpc>
            </a:pPr>
            <a:r>
              <a:rPr sz="1450" b="1" i="0">
                <a:solidFill>
                  <a:srgbClr val="FFFFFF"/>
                </a:solidFill>
                <a:latin typeface="Meiryo UI"/>
                <a:ea typeface="Meiryo UI"/>
              </a:rPr>
              <a:t>情報を取る力</a:t>
            </a:r>
          </a:p>
        </p:txBody>
      </p:sp>
      <p:sp>
        <p:nvSpPr>
          <p:cNvPr id="11" name="Right Arrow 10"/>
          <p:cNvSpPr/>
          <p:nvPr/>
        </p:nvSpPr>
        <p:spPr>
          <a:xfrm>
            <a:off x="8933688" y="3200400"/>
            <a:ext cx="128016" cy="219456"/>
          </a:xfrm>
          <a:prstGeom prst="rightArrow">
            <a:avLst/>
          </a:prstGeom>
          <a:solidFill>
            <a:srgbClr val="3D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07424" y="2880360"/>
            <a:ext cx="2651760" cy="868680"/>
          </a:xfrm>
          <a:prstGeom prst="roundRect">
            <a:avLst>
              <a:gd name="adj" fmla="val 1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250" b="1" i="0">
                <a:solidFill>
                  <a:srgbClr val="0B4F37"/>
                </a:solidFill>
                <a:latin typeface="Meiryo UI"/>
                <a:ea typeface="Meiryo UI"/>
              </a:rPr>
              <a:t>第4回</a:t>
            </a:r>
          </a:p>
          <a:p>
            <a:pPr algn="ctr">
              <a:lnSpc>
                <a:spcPct val="115000"/>
              </a:lnSpc>
            </a:pPr>
            <a:r>
              <a:rPr sz="1450" b="1" i="0">
                <a:solidFill>
                  <a:srgbClr val="0B4F37"/>
                </a:solidFill>
                <a:latin typeface="Meiryo UI"/>
                <a:ea typeface="Meiryo UI"/>
              </a:rPr>
              <a:t>仮説を立てる力</a:t>
            </a:r>
          </a:p>
        </p:txBody>
      </p:sp>
      <p:sp>
        <p:nvSpPr>
          <p:cNvPr id="13" name="Rounded Rectangle 12"/>
          <p:cNvSpPr/>
          <p:nvPr/>
        </p:nvSpPr>
        <p:spPr>
          <a:xfrm>
            <a:off x="548640" y="4023360"/>
            <a:ext cx="11109960" cy="1828800"/>
          </a:xfrm>
          <a:prstGeom prst="roundRect">
            <a:avLst>
              <a:gd name="adj" fmla="val 200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14" name="TextBox 13"/>
          <p:cNvSpPr txBox="1"/>
          <p:nvPr/>
        </p:nvSpPr>
        <p:spPr>
          <a:xfrm>
            <a:off x="777240" y="4160520"/>
            <a:ext cx="10607040" cy="274320"/>
          </a:xfrm>
          <a:prstGeom prst="rect">
            <a:avLst/>
          </a:prstGeom>
          <a:noFill/>
        </p:spPr>
        <p:txBody>
          <a:bodyPr wrap="square" lIns="0" rIns="0" tIns="0" bIns="0" anchor="t">
            <a:spAutoFit/>
          </a:bodyPr>
          <a:lstStyle/>
          <a:p>
            <a:pPr algn="l"/>
            <a:r>
              <a:rPr sz="1100" b="0" i="0">
                <a:solidFill>
                  <a:srgbClr val="595959"/>
                </a:solidFill>
                <a:latin typeface="Meiryo UI"/>
                <a:ea typeface="Meiryo UI"/>
              </a:rPr>
              <a:t>※ 所長よりご総括</a:t>
            </a:r>
          </a:p>
        </p:txBody>
      </p:sp>
      <p:sp>
        <p:nvSpPr>
          <p:cNvPr id="15" name="TextBox 14"/>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16" name="TextBox 15"/>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p>
        </p:txBody>
      </p:sp>
      <p:sp>
        <p:nvSpPr>
          <p:cNvPr id="3" name="TextBox 2"/>
          <p:cNvSpPr txBox="1"/>
          <p:nvPr/>
        </p:nvSpPr>
        <p:spPr>
          <a:xfrm>
            <a:off x="822960" y="1371600"/>
            <a:ext cx="10515600" cy="457200"/>
          </a:xfrm>
          <a:prstGeom prst="rect">
            <a:avLst/>
          </a:prstGeom>
          <a:noFill/>
        </p:spPr>
        <p:txBody>
          <a:bodyPr wrap="square" lIns="0" rIns="0" tIns="0" bIns="0" anchor="t">
            <a:spAutoFit/>
          </a:bodyPr>
          <a:lstStyle/>
          <a:p>
            <a:pPr algn="l"/>
            <a:r>
              <a:rPr sz="1900" b="1" i="0">
                <a:solidFill>
                  <a:srgbClr val="BFE8D2"/>
                </a:solidFill>
                <a:latin typeface="Meiryo UI"/>
                <a:ea typeface="Meiryo UI"/>
              </a:rPr>
              <a:t>ありがとうございました</a:t>
            </a:r>
          </a:p>
        </p:txBody>
      </p:sp>
      <p:sp>
        <p:nvSpPr>
          <p:cNvPr id="4" name="Rounded Rectangle 3"/>
          <p:cNvSpPr/>
          <p:nvPr/>
        </p:nvSpPr>
        <p:spPr>
          <a:xfrm>
            <a:off x="822960" y="2194560"/>
            <a:ext cx="10515600" cy="1737360"/>
          </a:xfrm>
          <a:prstGeom prst="roundRect">
            <a:avLst>
              <a:gd name="adj" fmla="val 1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40817" bIns="140817" lIns="201168" rIns="201168"/>
          <a:lstStyle/>
          <a:p>
            <a:pPr algn="ctr">
              <a:spcAft>
                <a:spcPts val="800"/>
              </a:spcAft>
            </a:pPr>
            <a:r>
              <a:rPr sz="1500" b="1" i="0">
                <a:solidFill>
                  <a:srgbClr val="0B4F37"/>
                </a:solidFill>
                <a:latin typeface="Meiryo UI"/>
                <a:ea typeface="Meiryo UI"/>
              </a:rPr>
              <a:t>大学担当者に求められるのは、</a:t>
            </a:r>
          </a:p>
          <a:p>
            <a:pPr algn="ctr">
              <a:spcAft>
                <a:spcPts val="1400"/>
              </a:spcAft>
            </a:pPr>
            <a:r>
              <a:rPr sz="1500" b="1" i="0">
                <a:solidFill>
                  <a:srgbClr val="0B4F37"/>
                </a:solidFill>
                <a:latin typeface="Meiryo UI"/>
                <a:ea typeface="Meiryo UI"/>
              </a:rPr>
              <a:t>大学の中だけを詳しく知ることではありません。</a:t>
            </a:r>
          </a:p>
          <a:p>
            <a:pPr algn="ctr">
              <a:lnSpc>
                <a:spcPct val="125000"/>
              </a:lnSpc>
            </a:pPr>
            <a:r>
              <a:rPr sz="2200" b="1" i="0">
                <a:solidFill>
                  <a:srgbClr val="0B4F37"/>
                </a:solidFill>
                <a:latin typeface="Meiryo UI"/>
                <a:ea typeface="Meiryo UI"/>
              </a:rPr>
              <a:t>得た情報から仮説を立て、エリアの中でWinを広げられること。</a:t>
            </a:r>
          </a:p>
        </p:txBody>
      </p:sp>
      <p:sp>
        <p:nvSpPr>
          <p:cNvPr id="5" name="TextBox 4"/>
          <p:cNvSpPr txBox="1"/>
          <p:nvPr/>
        </p:nvSpPr>
        <p:spPr>
          <a:xfrm>
            <a:off x="822960" y="4343400"/>
            <a:ext cx="10515600" cy="365760"/>
          </a:xfrm>
          <a:prstGeom prst="rect">
            <a:avLst/>
          </a:prstGeom>
          <a:noFill/>
        </p:spPr>
        <p:txBody>
          <a:bodyPr wrap="square" lIns="0" rIns="0" tIns="0" bIns="0" anchor="t">
            <a:spAutoFit/>
          </a:bodyPr>
          <a:lstStyle/>
          <a:p>
            <a:pPr algn="ctr"/>
            <a:r>
              <a:rPr sz="1600" b="1" i="0">
                <a:solidFill>
                  <a:srgbClr val="BFE8D2"/>
                </a:solidFill>
                <a:latin typeface="Meiryo UI"/>
                <a:ea typeface="Meiryo UI"/>
              </a:rPr>
              <a:t>明日から、担当施設のFactを1つ仕分けてみてください。</a:t>
            </a:r>
          </a:p>
        </p:txBody>
      </p:sp>
      <p:sp>
        <p:nvSpPr>
          <p:cNvPr id="6" name="TextBox 5"/>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BFE8D2"/>
                </a:solidFill>
                <a:latin typeface="Meiryo UI"/>
                <a:ea typeface="Meiryo UI"/>
              </a:rPr>
              <a:t>Renal MR スキルアッププロジェクト DAY4｜戦略的思考</a:t>
            </a:r>
          </a:p>
        </p:txBody>
      </p:sp>
      <p:sp>
        <p:nvSpPr>
          <p:cNvPr id="7" name="TextBox 6"/>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BFE8D2"/>
                </a:solidFill>
                <a:latin typeface="Meiryo UI"/>
                <a:ea typeface="Meiryo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APPENDIX A</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参考：ワーク① 仕分けの一例</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28</a:t>
            </a:r>
          </a:p>
        </p:txBody>
      </p:sp>
      <p:sp>
        <p:nvSpPr>
          <p:cNvPr id="6" name="TextBox 5"/>
          <p:cNvSpPr txBox="1"/>
          <p:nvPr/>
        </p:nvSpPr>
        <p:spPr>
          <a:xfrm>
            <a:off x="548640" y="1481328"/>
            <a:ext cx="11109960" cy="310896"/>
          </a:xfrm>
          <a:prstGeom prst="rect">
            <a:avLst/>
          </a:prstGeom>
          <a:noFill/>
        </p:spPr>
        <p:txBody>
          <a:bodyPr wrap="square" lIns="0" rIns="0" tIns="0" bIns="0" anchor="t">
            <a:spAutoFit/>
          </a:bodyPr>
          <a:lstStyle/>
          <a:p>
            <a:pPr algn="ctr"/>
            <a:r>
              <a:rPr sz="1250" b="0" i="0">
                <a:solidFill>
                  <a:srgbClr val="595959"/>
                </a:solidFill>
                <a:latin typeface="Meiryo UI"/>
                <a:ea typeface="Meiryo UI"/>
              </a:rPr>
              <a:t>唯一の正解ではありません。なぜそう置いたかを説明できることが目的です。⑥⑧は割れやすい項目です。</a:t>
            </a:r>
          </a:p>
        </p:txBody>
      </p:sp>
      <p:sp>
        <p:nvSpPr>
          <p:cNvPr id="7" name="Rounded Rectangle 6"/>
          <p:cNvSpPr/>
          <p:nvPr/>
        </p:nvSpPr>
        <p:spPr>
          <a:xfrm>
            <a:off x="548640" y="1874519"/>
            <a:ext cx="3566160" cy="50292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Fact（事実）　4件</a:t>
            </a:r>
          </a:p>
        </p:txBody>
      </p:sp>
      <p:sp>
        <p:nvSpPr>
          <p:cNvPr id="8" name="Rounded Rectangle 7"/>
          <p:cNvSpPr/>
          <p:nvPr/>
        </p:nvSpPr>
        <p:spPr>
          <a:xfrm>
            <a:off x="548640" y="2450592"/>
            <a:ext cx="3566160" cy="21488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150" b="0" i="0">
                <a:solidFill>
                  <a:srgbClr val="262626"/>
                </a:solidFill>
                <a:latin typeface="Meiryo UI"/>
                <a:ea typeface="Meiryo UI"/>
              </a:rPr>
              <a:t>① 腎生検数が、1年で36→90件に増えた</a:t>
            </a:r>
          </a:p>
          <a:p>
            <a:pPr algn="l">
              <a:lnSpc>
                <a:spcPct val="125000"/>
              </a:lnSpc>
              <a:spcAft>
                <a:spcPts val="900"/>
              </a:spcAft>
            </a:pPr>
            <a:r>
              <a:rPr sz="1150" b="0" i="0">
                <a:solidFill>
                  <a:srgbClr val="262626"/>
                </a:solidFill>
                <a:latin typeface="Meiryo UI"/>
                <a:ea typeface="Meiryo UI"/>
              </a:rPr>
              <a:t>② その後も96件、99件で推移している</a:t>
            </a:r>
          </a:p>
          <a:p>
            <a:pPr algn="l">
              <a:lnSpc>
                <a:spcPct val="125000"/>
              </a:lnSpc>
              <a:spcAft>
                <a:spcPts val="900"/>
              </a:spcAft>
            </a:pPr>
            <a:r>
              <a:rPr sz="1150" b="0" i="0">
                <a:solidFill>
                  <a:srgbClr val="262626"/>
                </a:solidFill>
                <a:latin typeface="Meiryo UI"/>
                <a:ea typeface="Meiryo UI"/>
              </a:rPr>
              <a:t>③ 血液浄化センター・臨床研究・学会発表のページ</a:t>
            </a:r>
          </a:p>
          <a:p>
            <a:pPr algn="l">
              <a:lnSpc>
                <a:spcPct val="125000"/>
              </a:lnSpc>
              <a:spcAft>
                <a:spcPts val="900"/>
              </a:spcAft>
            </a:pPr>
            <a:r>
              <a:rPr sz="1150" b="0" i="0">
                <a:solidFill>
                  <a:srgbClr val="262626"/>
                </a:solidFill>
                <a:latin typeface="Meiryo UI"/>
                <a:ea typeface="Meiryo UI"/>
              </a:rPr>
              <a:t>④ 部長は前任地で、立ち上げを経験している</a:t>
            </a:r>
          </a:p>
        </p:txBody>
      </p:sp>
      <p:sp>
        <p:nvSpPr>
          <p:cNvPr id="9" name="Rounded Rectangle 8"/>
          <p:cNvSpPr/>
          <p:nvPr/>
        </p:nvSpPr>
        <p:spPr>
          <a:xfrm>
            <a:off x="548640" y="4690872"/>
            <a:ext cx="3566160" cy="566928"/>
          </a:xfrm>
          <a:prstGeom prst="roundRect">
            <a:avLst>
              <a:gd name="adj" fmla="val 10000"/>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l">
              <a:lnSpc>
                <a:spcPct val="125000"/>
              </a:lnSpc>
            </a:pPr>
            <a:r>
              <a:rPr sz="1200" b="1" i="0">
                <a:solidFill>
                  <a:srgbClr val="0B4F37"/>
                </a:solidFill>
                <a:latin typeface="Meiryo UI"/>
                <a:ea typeface="Meiryo UI"/>
              </a:rPr>
              <a:t>→ 仮説の材料。単独では打ち手にならない</a:t>
            </a:r>
          </a:p>
        </p:txBody>
      </p:sp>
      <p:sp>
        <p:nvSpPr>
          <p:cNvPr id="10" name="Rounded Rectangle 9"/>
          <p:cNvSpPr/>
          <p:nvPr/>
        </p:nvSpPr>
        <p:spPr>
          <a:xfrm>
            <a:off x="4288536" y="1874519"/>
            <a:ext cx="3566160" cy="502920"/>
          </a:xfrm>
          <a:prstGeom prst="roundRect">
            <a:avLst>
              <a:gd name="adj" fmla="val 10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Wants（手段）　2件</a:t>
            </a:r>
          </a:p>
        </p:txBody>
      </p:sp>
      <p:sp>
        <p:nvSpPr>
          <p:cNvPr id="11" name="Rounded Rectangle 10"/>
          <p:cNvSpPr/>
          <p:nvPr/>
        </p:nvSpPr>
        <p:spPr>
          <a:xfrm>
            <a:off x="4288536" y="2450592"/>
            <a:ext cx="3566160" cy="21488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150" b="0" i="0">
                <a:solidFill>
                  <a:srgbClr val="262626"/>
                </a:solidFill>
                <a:latin typeface="Meiryo UI"/>
                <a:ea typeface="Meiryo UI"/>
              </a:rPr>
              <a:t>⑤ いつでもご紹介ください</a:t>
            </a:r>
          </a:p>
          <a:p>
            <a:pPr algn="l">
              <a:lnSpc>
                <a:spcPct val="125000"/>
              </a:lnSpc>
              <a:spcAft>
                <a:spcPts val="900"/>
              </a:spcAft>
            </a:pPr>
            <a:r>
              <a:rPr sz="1150" b="0" i="0">
                <a:solidFill>
                  <a:srgbClr val="262626"/>
                </a:solidFill>
                <a:latin typeface="Meiryo UI"/>
                <a:ea typeface="Meiryo UI"/>
              </a:rPr>
              <a:t>⑥ まず透析の話をせず、透析にならない方法を一緒に考えたい</a:t>
            </a:r>
          </a:p>
        </p:txBody>
      </p:sp>
      <p:sp>
        <p:nvSpPr>
          <p:cNvPr id="12" name="Rounded Rectangle 11"/>
          <p:cNvSpPr/>
          <p:nvPr/>
        </p:nvSpPr>
        <p:spPr>
          <a:xfrm>
            <a:off x="4288536" y="4690872"/>
            <a:ext cx="3566160" cy="566928"/>
          </a:xfrm>
          <a:prstGeom prst="roundRect">
            <a:avLst>
              <a:gd name="adj" fmla="val 10000"/>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l">
              <a:lnSpc>
                <a:spcPct val="125000"/>
              </a:lnSpc>
            </a:pPr>
            <a:r>
              <a:rPr sz="1200" b="1" i="0">
                <a:solidFill>
                  <a:srgbClr val="0B4F37"/>
                </a:solidFill>
                <a:latin typeface="Meiryo UI"/>
                <a:ea typeface="Meiryo UI"/>
              </a:rPr>
              <a:t>→ 「なぜ？」を重ねてNeedsへ降りる</a:t>
            </a:r>
          </a:p>
        </p:txBody>
      </p:sp>
      <p:sp>
        <p:nvSpPr>
          <p:cNvPr id="13" name="Rounded Rectangle 12"/>
          <p:cNvSpPr/>
          <p:nvPr/>
        </p:nvSpPr>
        <p:spPr>
          <a:xfrm>
            <a:off x="8028431" y="1874519"/>
            <a:ext cx="3566160" cy="502920"/>
          </a:xfrm>
          <a:prstGeom prst="roundRect">
            <a:avLst>
              <a:gd name="adj" fmla="val 1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Needs（状態）　3件</a:t>
            </a:r>
          </a:p>
        </p:txBody>
      </p:sp>
      <p:sp>
        <p:nvSpPr>
          <p:cNvPr id="14" name="Rounded Rectangle 13"/>
          <p:cNvSpPr/>
          <p:nvPr/>
        </p:nvSpPr>
        <p:spPr>
          <a:xfrm>
            <a:off x="8028431" y="2450592"/>
            <a:ext cx="3566160" cy="214884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8813" bIns="108813" lIns="155448" rIns="155448"/>
          <a:lstStyle/>
          <a:p>
            <a:pPr algn="l">
              <a:lnSpc>
                <a:spcPct val="125000"/>
              </a:lnSpc>
              <a:spcAft>
                <a:spcPts val="900"/>
              </a:spcAft>
            </a:pPr>
            <a:r>
              <a:rPr sz="1150" b="0" i="0">
                <a:solidFill>
                  <a:srgbClr val="262626"/>
                </a:solidFill>
                <a:latin typeface="Meiryo UI"/>
                <a:ea typeface="Meiryo UI"/>
              </a:rPr>
              <a:t>⑦ 透析患者さんを一人でも減らしたい</a:t>
            </a:r>
          </a:p>
          <a:p>
            <a:pPr algn="l">
              <a:lnSpc>
                <a:spcPct val="125000"/>
              </a:lnSpc>
              <a:spcAft>
                <a:spcPts val="900"/>
              </a:spcAft>
            </a:pPr>
            <a:r>
              <a:rPr sz="1150" b="0" i="0">
                <a:solidFill>
                  <a:srgbClr val="262626"/>
                </a:solidFill>
                <a:latin typeface="Meiryo UI"/>
                <a:ea typeface="Meiryo UI"/>
              </a:rPr>
              <a:t>⑧ どんな腎疾患の患者様にも、ベストな医療を</a:t>
            </a:r>
          </a:p>
          <a:p>
            <a:pPr algn="l">
              <a:lnSpc>
                <a:spcPct val="125000"/>
              </a:lnSpc>
              <a:spcAft>
                <a:spcPts val="900"/>
              </a:spcAft>
            </a:pPr>
            <a:r>
              <a:rPr sz="1150" b="0" i="0">
                <a:solidFill>
                  <a:srgbClr val="262626"/>
                </a:solidFill>
                <a:latin typeface="Meiryo UI"/>
                <a:ea typeface="Meiryo UI"/>
              </a:rPr>
              <a:t>⑨ 安心して任せられる医師・医療を目指したい</a:t>
            </a:r>
          </a:p>
        </p:txBody>
      </p:sp>
      <p:sp>
        <p:nvSpPr>
          <p:cNvPr id="15" name="Rounded Rectangle 14"/>
          <p:cNvSpPr/>
          <p:nvPr/>
        </p:nvSpPr>
        <p:spPr>
          <a:xfrm>
            <a:off x="8028431" y="4690872"/>
            <a:ext cx="3566160" cy="566928"/>
          </a:xfrm>
          <a:prstGeom prst="roundRect">
            <a:avLst>
              <a:gd name="adj" fmla="val 10000"/>
            </a:avLst>
          </a:prstGeom>
          <a:solidFill>
            <a:srgbClr val="F4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89611" bIns="89611" lIns="128016" rIns="128016"/>
          <a:lstStyle/>
          <a:p>
            <a:pPr algn="l">
              <a:lnSpc>
                <a:spcPct val="125000"/>
              </a:lnSpc>
            </a:pPr>
            <a:r>
              <a:rPr sz="1200" b="1" i="0">
                <a:solidFill>
                  <a:srgbClr val="0B4F37"/>
                </a:solidFill>
                <a:latin typeface="Meiryo UI"/>
                <a:ea typeface="Meiryo UI"/>
              </a:rPr>
              <a:t>→ 成功像になる。手段はここから選ぶ</a:t>
            </a:r>
          </a:p>
        </p:txBody>
      </p:sp>
      <p:sp>
        <p:nvSpPr>
          <p:cNvPr id="16" name="Rounded Rectangle 15"/>
          <p:cNvSpPr/>
          <p:nvPr/>
        </p:nvSpPr>
        <p:spPr>
          <a:xfrm>
            <a:off x="548640" y="5394960"/>
            <a:ext cx="11109960" cy="822960"/>
          </a:xfrm>
          <a:prstGeom prst="roundRect">
            <a:avLst>
              <a:gd name="adj" fmla="val 10000"/>
            </a:avLst>
          </a:prstGeom>
          <a:solidFill>
            <a:srgbClr val="0B4F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15214" bIns="115214" lIns="164592" rIns="164592"/>
          <a:lstStyle/>
          <a:p>
            <a:pPr algn="ctr">
              <a:lnSpc>
                <a:spcPct val="125000"/>
              </a:lnSpc>
            </a:pPr>
            <a:r>
              <a:rPr sz="1500" b="1" i="0">
                <a:solidFill>
                  <a:srgbClr val="FFC000"/>
                </a:solidFill>
                <a:latin typeface="Meiryo UI"/>
                <a:ea typeface="Meiryo UI"/>
              </a:rPr>
              <a:t>公開情報から取れたWantsは、わずか2件。Wantsは、面談でしか増えません。</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APPENDIX B</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参考：考えられるFact（事実）</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29</a:t>
            </a:r>
          </a:p>
        </p:txBody>
      </p:sp>
      <p:sp>
        <p:nvSpPr>
          <p:cNvPr id="6" name="TextBox 5"/>
          <p:cNvSpPr txBox="1"/>
          <p:nvPr/>
        </p:nvSpPr>
        <p:spPr>
          <a:xfrm>
            <a:off x="548640" y="1426464"/>
            <a:ext cx="11109960" cy="274320"/>
          </a:xfrm>
          <a:prstGeom prst="rect">
            <a:avLst/>
          </a:prstGeom>
          <a:noFill/>
        </p:spPr>
        <p:txBody>
          <a:bodyPr wrap="square" lIns="0" rIns="0" tIns="0" bIns="0" anchor="t">
            <a:spAutoFit/>
          </a:bodyPr>
          <a:lstStyle/>
          <a:p>
            <a:pPr algn="ctr"/>
            <a:r>
              <a:rPr sz="1200" b="0" i="0">
                <a:solidFill>
                  <a:srgbClr val="595959"/>
                </a:solidFill>
                <a:latin typeface="Meiryo UI"/>
                <a:ea typeface="Meiryo UI"/>
              </a:rPr>
              <a:t>評価や推測を混ぜず、確認できた事実として書く。大学・基幹病院で取得し得るFactの例です。</a:t>
            </a:r>
          </a:p>
        </p:txBody>
      </p:sp>
      <p:sp>
        <p:nvSpPr>
          <p:cNvPr id="7" name="Rounded Rectangle 6"/>
          <p:cNvSpPr/>
          <p:nvPr/>
        </p:nvSpPr>
        <p:spPr>
          <a:xfrm>
            <a:off x="548640" y="1783080"/>
            <a:ext cx="3566160" cy="41148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施設・診療体制</a:t>
            </a:r>
          </a:p>
        </p:txBody>
      </p:sp>
      <p:sp>
        <p:nvSpPr>
          <p:cNvPr id="8" name="Rounded Rectangle 7"/>
          <p:cNvSpPr/>
          <p:nvPr/>
        </p:nvSpPr>
        <p:spPr>
          <a:xfrm>
            <a:off x="548640" y="2240280"/>
            <a:ext cx="3566160" cy="1719072"/>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18000"/>
              </a:lnSpc>
              <a:spcAft>
                <a:spcPts val="600"/>
              </a:spcAft>
            </a:pPr>
            <a:r>
              <a:rPr sz="1050" b="0" i="0">
                <a:solidFill>
                  <a:srgbClr val="262626"/>
                </a:solidFill>
                <a:latin typeface="Meiryo UI"/>
                <a:ea typeface="Meiryo UI"/>
              </a:rPr>
              <a:t>・腎生検件数が3年前より減少している</a:t>
            </a:r>
          </a:p>
          <a:p>
            <a:pPr algn="l">
              <a:lnSpc>
                <a:spcPct val="118000"/>
              </a:lnSpc>
              <a:spcAft>
                <a:spcPts val="600"/>
              </a:spcAft>
            </a:pPr>
            <a:r>
              <a:rPr sz="1050" b="0" i="0">
                <a:solidFill>
                  <a:srgbClr val="262626"/>
                </a:solidFill>
                <a:latin typeface="Meiryo UI"/>
                <a:ea typeface="Meiryo UI"/>
              </a:rPr>
              <a:t>・腎病理を専門とする医師が院内にいない</a:t>
            </a:r>
          </a:p>
          <a:p>
            <a:pPr algn="l">
              <a:lnSpc>
                <a:spcPct val="118000"/>
              </a:lnSpc>
              <a:spcAft>
                <a:spcPts val="600"/>
              </a:spcAft>
            </a:pPr>
            <a:r>
              <a:rPr sz="1050" b="0" i="0">
                <a:solidFill>
                  <a:srgbClr val="262626"/>
                </a:solidFill>
                <a:latin typeface="Meiryo UI"/>
                <a:ea typeface="Meiryo UI"/>
              </a:rPr>
              <a:t>・腎生検結果の確認まで平均3週間かかる</a:t>
            </a:r>
          </a:p>
          <a:p>
            <a:pPr algn="l">
              <a:lnSpc>
                <a:spcPct val="118000"/>
              </a:lnSpc>
              <a:spcAft>
                <a:spcPts val="600"/>
              </a:spcAft>
            </a:pPr>
            <a:r>
              <a:rPr sz="1050" b="0" i="0">
                <a:solidFill>
                  <a:srgbClr val="262626"/>
                </a:solidFill>
                <a:latin typeface="Meiryo UI"/>
                <a:ea typeface="Meiryo UI"/>
              </a:rPr>
              <a:t>・専門外来が週1回のみである</a:t>
            </a:r>
          </a:p>
          <a:p>
            <a:pPr algn="l">
              <a:lnSpc>
                <a:spcPct val="118000"/>
              </a:lnSpc>
              <a:spcAft>
                <a:spcPts val="600"/>
              </a:spcAft>
            </a:pPr>
            <a:r>
              <a:rPr sz="1050" b="0" i="0">
                <a:solidFill>
                  <a:srgbClr val="262626"/>
                </a:solidFill>
                <a:latin typeface="Meiryo UI"/>
                <a:ea typeface="Meiryo UI"/>
              </a:rPr>
              <a:t>・他院からの症例相談は医局長が一括対応</a:t>
            </a:r>
          </a:p>
        </p:txBody>
      </p:sp>
      <p:sp>
        <p:nvSpPr>
          <p:cNvPr id="9" name="Rounded Rectangle 8"/>
          <p:cNvSpPr/>
          <p:nvPr/>
        </p:nvSpPr>
        <p:spPr>
          <a:xfrm>
            <a:off x="4288536" y="1783080"/>
            <a:ext cx="3566160" cy="41148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患者・診療実態</a:t>
            </a:r>
          </a:p>
        </p:txBody>
      </p:sp>
      <p:sp>
        <p:nvSpPr>
          <p:cNvPr id="10" name="Rounded Rectangle 9"/>
          <p:cNvSpPr/>
          <p:nvPr/>
        </p:nvSpPr>
        <p:spPr>
          <a:xfrm>
            <a:off x="4288536" y="2240280"/>
            <a:ext cx="3566160" cy="1719072"/>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18000"/>
              </a:lnSpc>
              <a:spcAft>
                <a:spcPts val="600"/>
              </a:spcAft>
            </a:pPr>
            <a:r>
              <a:rPr sz="1050" b="0" i="0">
                <a:solidFill>
                  <a:srgbClr val="262626"/>
                </a:solidFill>
                <a:latin typeface="Meiryo UI"/>
                <a:ea typeface="Meiryo UI"/>
              </a:rPr>
              <a:t>・腎機能が高度に低下してから紹介される</a:t>
            </a:r>
          </a:p>
          <a:p>
            <a:pPr algn="l">
              <a:lnSpc>
                <a:spcPct val="118000"/>
              </a:lnSpc>
              <a:spcAft>
                <a:spcPts val="600"/>
              </a:spcAft>
            </a:pPr>
            <a:r>
              <a:rPr sz="1050" b="0" i="0">
                <a:solidFill>
                  <a:srgbClr val="262626"/>
                </a:solidFill>
                <a:latin typeface="Meiryo UI"/>
                <a:ea typeface="Meiryo UI"/>
              </a:rPr>
              <a:t>・大学と関連病院で治療方針が異なる</a:t>
            </a:r>
          </a:p>
          <a:p>
            <a:pPr algn="l">
              <a:lnSpc>
                <a:spcPct val="118000"/>
              </a:lnSpc>
              <a:spcAft>
                <a:spcPts val="600"/>
              </a:spcAft>
            </a:pPr>
            <a:r>
              <a:rPr sz="1050" b="0" i="0">
                <a:solidFill>
                  <a:srgbClr val="262626"/>
                </a:solidFill>
                <a:latin typeface="Meiryo UI"/>
                <a:ea typeface="Meiryo UI"/>
              </a:rPr>
              <a:t>・治療導入の判断が特定の医師に集中</a:t>
            </a:r>
          </a:p>
          <a:p>
            <a:pPr algn="l">
              <a:lnSpc>
                <a:spcPct val="118000"/>
              </a:lnSpc>
              <a:spcAft>
                <a:spcPts val="600"/>
              </a:spcAft>
            </a:pPr>
            <a:r>
              <a:rPr sz="1050" b="0" i="0">
                <a:solidFill>
                  <a:srgbClr val="262626"/>
                </a:solidFill>
                <a:latin typeface="Meiryo UI"/>
                <a:ea typeface="Meiryo UI"/>
              </a:rPr>
              <a:t>・若手医師によって検査・治療の進め方に差</a:t>
            </a:r>
          </a:p>
          <a:p>
            <a:pPr algn="l">
              <a:lnSpc>
                <a:spcPct val="118000"/>
              </a:lnSpc>
              <a:spcAft>
                <a:spcPts val="600"/>
              </a:spcAft>
            </a:pPr>
            <a:r>
              <a:rPr sz="1050" b="0" i="0">
                <a:solidFill>
                  <a:srgbClr val="262626"/>
                </a:solidFill>
                <a:latin typeface="Meiryo UI"/>
                <a:ea typeface="Meiryo UI"/>
              </a:rPr>
              <a:t>・紹介後のフィードバックが紹介元へ返らない</a:t>
            </a:r>
          </a:p>
        </p:txBody>
      </p:sp>
      <p:sp>
        <p:nvSpPr>
          <p:cNvPr id="11" name="Rounded Rectangle 10"/>
          <p:cNvSpPr/>
          <p:nvPr/>
        </p:nvSpPr>
        <p:spPr>
          <a:xfrm>
            <a:off x="8028431" y="1783080"/>
            <a:ext cx="3566160" cy="41148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人事・組織</a:t>
            </a:r>
          </a:p>
        </p:txBody>
      </p:sp>
      <p:sp>
        <p:nvSpPr>
          <p:cNvPr id="12" name="Rounded Rectangle 11"/>
          <p:cNvSpPr/>
          <p:nvPr/>
        </p:nvSpPr>
        <p:spPr>
          <a:xfrm>
            <a:off x="8028431" y="2240280"/>
            <a:ext cx="3566160" cy="1719072"/>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18000"/>
              </a:lnSpc>
              <a:spcAft>
                <a:spcPts val="600"/>
              </a:spcAft>
            </a:pPr>
            <a:r>
              <a:rPr sz="1050" b="0" i="0">
                <a:solidFill>
                  <a:srgbClr val="262626"/>
                </a:solidFill>
                <a:latin typeface="Meiryo UI"/>
                <a:ea typeface="Meiryo UI"/>
              </a:rPr>
              <a:t>・来年度に教授交代が予定されている</a:t>
            </a:r>
          </a:p>
          <a:p>
            <a:pPr algn="l">
              <a:lnSpc>
                <a:spcPct val="118000"/>
              </a:lnSpc>
              <a:spcAft>
                <a:spcPts val="600"/>
              </a:spcAft>
            </a:pPr>
            <a:r>
              <a:rPr sz="1050" b="0" i="0">
                <a:solidFill>
                  <a:srgbClr val="262626"/>
                </a:solidFill>
                <a:latin typeface="Meiryo UI"/>
                <a:ea typeface="Meiryo UI"/>
              </a:rPr>
              <a:t>・医局長が関連病院人事の調整を担当</a:t>
            </a:r>
          </a:p>
          <a:p>
            <a:pPr algn="l">
              <a:lnSpc>
                <a:spcPct val="118000"/>
              </a:lnSpc>
              <a:spcAft>
                <a:spcPts val="600"/>
              </a:spcAft>
            </a:pPr>
            <a:r>
              <a:rPr sz="1050" b="0" i="0">
                <a:solidFill>
                  <a:srgbClr val="262626"/>
                </a:solidFill>
                <a:latin typeface="Meiryo UI"/>
                <a:ea typeface="Meiryo UI"/>
              </a:rPr>
              <a:t>・複数の基幹病院部長が同じ医局の出身</a:t>
            </a:r>
          </a:p>
          <a:p>
            <a:pPr algn="l">
              <a:lnSpc>
                <a:spcPct val="118000"/>
              </a:lnSpc>
              <a:spcAft>
                <a:spcPts val="600"/>
              </a:spcAft>
            </a:pPr>
            <a:r>
              <a:rPr sz="1050" b="0" i="0">
                <a:solidFill>
                  <a:srgbClr val="262626"/>
                </a:solidFill>
                <a:latin typeface="Meiryo UI"/>
                <a:ea typeface="Meiryo UI"/>
              </a:rPr>
              <a:t>・若手医師が減少している</a:t>
            </a:r>
          </a:p>
          <a:p>
            <a:pPr algn="l">
              <a:lnSpc>
                <a:spcPct val="118000"/>
              </a:lnSpc>
              <a:spcAft>
                <a:spcPts val="600"/>
              </a:spcAft>
            </a:pPr>
            <a:r>
              <a:rPr sz="1050" b="0" i="0">
                <a:solidFill>
                  <a:srgbClr val="262626"/>
                </a:solidFill>
                <a:latin typeface="Meiryo UI"/>
                <a:ea typeface="Meiryo UI"/>
              </a:rPr>
              <a:t>・新たな寄附講座が設置された</a:t>
            </a:r>
          </a:p>
        </p:txBody>
      </p:sp>
      <p:sp>
        <p:nvSpPr>
          <p:cNvPr id="13" name="Rounded Rectangle 12"/>
          <p:cNvSpPr/>
          <p:nvPr/>
        </p:nvSpPr>
        <p:spPr>
          <a:xfrm>
            <a:off x="548640" y="4023360"/>
            <a:ext cx="3566160" cy="41148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教育・研究・学術</a:t>
            </a:r>
          </a:p>
        </p:txBody>
      </p:sp>
      <p:sp>
        <p:nvSpPr>
          <p:cNvPr id="14" name="Rounded Rectangle 13"/>
          <p:cNvSpPr/>
          <p:nvPr/>
        </p:nvSpPr>
        <p:spPr>
          <a:xfrm>
            <a:off x="548640" y="4480560"/>
            <a:ext cx="3566160" cy="1719072"/>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18000"/>
              </a:lnSpc>
              <a:spcAft>
                <a:spcPts val="600"/>
              </a:spcAft>
            </a:pPr>
            <a:r>
              <a:rPr sz="1050" b="0" i="0">
                <a:solidFill>
                  <a:srgbClr val="262626"/>
                </a:solidFill>
                <a:latin typeface="Meiryo UI"/>
                <a:ea typeface="Meiryo UI"/>
              </a:rPr>
              <a:t>・教授が次年度の学会長を務める</a:t>
            </a:r>
          </a:p>
          <a:p>
            <a:pPr algn="l">
              <a:lnSpc>
                <a:spcPct val="118000"/>
              </a:lnSpc>
              <a:spcAft>
                <a:spcPts val="600"/>
              </a:spcAft>
            </a:pPr>
            <a:r>
              <a:rPr sz="1050" b="0" i="0">
                <a:solidFill>
                  <a:srgbClr val="262626"/>
                </a:solidFill>
                <a:latin typeface="Meiryo UI"/>
                <a:ea typeface="Meiryo UI"/>
              </a:rPr>
              <a:t>・医局が特定疾患の研究班へ参加している</a:t>
            </a:r>
          </a:p>
          <a:p>
            <a:pPr algn="l">
              <a:lnSpc>
                <a:spcPct val="118000"/>
              </a:lnSpc>
              <a:spcAft>
                <a:spcPts val="600"/>
              </a:spcAft>
            </a:pPr>
            <a:r>
              <a:rPr sz="1050" b="0" i="0">
                <a:solidFill>
                  <a:srgbClr val="262626"/>
                </a:solidFill>
                <a:latin typeface="Meiryo UI"/>
                <a:ea typeface="Meiryo UI"/>
              </a:rPr>
              <a:t>・若手向け勉強会が定期開催されていない</a:t>
            </a:r>
          </a:p>
          <a:p>
            <a:pPr algn="l">
              <a:lnSpc>
                <a:spcPct val="118000"/>
              </a:lnSpc>
              <a:spcAft>
                <a:spcPts val="600"/>
              </a:spcAft>
            </a:pPr>
            <a:r>
              <a:rPr sz="1050" b="0" i="0">
                <a:solidFill>
                  <a:srgbClr val="262626"/>
                </a:solidFill>
                <a:latin typeface="Meiryo UI"/>
                <a:ea typeface="Meiryo UI"/>
              </a:rPr>
              <a:t>・研究会の演者が毎回同じ医師に偏る</a:t>
            </a:r>
          </a:p>
          <a:p>
            <a:pPr algn="l">
              <a:lnSpc>
                <a:spcPct val="118000"/>
              </a:lnSpc>
              <a:spcAft>
                <a:spcPts val="600"/>
              </a:spcAft>
            </a:pPr>
            <a:r>
              <a:rPr sz="1050" b="0" i="0">
                <a:solidFill>
                  <a:srgbClr val="262626"/>
                </a:solidFill>
                <a:latin typeface="Meiryo UI"/>
                <a:ea typeface="Meiryo UI"/>
              </a:rPr>
              <a:t>・複数大学による共同研究実績がある</a:t>
            </a:r>
          </a:p>
        </p:txBody>
      </p:sp>
      <p:sp>
        <p:nvSpPr>
          <p:cNvPr id="15" name="Rounded Rectangle 14"/>
          <p:cNvSpPr/>
          <p:nvPr/>
        </p:nvSpPr>
        <p:spPr>
          <a:xfrm>
            <a:off x="4288536" y="4023360"/>
            <a:ext cx="3566160" cy="41148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関係性</a:t>
            </a:r>
          </a:p>
        </p:txBody>
      </p:sp>
      <p:sp>
        <p:nvSpPr>
          <p:cNvPr id="16" name="Rounded Rectangle 15"/>
          <p:cNvSpPr/>
          <p:nvPr/>
        </p:nvSpPr>
        <p:spPr>
          <a:xfrm>
            <a:off x="4288536" y="4480560"/>
            <a:ext cx="3566160" cy="1719072"/>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18000"/>
              </a:lnSpc>
              <a:spcAft>
                <a:spcPts val="600"/>
              </a:spcAft>
            </a:pPr>
            <a:r>
              <a:rPr sz="1050" b="0" i="0">
                <a:solidFill>
                  <a:srgbClr val="262626"/>
                </a:solidFill>
                <a:latin typeface="Meiryo UI"/>
                <a:ea typeface="Meiryo UI"/>
              </a:rPr>
              <a:t>・基幹病院部長が大学教授へ定期的に症例相談</a:t>
            </a:r>
          </a:p>
          <a:p>
            <a:pPr algn="l">
              <a:lnSpc>
                <a:spcPct val="118000"/>
              </a:lnSpc>
              <a:spcAft>
                <a:spcPts val="600"/>
              </a:spcAft>
            </a:pPr>
            <a:r>
              <a:rPr sz="1050" b="0" i="0">
                <a:solidFill>
                  <a:srgbClr val="262626"/>
                </a:solidFill>
                <a:latin typeface="Meiryo UI"/>
                <a:ea typeface="Meiryo UI"/>
              </a:rPr>
              <a:t>・若手の相談相手は教授ではなく講師</a:t>
            </a:r>
          </a:p>
          <a:p>
            <a:pPr algn="l">
              <a:lnSpc>
                <a:spcPct val="118000"/>
              </a:lnSpc>
              <a:spcAft>
                <a:spcPts val="600"/>
              </a:spcAft>
            </a:pPr>
            <a:r>
              <a:rPr sz="1050" b="0" i="0">
                <a:solidFill>
                  <a:srgbClr val="262626"/>
                </a:solidFill>
                <a:latin typeface="Meiryo UI"/>
                <a:ea typeface="Meiryo UI"/>
              </a:rPr>
              <a:t>・近隣大学間に共同研究・同年卒のつながり</a:t>
            </a:r>
          </a:p>
          <a:p>
            <a:pPr algn="l">
              <a:lnSpc>
                <a:spcPct val="118000"/>
              </a:lnSpc>
              <a:spcAft>
                <a:spcPts val="600"/>
              </a:spcAft>
            </a:pPr>
            <a:r>
              <a:rPr sz="1050" b="0" i="0">
                <a:solidFill>
                  <a:srgbClr val="262626"/>
                </a:solidFill>
                <a:latin typeface="Meiryo UI"/>
                <a:ea typeface="Meiryo UI"/>
              </a:rPr>
              <a:t>・過去の人事を背景に施設間の関係が良好でない</a:t>
            </a:r>
          </a:p>
          <a:p>
            <a:pPr algn="l">
              <a:lnSpc>
                <a:spcPct val="118000"/>
              </a:lnSpc>
              <a:spcAft>
                <a:spcPts val="600"/>
              </a:spcAft>
            </a:pPr>
            <a:r>
              <a:rPr sz="1050" b="0" i="0">
                <a:solidFill>
                  <a:srgbClr val="262626"/>
                </a:solidFill>
                <a:latin typeface="Meiryo UI"/>
                <a:ea typeface="Meiryo UI"/>
              </a:rPr>
              <a:t>・研究会の実務を医局長ではなく若手が担う</a:t>
            </a:r>
          </a:p>
        </p:txBody>
      </p:sp>
      <p:sp>
        <p:nvSpPr>
          <p:cNvPr id="17" name="Rounded Rectangle 16"/>
          <p:cNvSpPr/>
          <p:nvPr/>
        </p:nvSpPr>
        <p:spPr>
          <a:xfrm>
            <a:off x="8028431" y="4023360"/>
            <a:ext cx="3566160" cy="41148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300" b="1" i="0">
                <a:solidFill>
                  <a:srgbClr val="FFFFFF"/>
                </a:solidFill>
                <a:latin typeface="Meiryo UI"/>
                <a:ea typeface="Meiryo UI"/>
              </a:rPr>
              <a:t>地域・外部環境</a:t>
            </a:r>
          </a:p>
        </p:txBody>
      </p:sp>
      <p:sp>
        <p:nvSpPr>
          <p:cNvPr id="18" name="Rounded Rectangle 17"/>
          <p:cNvSpPr/>
          <p:nvPr/>
        </p:nvSpPr>
        <p:spPr>
          <a:xfrm>
            <a:off x="8028431" y="4480560"/>
            <a:ext cx="3566160" cy="1719072"/>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83210" bIns="83210" lIns="118872" rIns="118872"/>
          <a:lstStyle/>
          <a:p>
            <a:pPr algn="l">
              <a:lnSpc>
                <a:spcPct val="118000"/>
              </a:lnSpc>
              <a:spcAft>
                <a:spcPts val="600"/>
              </a:spcAft>
            </a:pPr>
            <a:r>
              <a:rPr sz="1050" b="0" i="0">
                <a:solidFill>
                  <a:srgbClr val="262626"/>
                </a:solidFill>
                <a:latin typeface="Meiryo UI"/>
                <a:ea typeface="Meiryo UI"/>
              </a:rPr>
              <a:t>・地域の腎臓専門医数が減少している</a:t>
            </a:r>
          </a:p>
          <a:p>
            <a:pPr algn="l">
              <a:lnSpc>
                <a:spcPct val="118000"/>
              </a:lnSpc>
              <a:spcAft>
                <a:spcPts val="600"/>
              </a:spcAft>
            </a:pPr>
            <a:r>
              <a:rPr sz="1050" b="0" i="0">
                <a:solidFill>
                  <a:srgbClr val="262626"/>
                </a:solidFill>
                <a:latin typeface="Meiryo UI"/>
                <a:ea typeface="Meiryo UI"/>
              </a:rPr>
              <a:t>・専門医療機関への患者流出が増えている</a:t>
            </a:r>
          </a:p>
          <a:p>
            <a:pPr algn="l">
              <a:lnSpc>
                <a:spcPct val="118000"/>
              </a:lnSpc>
              <a:spcAft>
                <a:spcPts val="600"/>
              </a:spcAft>
            </a:pPr>
            <a:r>
              <a:rPr sz="1050" b="0" i="0">
                <a:solidFill>
                  <a:srgbClr val="262626"/>
                </a:solidFill>
                <a:latin typeface="Meiryo UI"/>
                <a:ea typeface="Meiryo UI"/>
              </a:rPr>
              <a:t>・地域連携パスが十分に活用されていない</a:t>
            </a:r>
          </a:p>
          <a:p>
            <a:pPr algn="l">
              <a:lnSpc>
                <a:spcPct val="118000"/>
              </a:lnSpc>
              <a:spcAft>
                <a:spcPts val="600"/>
              </a:spcAft>
            </a:pPr>
            <a:r>
              <a:rPr sz="1050" b="0" i="0">
                <a:solidFill>
                  <a:srgbClr val="262626"/>
                </a:solidFill>
                <a:latin typeface="Meiryo UI"/>
                <a:ea typeface="Meiryo UI"/>
              </a:rPr>
              <a:t>・行政がCKD連携事業を開始している</a:t>
            </a:r>
          </a:p>
          <a:p>
            <a:pPr algn="l">
              <a:lnSpc>
                <a:spcPct val="118000"/>
              </a:lnSpc>
              <a:spcAft>
                <a:spcPts val="600"/>
              </a:spcAft>
            </a:pPr>
            <a:r>
              <a:rPr sz="1050" b="0" i="0">
                <a:solidFill>
                  <a:srgbClr val="262626"/>
                </a:solidFill>
                <a:latin typeface="Meiryo UI"/>
                <a:ea typeface="Meiryo UI"/>
              </a:rPr>
              <a:t>・紹介基準が地域内で統一されていない</a:t>
            </a:r>
          </a:p>
        </p:txBody>
      </p:sp>
      <p:sp>
        <p:nvSpPr>
          <p:cNvPr id="19" name="TextBox 18"/>
          <p:cNvSpPr txBox="1"/>
          <p:nvPr/>
        </p:nvSpPr>
        <p:spPr>
          <a:xfrm>
            <a:off x="2560320" y="6263640"/>
            <a:ext cx="9098280" cy="256032"/>
          </a:xfrm>
          <a:prstGeom prst="rect">
            <a:avLst/>
          </a:prstGeom>
          <a:noFill/>
        </p:spPr>
        <p:txBody>
          <a:bodyPr wrap="square" lIns="0" rIns="0" tIns="0" bIns="0" anchor="t">
            <a:spAutoFit/>
          </a:bodyPr>
          <a:lstStyle/>
          <a:p>
            <a:pPr algn="ctr"/>
            <a:r>
              <a:rPr sz="1200" b="1" i="0">
                <a:solidFill>
                  <a:srgbClr val="0B4F37"/>
                </a:solidFill>
                <a:latin typeface="Meiryo UI"/>
                <a:ea typeface="Meiryo UI"/>
              </a:rPr>
              <a:t>Factは単独では打ち手にならない。いくつかを線でつなぎ、仮説の材料にする。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APPENDIX C</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参考：Wants → 複数のNeeds仮説 → 確かめる質問</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30</a:t>
            </a:r>
          </a:p>
        </p:txBody>
      </p:sp>
      <p:sp>
        <p:nvSpPr>
          <p:cNvPr id="6" name="TextBox 5"/>
          <p:cNvSpPr txBox="1"/>
          <p:nvPr/>
        </p:nvSpPr>
        <p:spPr>
          <a:xfrm>
            <a:off x="548640" y="1426464"/>
            <a:ext cx="11109960" cy="274320"/>
          </a:xfrm>
          <a:prstGeom prst="rect">
            <a:avLst/>
          </a:prstGeom>
          <a:noFill/>
        </p:spPr>
        <p:txBody>
          <a:bodyPr wrap="square" lIns="0" rIns="0" tIns="0" bIns="0" anchor="t">
            <a:spAutoFit/>
          </a:bodyPr>
          <a:lstStyle/>
          <a:p>
            <a:pPr algn="ctr"/>
            <a:r>
              <a:rPr sz="1200" b="0" i="0">
                <a:solidFill>
                  <a:srgbClr val="595959"/>
                </a:solidFill>
                <a:latin typeface="Meiryo UI"/>
                <a:ea typeface="Meiryo UI"/>
              </a:rPr>
              <a:t>一つのWantsに、Needs仮説は複数あり得ます。決めつけず、質問で確かめる。中央列はNeedsの例としても使えます。</a:t>
            </a:r>
          </a:p>
        </p:txBody>
      </p:sp>
      <p:sp>
        <p:nvSpPr>
          <p:cNvPr id="7" name="Rounded Rectangle 6"/>
          <p:cNvSpPr/>
          <p:nvPr/>
        </p:nvSpPr>
        <p:spPr>
          <a:xfrm>
            <a:off x="548640" y="1783080"/>
            <a:ext cx="5532120" cy="6903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「勉強会をやってほしい」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若手の診療力向上／接点の維持／紹介を早める／方針の浸透</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特に誰に、何を持ち帰ってほしいですか？</a:t>
            </a:r>
          </a:p>
        </p:txBody>
      </p:sp>
      <p:sp>
        <p:nvSpPr>
          <p:cNvPr id="8" name="Rounded Rectangle 7"/>
          <p:cNvSpPr/>
          <p:nvPr/>
        </p:nvSpPr>
        <p:spPr>
          <a:xfrm>
            <a:off x="548640" y="2528315"/>
            <a:ext cx="5532120" cy="690372"/>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「A大学のB先生を呼んでほしい」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外部の知見／A大学との関係強化／医局を変える刺激／若手への視点</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B先生の、どの経験を聞きたいのでしょうか？</a:t>
            </a:r>
          </a:p>
        </p:txBody>
      </p:sp>
      <p:sp>
        <p:nvSpPr>
          <p:cNvPr id="9" name="Rounded Rectangle 8"/>
          <p:cNvSpPr/>
          <p:nvPr/>
        </p:nvSpPr>
        <p:spPr>
          <a:xfrm>
            <a:off x="548640" y="3273552"/>
            <a:ext cx="5532120" cy="6903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「学会のスライド・文献が欲しい」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院内で共有したい／理解を深めたい／症例判断・教育に使いたい</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どの内容を、どの場面で活用したいですか？</a:t>
            </a:r>
          </a:p>
        </p:txBody>
      </p:sp>
      <p:sp>
        <p:nvSpPr>
          <p:cNvPr id="10" name="Rounded Rectangle 9"/>
          <p:cNvSpPr/>
          <p:nvPr/>
        </p:nvSpPr>
        <p:spPr>
          <a:xfrm>
            <a:off x="548640" y="4018787"/>
            <a:ext cx="5532120" cy="690372"/>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「若手に腎病理を学ばせたい」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診断の質の安定／特定医師への依存減／将来の体制維持</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どのレベルまで判断できる状態を目指しますか？</a:t>
            </a:r>
          </a:p>
        </p:txBody>
      </p:sp>
      <p:sp>
        <p:nvSpPr>
          <p:cNvPr id="11" name="Rounded Rectangle 10"/>
          <p:cNvSpPr/>
          <p:nvPr/>
        </p:nvSpPr>
        <p:spPr>
          <a:xfrm>
            <a:off x="548640" y="4764024"/>
            <a:ext cx="5532120" cy="6903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「連携パスを整えたい」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役割分担の明確化／逆紹介の円滑化／患者の流れの安定</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今、連携のどこで最も困っていますか？</a:t>
            </a:r>
          </a:p>
        </p:txBody>
      </p:sp>
      <p:sp>
        <p:nvSpPr>
          <p:cNvPr id="12" name="Rounded Rectangle 11"/>
          <p:cNvSpPr/>
          <p:nvPr/>
        </p:nvSpPr>
        <p:spPr>
          <a:xfrm>
            <a:off x="548640" y="5509259"/>
            <a:ext cx="5532120" cy="690372"/>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「もっと早く紹介してほしい」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適切な時期につなぐ／治療の選択肢を残す／地域の基準を揃える</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紹介の、どの段階が最も課題ですか？</a:t>
            </a:r>
          </a:p>
        </p:txBody>
      </p:sp>
      <p:sp>
        <p:nvSpPr>
          <p:cNvPr id="13" name="Rounded Rectangle 12"/>
          <p:cNvSpPr/>
          <p:nvPr/>
        </p:nvSpPr>
        <p:spPr>
          <a:xfrm>
            <a:off x="6263640" y="1783080"/>
            <a:ext cx="5532120" cy="6903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「症例をまとめたい・論文にしたい」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業績が必要／専門医・学位／医局の評価を上げたい</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いつまでに、どの形で発表したいですか？</a:t>
            </a:r>
          </a:p>
        </p:txBody>
      </p:sp>
      <p:sp>
        <p:nvSpPr>
          <p:cNvPr id="14" name="Rounded Rectangle 13"/>
          <p:cNvSpPr/>
          <p:nvPr/>
        </p:nvSpPr>
        <p:spPr>
          <a:xfrm>
            <a:off x="6263640" y="2528315"/>
            <a:ext cx="5532120" cy="690372"/>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「医局の活動を全国へ発信したい」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存在価値を高める／入局者を増やす／共同研究へつなげる</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全国に最も伝えたい強みは何ですか？</a:t>
            </a:r>
          </a:p>
        </p:txBody>
      </p:sp>
      <p:sp>
        <p:nvSpPr>
          <p:cNvPr id="15" name="Rounded Rectangle 14"/>
          <p:cNvSpPr/>
          <p:nvPr/>
        </p:nvSpPr>
        <p:spPr>
          <a:xfrm>
            <a:off x="6263640" y="3273552"/>
            <a:ext cx="5532120" cy="6903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「関連病院に若手を出したい」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経験を積ませたい／派遣先との関係維持／ポストの確保</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派遣で、若手に何を得てほしいですか？</a:t>
            </a:r>
          </a:p>
        </p:txBody>
      </p:sp>
      <p:sp>
        <p:nvSpPr>
          <p:cNvPr id="16" name="Rounded Rectangle 15"/>
          <p:cNvSpPr/>
          <p:nvPr/>
        </p:nvSpPr>
        <p:spPr>
          <a:xfrm>
            <a:off x="6263640" y="4018787"/>
            <a:ext cx="5532120" cy="690372"/>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「市民公開講座をやりたい」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地域での認知向上／早期受診につなげる／患者・家族の支援</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参加者に、何を持ち帰ってほしいですか？</a:t>
            </a:r>
          </a:p>
        </p:txBody>
      </p:sp>
      <p:sp>
        <p:nvSpPr>
          <p:cNvPr id="17" name="Rounded Rectangle 16"/>
          <p:cNvSpPr/>
          <p:nvPr/>
        </p:nvSpPr>
        <p:spPr>
          <a:xfrm>
            <a:off x="6263640" y="4764024"/>
            <a:ext cx="5532120" cy="690372"/>
          </a:xfrm>
          <a:prstGeom prst="roundRect">
            <a:avLst>
              <a:gd name="adj" fmla="val 6000"/>
            </a:avLst>
          </a:prstGeom>
          <a:solidFill>
            <a:srgbClr val="F4FAF6"/>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「〇〇大学と共同で会をやりたい」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研究の幅を広げる／人材交流／エリアでの存在感</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その大学と、何を一緒に実現したいですか？</a:t>
            </a:r>
          </a:p>
        </p:txBody>
      </p:sp>
      <p:sp>
        <p:nvSpPr>
          <p:cNvPr id="18" name="Rounded Rectangle 17"/>
          <p:cNvSpPr/>
          <p:nvPr/>
        </p:nvSpPr>
        <p:spPr>
          <a:xfrm>
            <a:off x="6263640" y="5509259"/>
            <a:ext cx="5532120" cy="690372"/>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76809" bIns="76809" lIns="109728" rIns="109728"/>
          <a:lstStyle/>
          <a:p>
            <a:pPr algn="l">
              <a:spcAft>
                <a:spcPts val="200"/>
              </a:spcAft>
            </a:pPr>
            <a:r>
              <a:rPr sz="1000" b="1" i="0">
                <a:solidFill>
                  <a:srgbClr val="128A54"/>
                </a:solidFill>
                <a:latin typeface="Meiryo UI"/>
                <a:ea typeface="Meiryo UI"/>
              </a:rPr>
              <a:t>Wants </a:t>
            </a:r>
            <a:r>
              <a:rPr sz="1050" b="1" i="0">
                <a:solidFill>
                  <a:srgbClr val="262626"/>
                </a:solidFill>
                <a:latin typeface="Meiryo UI"/>
                <a:ea typeface="Meiryo UI"/>
              </a:rPr>
              <a:t>「小児科・移植科と話す場が欲しい」</a:t>
            </a:r>
          </a:p>
          <a:p>
            <a:pPr algn="l">
              <a:lnSpc>
                <a:spcPct val="110000"/>
              </a:lnSpc>
              <a:spcAft>
                <a:spcPts val="200"/>
              </a:spcAft>
            </a:pPr>
            <a:r>
              <a:rPr sz="950" b="1" i="0">
                <a:solidFill>
                  <a:srgbClr val="C00000"/>
                </a:solidFill>
                <a:latin typeface="Meiryo UI"/>
                <a:ea typeface="Meiryo UI"/>
              </a:rPr>
              <a:t>Needs仮説 </a:t>
            </a:r>
            <a:r>
              <a:rPr sz="950" b="0" i="0">
                <a:solidFill>
                  <a:srgbClr val="262626"/>
                </a:solidFill>
                <a:latin typeface="Meiryo UI"/>
                <a:ea typeface="Meiryo UI"/>
              </a:rPr>
              <a:t>移行期診療の円滑化／院内での症例共有</a:t>
            </a:r>
          </a:p>
          <a:p>
            <a:pPr algn="l">
              <a:lnSpc>
                <a:spcPct val="110000"/>
              </a:lnSpc>
            </a:pPr>
            <a:r>
              <a:rPr sz="950" b="1" i="0">
                <a:solidFill>
                  <a:srgbClr val="3B5C99"/>
                </a:solidFill>
                <a:latin typeface="Meiryo UI"/>
                <a:ea typeface="Meiryo UI"/>
              </a:rPr>
              <a:t>質問 </a:t>
            </a:r>
            <a:r>
              <a:rPr sz="950" b="0" i="0">
                <a:solidFill>
                  <a:srgbClr val="595959"/>
                </a:solidFill>
                <a:latin typeface="Meiryo UI"/>
                <a:ea typeface="Meiryo UI"/>
              </a:rPr>
              <a:t>どの患者さんの場面を想定していますか？</a:t>
            </a:r>
          </a:p>
        </p:txBody>
      </p:sp>
      <p:sp>
        <p:nvSpPr>
          <p:cNvPr id="19" name="TextBox 18"/>
          <p:cNvSpPr txBox="1"/>
          <p:nvPr/>
        </p:nvSpPr>
        <p:spPr>
          <a:xfrm>
            <a:off x="2560320" y="6263640"/>
            <a:ext cx="9098280" cy="256032"/>
          </a:xfrm>
          <a:prstGeom prst="rect">
            <a:avLst/>
          </a:prstGeom>
          <a:noFill/>
        </p:spPr>
        <p:txBody>
          <a:bodyPr wrap="square" lIns="0" rIns="0" tIns="0" bIns="0" anchor="t">
            <a:spAutoFit/>
          </a:bodyPr>
          <a:lstStyle/>
          <a:p>
            <a:pPr algn="ctr"/>
            <a:r>
              <a:rPr sz="1200" b="1" i="0">
                <a:solidFill>
                  <a:srgbClr val="0B4F37"/>
                </a:solidFill>
                <a:latin typeface="Meiryo UI"/>
                <a:ea typeface="Meiryo UI"/>
              </a:rPr>
              <a:t>同じWantsでも、裏のNeedsは施設によって違う。仮説が変われば、解決策も変わる。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APPENDIX D</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参考：4Sへつなげる思考プロセスの例</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31</a:t>
            </a:r>
          </a:p>
        </p:txBody>
      </p:sp>
      <p:sp>
        <p:nvSpPr>
          <p:cNvPr id="6" name="TextBox 5"/>
          <p:cNvSpPr txBox="1"/>
          <p:nvPr/>
        </p:nvSpPr>
        <p:spPr>
          <a:xfrm>
            <a:off x="548640" y="1371600"/>
            <a:ext cx="11109960" cy="274320"/>
          </a:xfrm>
          <a:prstGeom prst="rect">
            <a:avLst/>
          </a:prstGeom>
          <a:noFill/>
        </p:spPr>
        <p:txBody>
          <a:bodyPr wrap="square" lIns="0" rIns="0" tIns="0" bIns="0" anchor="t">
            <a:spAutoFit/>
          </a:bodyPr>
          <a:lstStyle/>
          <a:p>
            <a:pPr algn="ctr"/>
            <a:r>
              <a:rPr sz="1150" b="1" i="0">
                <a:solidFill>
                  <a:srgbClr val="0B4F37"/>
                </a:solidFill>
                <a:latin typeface="Meiryo UI"/>
                <a:ea typeface="Meiryo UI"/>
              </a:rPr>
              <a:t>以下は参考例です。同じ情報から異なる仮説・解決策も考えられます。どのFactからどの仮説を立てたかを見てください。</a:t>
            </a:r>
          </a:p>
        </p:txBody>
      </p:sp>
      <p:sp>
        <p:nvSpPr>
          <p:cNvPr id="7" name="Rounded Rectangle 6"/>
          <p:cNvSpPr/>
          <p:nvPr/>
        </p:nvSpPr>
        <p:spPr>
          <a:xfrm>
            <a:off x="1554480" y="1719072"/>
            <a:ext cx="3310128" cy="329184"/>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100" b="1" i="0">
                <a:solidFill>
                  <a:srgbClr val="FFFFFF"/>
                </a:solidFill>
                <a:latin typeface="Meiryo UI"/>
                <a:ea typeface="Meiryo UI"/>
              </a:rPr>
              <a:t>例1：関連病院向け勉強会</a:t>
            </a:r>
          </a:p>
        </p:txBody>
      </p:sp>
      <p:sp>
        <p:nvSpPr>
          <p:cNvPr id="8" name="Rounded Rectangle 7"/>
          <p:cNvSpPr/>
          <p:nvPr/>
        </p:nvSpPr>
        <p:spPr>
          <a:xfrm>
            <a:off x="4956048" y="1719072"/>
            <a:ext cx="3310128" cy="329184"/>
          </a:xfrm>
          <a:prstGeom prst="roundRect">
            <a:avLst>
              <a:gd name="adj" fmla="val 8000"/>
            </a:avLst>
          </a:prstGeom>
          <a:solidFill>
            <a:srgbClr val="B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100" b="1" i="0">
                <a:solidFill>
                  <a:srgbClr val="FFFFFF"/>
                </a:solidFill>
                <a:latin typeface="Meiryo UI"/>
                <a:ea typeface="Meiryo UI"/>
              </a:rPr>
              <a:t>例2：全国発信</a:t>
            </a:r>
          </a:p>
        </p:txBody>
      </p:sp>
      <p:sp>
        <p:nvSpPr>
          <p:cNvPr id="9" name="Rounded Rectangle 8"/>
          <p:cNvSpPr/>
          <p:nvPr/>
        </p:nvSpPr>
        <p:spPr>
          <a:xfrm>
            <a:off x="8357616" y="1719072"/>
            <a:ext cx="3310128" cy="329184"/>
          </a:xfrm>
          <a:prstGeom prst="roundRect">
            <a:avLst>
              <a:gd name="adj" fmla="val 8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100" b="1" i="0">
                <a:solidFill>
                  <a:srgbClr val="FFFFFF"/>
                </a:solidFill>
                <a:latin typeface="Meiryo UI"/>
                <a:ea typeface="Meiryo UI"/>
              </a:rPr>
              <a:t>例3：腎病理教育</a:t>
            </a:r>
          </a:p>
        </p:txBody>
      </p:sp>
      <p:sp>
        <p:nvSpPr>
          <p:cNvPr id="10" name="Rounded Rectangle 9"/>
          <p:cNvSpPr/>
          <p:nvPr/>
        </p:nvSpPr>
        <p:spPr>
          <a:xfrm>
            <a:off x="548640" y="2103120"/>
            <a:ext cx="932688" cy="603504"/>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50" b="1" i="0">
                <a:solidFill>
                  <a:srgbClr val="FFFFFF"/>
                </a:solidFill>
                <a:latin typeface="Meiryo UI"/>
                <a:ea typeface="Meiryo UI"/>
              </a:rPr>
              <a:t>起点</a:t>
            </a:r>
          </a:p>
        </p:txBody>
      </p:sp>
      <p:sp>
        <p:nvSpPr>
          <p:cNvPr id="11" name="Rounded Rectangle 10"/>
          <p:cNvSpPr/>
          <p:nvPr/>
        </p:nvSpPr>
        <p:spPr>
          <a:xfrm>
            <a:off x="1554480" y="2103120"/>
            <a:ext cx="3310128" cy="603504"/>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Fact：進行後の紹介が多く、施設で時期に差</a:t>
            </a:r>
          </a:p>
          <a:p>
            <a:pPr algn="l">
              <a:lnSpc>
                <a:spcPct val="112000"/>
              </a:lnSpc>
            </a:pPr>
            <a:r>
              <a:rPr sz="900" b="0" i="0">
                <a:solidFill>
                  <a:srgbClr val="262626"/>
                </a:solidFill>
                <a:latin typeface="Meiryo UI"/>
                <a:ea typeface="Meiryo UI"/>
              </a:rPr>
              <a:t>Wants：関連病院向けに勉強会を</a:t>
            </a:r>
          </a:p>
        </p:txBody>
      </p:sp>
      <p:sp>
        <p:nvSpPr>
          <p:cNvPr id="12" name="Rounded Rectangle 11"/>
          <p:cNvSpPr/>
          <p:nvPr/>
        </p:nvSpPr>
        <p:spPr>
          <a:xfrm>
            <a:off x="4956048" y="2103120"/>
            <a:ext cx="3310128" cy="603504"/>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Fact：症例・研究実績はあるが発表は一部に限定</a:t>
            </a:r>
          </a:p>
          <a:p>
            <a:pPr algn="l">
              <a:lnSpc>
                <a:spcPct val="112000"/>
              </a:lnSpc>
            </a:pPr>
            <a:r>
              <a:rPr sz="900" b="0" i="0">
                <a:solidFill>
                  <a:srgbClr val="262626"/>
                </a:solidFill>
                <a:latin typeface="Meiryo UI"/>
                <a:ea typeface="Meiryo UI"/>
              </a:rPr>
              <a:t>Wants：医局の活動を全国へ</a:t>
            </a:r>
          </a:p>
        </p:txBody>
      </p:sp>
      <p:sp>
        <p:nvSpPr>
          <p:cNvPr id="13" name="Rounded Rectangle 12"/>
          <p:cNvSpPr/>
          <p:nvPr/>
        </p:nvSpPr>
        <p:spPr>
          <a:xfrm>
            <a:off x="8357616" y="2103120"/>
            <a:ext cx="3310128" cy="603504"/>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Fact：病理評価が少数医師に集中</a:t>
            </a:r>
          </a:p>
          <a:p>
            <a:pPr algn="l">
              <a:lnSpc>
                <a:spcPct val="112000"/>
              </a:lnSpc>
            </a:pPr>
            <a:r>
              <a:rPr sz="900" b="0" i="0">
                <a:solidFill>
                  <a:srgbClr val="262626"/>
                </a:solidFill>
                <a:latin typeface="Meiryo UI"/>
                <a:ea typeface="Meiryo UI"/>
              </a:rPr>
              <a:t>Wants：若手に腎病理を学ばせたい</a:t>
            </a:r>
          </a:p>
        </p:txBody>
      </p:sp>
      <p:sp>
        <p:nvSpPr>
          <p:cNvPr id="14" name="Rounded Rectangle 13"/>
          <p:cNvSpPr/>
          <p:nvPr/>
        </p:nvSpPr>
        <p:spPr>
          <a:xfrm>
            <a:off x="548640" y="2752344"/>
            <a:ext cx="932688" cy="45720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50" b="1" i="0">
                <a:solidFill>
                  <a:srgbClr val="FFFFFF"/>
                </a:solidFill>
                <a:latin typeface="Meiryo UI"/>
                <a:ea typeface="Meiryo UI"/>
              </a:rPr>
              <a:t>仮説</a:t>
            </a:r>
          </a:p>
        </p:txBody>
      </p:sp>
      <p:sp>
        <p:nvSpPr>
          <p:cNvPr id="15" name="Rounded Rectangle 14"/>
          <p:cNvSpPr/>
          <p:nvPr/>
        </p:nvSpPr>
        <p:spPr>
          <a:xfrm>
            <a:off x="1554480" y="2752344"/>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紹介判断の考え方を共有し、適切な時期につなぎたい</a:t>
            </a:r>
          </a:p>
        </p:txBody>
      </p:sp>
      <p:sp>
        <p:nvSpPr>
          <p:cNvPr id="16" name="Rounded Rectangle 15"/>
          <p:cNvSpPr/>
          <p:nvPr/>
        </p:nvSpPr>
        <p:spPr>
          <a:xfrm>
            <a:off x="4956048" y="2752344"/>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存在価値を高め、若手の成長機会と人脈を広げたい</a:t>
            </a:r>
          </a:p>
        </p:txBody>
      </p:sp>
      <p:sp>
        <p:nvSpPr>
          <p:cNvPr id="17" name="Rounded Rectangle 16"/>
          <p:cNvSpPr/>
          <p:nvPr/>
        </p:nvSpPr>
        <p:spPr>
          <a:xfrm>
            <a:off x="8357616" y="2752344"/>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診断の質と、将来の診療・教育体制を維持したい</a:t>
            </a:r>
          </a:p>
        </p:txBody>
      </p:sp>
      <p:sp>
        <p:nvSpPr>
          <p:cNvPr id="18" name="Rounded Rectangle 17"/>
          <p:cNvSpPr/>
          <p:nvPr/>
        </p:nvSpPr>
        <p:spPr>
          <a:xfrm>
            <a:off x="548640" y="3255263"/>
            <a:ext cx="932688" cy="457200"/>
          </a:xfrm>
          <a:prstGeom prst="roundRect">
            <a:avLst>
              <a:gd name="adj" fmla="val 6000"/>
            </a:avLst>
          </a:prstGeom>
          <a:solidFill>
            <a:srgbClr val="3B5C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50" b="1" i="0">
                <a:solidFill>
                  <a:srgbClr val="FFFFFF"/>
                </a:solidFill>
                <a:latin typeface="Meiryo UI"/>
                <a:ea typeface="Meiryo UI"/>
              </a:rPr>
              <a:t>質問</a:t>
            </a:r>
          </a:p>
        </p:txBody>
      </p:sp>
      <p:sp>
        <p:nvSpPr>
          <p:cNvPr id="19" name="Rounded Rectangle 18"/>
          <p:cNvSpPr/>
          <p:nvPr/>
        </p:nvSpPr>
        <p:spPr>
          <a:xfrm>
            <a:off x="1554480" y="325526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勉強会の後、関連病院の何が変わってほしいですか？</a:t>
            </a:r>
          </a:p>
        </p:txBody>
      </p:sp>
      <p:sp>
        <p:nvSpPr>
          <p:cNvPr id="20" name="Rounded Rectangle 19"/>
          <p:cNvSpPr/>
          <p:nvPr/>
        </p:nvSpPr>
        <p:spPr>
          <a:xfrm>
            <a:off x="4956048" y="325526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全国に最も伝えたい医局の強みは何ですか？</a:t>
            </a:r>
          </a:p>
        </p:txBody>
      </p:sp>
      <p:sp>
        <p:nvSpPr>
          <p:cNvPr id="21" name="Rounded Rectangle 20"/>
          <p:cNvSpPr/>
          <p:nvPr/>
        </p:nvSpPr>
        <p:spPr>
          <a:xfrm>
            <a:off x="8357616" y="325526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どのレベルまで判断できる状態を目指しますか？</a:t>
            </a:r>
          </a:p>
        </p:txBody>
      </p:sp>
      <p:sp>
        <p:nvSpPr>
          <p:cNvPr id="22" name="Rounded Rectangle 21"/>
          <p:cNvSpPr/>
          <p:nvPr/>
        </p:nvSpPr>
        <p:spPr>
          <a:xfrm>
            <a:off x="548640" y="3758183"/>
            <a:ext cx="932688" cy="45720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50" b="1" i="0">
                <a:solidFill>
                  <a:srgbClr val="FFFFFF"/>
                </a:solidFill>
                <a:latin typeface="Meiryo UI"/>
                <a:ea typeface="Meiryo UI"/>
              </a:rPr>
              <a:t>Success</a:t>
            </a:r>
          </a:p>
        </p:txBody>
      </p:sp>
      <p:sp>
        <p:nvSpPr>
          <p:cNvPr id="23" name="Rounded Rectangle 22"/>
          <p:cNvSpPr/>
          <p:nvPr/>
        </p:nvSpPr>
        <p:spPr>
          <a:xfrm>
            <a:off x="1554480" y="375818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相談・紹介の考え方が、大学と関連病院で共有されている</a:t>
            </a:r>
          </a:p>
        </p:txBody>
      </p:sp>
      <p:sp>
        <p:nvSpPr>
          <p:cNvPr id="24" name="Rounded Rectangle 23"/>
          <p:cNvSpPr/>
          <p:nvPr/>
        </p:nvSpPr>
        <p:spPr>
          <a:xfrm>
            <a:off x="4956048" y="375818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強みが認知され、若手も含め継続的に発信している</a:t>
            </a:r>
          </a:p>
        </p:txBody>
      </p:sp>
      <p:sp>
        <p:nvSpPr>
          <p:cNvPr id="25" name="Rounded Rectangle 24"/>
          <p:cNvSpPr/>
          <p:nvPr/>
        </p:nvSpPr>
        <p:spPr>
          <a:xfrm>
            <a:off x="8357616" y="375818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複数の医師が病理所見を臨床と統合して検討できる</a:t>
            </a:r>
          </a:p>
        </p:txBody>
      </p:sp>
      <p:sp>
        <p:nvSpPr>
          <p:cNvPr id="26" name="Rounded Rectangle 25"/>
          <p:cNvSpPr/>
          <p:nvPr/>
        </p:nvSpPr>
        <p:spPr>
          <a:xfrm>
            <a:off x="548640" y="4261103"/>
            <a:ext cx="932688" cy="457200"/>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50" b="1" i="0">
                <a:solidFill>
                  <a:srgbClr val="FFFFFF"/>
                </a:solidFill>
                <a:latin typeface="Meiryo UI"/>
                <a:ea typeface="Meiryo UI"/>
              </a:rPr>
              <a:t>Situation</a:t>
            </a:r>
          </a:p>
        </p:txBody>
      </p:sp>
      <p:sp>
        <p:nvSpPr>
          <p:cNvPr id="27" name="Rounded Rectangle 26"/>
          <p:cNvSpPr/>
          <p:nvPr/>
        </p:nvSpPr>
        <p:spPr>
          <a:xfrm>
            <a:off x="1554480" y="426110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進行後の紹介が多く、施設ごとに紹介時期が異なる</a:t>
            </a:r>
          </a:p>
        </p:txBody>
      </p:sp>
      <p:sp>
        <p:nvSpPr>
          <p:cNvPr id="28" name="Rounded Rectangle 27"/>
          <p:cNvSpPr/>
          <p:nvPr/>
        </p:nvSpPr>
        <p:spPr>
          <a:xfrm>
            <a:off x="4956048" y="426110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実績はあるが、発信する医師と機会が限られている</a:t>
            </a:r>
          </a:p>
        </p:txBody>
      </p:sp>
      <p:sp>
        <p:nvSpPr>
          <p:cNvPr id="29" name="Rounded Rectangle 28"/>
          <p:cNvSpPr/>
          <p:nvPr/>
        </p:nvSpPr>
        <p:spPr>
          <a:xfrm>
            <a:off x="8357616" y="426110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評価が少数に集中し、若手の教育機会が少ない</a:t>
            </a:r>
          </a:p>
        </p:txBody>
      </p:sp>
      <p:sp>
        <p:nvSpPr>
          <p:cNvPr id="30" name="Rounded Rectangle 29"/>
          <p:cNvSpPr/>
          <p:nvPr/>
        </p:nvSpPr>
        <p:spPr>
          <a:xfrm>
            <a:off x="548640" y="4764023"/>
            <a:ext cx="932688" cy="457200"/>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50" b="1" i="0">
                <a:solidFill>
                  <a:srgbClr val="FFFFFF"/>
                </a:solidFill>
                <a:latin typeface="Meiryo UI"/>
                <a:ea typeface="Meiryo UI"/>
              </a:rPr>
              <a:t>Source</a:t>
            </a:r>
          </a:p>
        </p:txBody>
      </p:sp>
      <p:sp>
        <p:nvSpPr>
          <p:cNvPr id="31" name="Rounded Rectangle 30"/>
          <p:cNvSpPr/>
          <p:nvPr/>
        </p:nvSpPr>
        <p:spPr>
          <a:xfrm>
            <a:off x="1554480" y="476402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紹介の目安が共有されず、相談の時期を判断しにくい</a:t>
            </a:r>
          </a:p>
        </p:txBody>
      </p:sp>
      <p:sp>
        <p:nvSpPr>
          <p:cNvPr id="32" name="Rounded Rectangle 31"/>
          <p:cNvSpPr/>
          <p:nvPr/>
        </p:nvSpPr>
        <p:spPr>
          <a:xfrm>
            <a:off x="4956048" y="476402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テーマ整理・若手育成・外部との接点が不足</a:t>
            </a:r>
          </a:p>
        </p:txBody>
      </p:sp>
      <p:sp>
        <p:nvSpPr>
          <p:cNvPr id="33" name="Rounded Rectangle 32"/>
          <p:cNvSpPr/>
          <p:nvPr/>
        </p:nvSpPr>
        <p:spPr>
          <a:xfrm>
            <a:off x="8357616" y="4764023"/>
            <a:ext cx="3310128" cy="4572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継続的に振り返る場と、臨床と病理をつなぐ機会が不足</a:t>
            </a:r>
          </a:p>
        </p:txBody>
      </p:sp>
      <p:sp>
        <p:nvSpPr>
          <p:cNvPr id="34" name="Rounded Rectangle 33"/>
          <p:cNvSpPr/>
          <p:nvPr/>
        </p:nvSpPr>
        <p:spPr>
          <a:xfrm>
            <a:off x="548640" y="5266943"/>
            <a:ext cx="932688" cy="548640"/>
          </a:xfrm>
          <a:prstGeom prst="roundRect">
            <a:avLst>
              <a:gd name="adj" fmla="val 6000"/>
            </a:avLst>
          </a:prstGeom>
          <a:solidFill>
            <a:srgbClr val="128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950" b="1" i="0">
                <a:solidFill>
                  <a:srgbClr val="FFFFFF"/>
                </a:solidFill>
                <a:latin typeface="Meiryo UI"/>
                <a:ea typeface="Meiryo UI"/>
              </a:rPr>
              <a:t>Solution</a:t>
            </a:r>
          </a:p>
        </p:txBody>
      </p:sp>
      <p:sp>
        <p:nvSpPr>
          <p:cNvPr id="35" name="Rounded Rectangle 34"/>
          <p:cNvSpPr/>
          <p:nvPr/>
        </p:nvSpPr>
        <p:spPr>
          <a:xfrm>
            <a:off x="1554480" y="5266943"/>
            <a:ext cx="3310128" cy="54864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一方向の講演ではなく、症例で相談時期を議論する場を設計</a:t>
            </a:r>
          </a:p>
        </p:txBody>
      </p:sp>
      <p:sp>
        <p:nvSpPr>
          <p:cNvPr id="36" name="Rounded Rectangle 35"/>
          <p:cNvSpPr/>
          <p:nvPr/>
        </p:nvSpPr>
        <p:spPr>
          <a:xfrm>
            <a:off x="4956048" y="5266943"/>
            <a:ext cx="3310128" cy="54864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若手・中堅も含め、近隣大学・基幹病院と共同で発信機会を設計</a:t>
            </a:r>
          </a:p>
        </p:txBody>
      </p:sp>
      <p:sp>
        <p:nvSpPr>
          <p:cNvPr id="37" name="Rounded Rectangle 36"/>
          <p:cNvSpPr/>
          <p:nvPr/>
        </p:nvSpPr>
        <p:spPr>
          <a:xfrm>
            <a:off x="8357616" y="5266943"/>
            <a:ext cx="3310128" cy="54864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tIns="57607" bIns="57607" lIns="82296" rIns="82296"/>
          <a:lstStyle/>
          <a:p>
            <a:pPr algn="l">
              <a:lnSpc>
                <a:spcPct val="112000"/>
              </a:lnSpc>
            </a:pPr>
            <a:r>
              <a:rPr sz="900" b="0" i="0">
                <a:solidFill>
                  <a:srgbClr val="262626"/>
                </a:solidFill>
                <a:latin typeface="Meiryo UI"/>
                <a:ea typeface="Meiryo UI"/>
              </a:rPr>
              <a:t>病理医・臨床医・関連病院の若手による継続的な症例検討を設計</a:t>
            </a:r>
          </a:p>
        </p:txBody>
      </p:sp>
      <p:sp>
        <p:nvSpPr>
          <p:cNvPr id="38" name="Rounded Rectangle 37"/>
          <p:cNvSpPr/>
          <p:nvPr/>
        </p:nvSpPr>
        <p:spPr>
          <a:xfrm>
            <a:off x="548640" y="5806440"/>
            <a:ext cx="11109960" cy="420624"/>
          </a:xfrm>
          <a:prstGeom prst="roundRect">
            <a:avLst>
              <a:gd name="adj" fmla="val 10000"/>
            </a:avLst>
          </a:prstGeom>
          <a:solidFill>
            <a:srgbClr val="FFF6DC"/>
          </a:solidFill>
          <a:ln w="1270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200" b="1" i="0">
                <a:solidFill>
                  <a:srgbClr val="0B4F37"/>
                </a:solidFill>
                <a:latin typeface="Meiryo UI"/>
                <a:ea typeface="Meiryo UI"/>
              </a:rPr>
              <a:t>解決策は影響の範囲で選べる：　① 施設内　→　② 大学と関連病院　→　③ 複数の大学・基幹病院　→　④ エリア全体</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10896"/>
            <a:ext cx="1828800" cy="384048"/>
          </a:xfrm>
          <a:prstGeom prst="roundRect">
            <a:avLst>
              <a:gd name="adj" fmla="val 5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ctr"/>
            <a:r>
              <a:rPr sz="1250" b="1" i="0">
                <a:solidFill>
                  <a:srgbClr val="FFFFFF"/>
                </a:solidFill>
                <a:latin typeface="Meiryo UI"/>
                <a:ea typeface="Meiryo UI"/>
              </a:rPr>
              <a:t>APPENDIX E</a:t>
            </a:r>
          </a:p>
        </p:txBody>
      </p:sp>
      <p:sp>
        <p:nvSpPr>
          <p:cNvPr id="3" name="TextBox 2"/>
          <p:cNvSpPr txBox="1"/>
          <p:nvPr/>
        </p:nvSpPr>
        <p:spPr>
          <a:xfrm>
            <a:off x="548640" y="786384"/>
            <a:ext cx="11155680" cy="603504"/>
          </a:xfrm>
          <a:prstGeom prst="rect">
            <a:avLst/>
          </a:prstGeom>
          <a:noFill/>
        </p:spPr>
        <p:txBody>
          <a:bodyPr wrap="square" lIns="0" rIns="0" tIns="0" bIns="0" anchor="t">
            <a:spAutoFit/>
          </a:bodyPr>
          <a:lstStyle/>
          <a:p>
            <a:pPr algn="l"/>
            <a:r>
              <a:rPr sz="2500" b="1" i="0">
                <a:solidFill>
                  <a:srgbClr val="0B4F37"/>
                </a:solidFill>
                <a:latin typeface="Meiryo UI"/>
                <a:ea typeface="Meiryo UI"/>
              </a:rPr>
              <a:t>ファシリテーター用メモ</a:t>
            </a:r>
          </a:p>
        </p:txBody>
      </p:sp>
      <p:sp>
        <p:nvSpPr>
          <p:cNvPr id="4" name="TextBox 3"/>
          <p:cNvSpPr txBox="1"/>
          <p:nvPr/>
        </p:nvSpPr>
        <p:spPr>
          <a:xfrm>
            <a:off x="2560320" y="6528816"/>
            <a:ext cx="6766560" cy="274320"/>
          </a:xfrm>
          <a:prstGeom prst="rect">
            <a:avLst/>
          </a:prstGeom>
          <a:noFill/>
        </p:spPr>
        <p:txBody>
          <a:bodyPr wrap="square" lIns="0" rIns="0" tIns="0" bIns="0" anchor="t">
            <a:spAutoFit/>
          </a:bodyPr>
          <a:lstStyle/>
          <a:p>
            <a:pPr algn="l"/>
            <a:r>
              <a:rPr sz="900" b="0" i="0">
                <a:solidFill>
                  <a:srgbClr val="595959"/>
                </a:solidFill>
                <a:latin typeface="Meiryo UI"/>
                <a:ea typeface="Meiryo UI"/>
              </a:rPr>
              <a:t>Renal MR スキルアッププロジェクト DAY4｜戦略的思考</a:t>
            </a:r>
          </a:p>
        </p:txBody>
      </p:sp>
      <p:sp>
        <p:nvSpPr>
          <p:cNvPr id="5" name="TextBox 4"/>
          <p:cNvSpPr txBox="1"/>
          <p:nvPr/>
        </p:nvSpPr>
        <p:spPr>
          <a:xfrm>
            <a:off x="11155680" y="6528816"/>
            <a:ext cx="502920" cy="274320"/>
          </a:xfrm>
          <a:prstGeom prst="rect">
            <a:avLst/>
          </a:prstGeom>
          <a:noFill/>
        </p:spPr>
        <p:txBody>
          <a:bodyPr wrap="square" lIns="0" rIns="0" tIns="0" bIns="0" anchor="t">
            <a:spAutoFit/>
          </a:bodyPr>
          <a:lstStyle/>
          <a:p>
            <a:pPr algn="r"/>
            <a:r>
              <a:rPr sz="1000" b="1" i="0">
                <a:solidFill>
                  <a:srgbClr val="128A54"/>
                </a:solidFill>
                <a:latin typeface="Meiryo UI"/>
                <a:ea typeface="Meiryo UI"/>
              </a:rPr>
              <a:t>32</a:t>
            </a:r>
          </a:p>
        </p:txBody>
      </p:sp>
      <p:sp>
        <p:nvSpPr>
          <p:cNvPr id="6" name="Rounded Rectangle 5"/>
          <p:cNvSpPr/>
          <p:nvPr/>
        </p:nvSpPr>
        <p:spPr>
          <a:xfrm>
            <a:off x="548640" y="1737360"/>
            <a:ext cx="5486400" cy="502920"/>
          </a:xfrm>
          <a:prstGeom prst="roundRect">
            <a:avLst>
              <a:gd name="adj" fmla="val 12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当日の進行</a:t>
            </a:r>
          </a:p>
        </p:txBody>
      </p:sp>
      <p:sp>
        <p:nvSpPr>
          <p:cNvPr id="7" name="Rounded Rectangle 6"/>
          <p:cNvSpPr/>
          <p:nvPr/>
        </p:nvSpPr>
        <p:spPr>
          <a:xfrm>
            <a:off x="548640" y="2286000"/>
            <a:ext cx="5486400" cy="164592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2412" bIns="102412" lIns="146304" rIns="146304"/>
          <a:lstStyle/>
          <a:p>
            <a:pPr algn="l">
              <a:lnSpc>
                <a:spcPct val="120000"/>
              </a:lnSpc>
              <a:spcAft>
                <a:spcPts val="700"/>
              </a:spcAft>
            </a:pPr>
            <a:r>
              <a:rPr sz="1100" b="0" i="0">
                <a:solidFill>
                  <a:srgbClr val="262626"/>
                </a:solidFill>
                <a:latin typeface="Meiryo UI"/>
                <a:ea typeface="Meiryo UI"/>
              </a:rPr>
              <a:t>・0-10 振り返り＋Triple Win Beyond／10-25 ワーク①</a:t>
            </a:r>
          </a:p>
          <a:p>
            <a:pPr algn="l">
              <a:lnSpc>
                <a:spcPct val="120000"/>
              </a:lnSpc>
              <a:spcAft>
                <a:spcPts val="700"/>
              </a:spcAft>
            </a:pPr>
            <a:r>
              <a:rPr sz="1100" b="0" i="0">
                <a:solidFill>
                  <a:srgbClr val="262626"/>
                </a:solidFill>
                <a:latin typeface="Meiryo UI"/>
                <a:ea typeface="Meiryo UI"/>
              </a:rPr>
              <a:t>・25-40 ワーク②＋4S／40-50 インタビュー／50-60 まとめ・総括</a:t>
            </a:r>
          </a:p>
          <a:p>
            <a:pPr algn="l">
              <a:lnSpc>
                <a:spcPct val="120000"/>
              </a:lnSpc>
              <a:spcAft>
                <a:spcPts val="700"/>
              </a:spcAft>
            </a:pPr>
            <a:r>
              <a:rPr sz="1100" b="0" i="0">
                <a:solidFill>
                  <a:srgbClr val="262626"/>
                </a:solidFill>
                <a:latin typeface="Meiryo UI"/>
                <a:ea typeface="Meiryo UI"/>
              </a:rPr>
              <a:t>・レクチャーは合計20分。ワークと共有に30分を残す</a:t>
            </a:r>
          </a:p>
        </p:txBody>
      </p:sp>
      <p:sp>
        <p:nvSpPr>
          <p:cNvPr id="8" name="Rounded Rectangle 7"/>
          <p:cNvSpPr/>
          <p:nvPr/>
        </p:nvSpPr>
        <p:spPr>
          <a:xfrm>
            <a:off x="6172200" y="1737360"/>
            <a:ext cx="5486400" cy="502920"/>
          </a:xfrm>
          <a:prstGeom prst="roundRect">
            <a:avLst>
              <a:gd name="adj" fmla="val 12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ワーク①・②と事例</a:t>
            </a:r>
          </a:p>
        </p:txBody>
      </p:sp>
      <p:sp>
        <p:nvSpPr>
          <p:cNvPr id="9" name="Rounded Rectangle 8"/>
          <p:cNvSpPr/>
          <p:nvPr/>
        </p:nvSpPr>
        <p:spPr>
          <a:xfrm>
            <a:off x="6172200" y="2286000"/>
            <a:ext cx="5486400" cy="164592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2412" bIns="102412" lIns="146304" rIns="146304"/>
          <a:lstStyle/>
          <a:p>
            <a:pPr algn="l">
              <a:lnSpc>
                <a:spcPct val="120000"/>
              </a:lnSpc>
              <a:spcAft>
                <a:spcPts val="700"/>
              </a:spcAft>
            </a:pPr>
            <a:r>
              <a:rPr sz="1100" b="0" i="0">
                <a:solidFill>
                  <a:srgbClr val="262626"/>
                </a:solidFill>
                <a:latin typeface="Meiryo UI"/>
                <a:ea typeface="Meiryo UI"/>
              </a:rPr>
              <a:t>・①前半4分：例題9件を仕分け（13枚目の欄に番号）</a:t>
            </a:r>
          </a:p>
          <a:p>
            <a:pPr algn="l">
              <a:lnSpc>
                <a:spcPct val="120000"/>
              </a:lnSpc>
              <a:spcAft>
                <a:spcPts val="700"/>
              </a:spcAft>
            </a:pPr>
            <a:r>
              <a:rPr sz="1100" b="0" i="0">
                <a:solidFill>
                  <a:srgbClr val="262626"/>
                </a:solidFill>
                <a:latin typeface="Meiryo UI"/>
                <a:ea typeface="Meiryo UI"/>
              </a:rPr>
              <a:t>・①後半6分：WantsからNeedsを汲み取った経験を共有</a:t>
            </a:r>
          </a:p>
          <a:p>
            <a:pPr algn="l">
              <a:lnSpc>
                <a:spcPct val="120000"/>
              </a:lnSpc>
              <a:spcAft>
                <a:spcPts val="700"/>
              </a:spcAft>
            </a:pPr>
            <a:r>
              <a:rPr sz="1100" b="0" i="0">
                <a:solidFill>
                  <a:srgbClr val="262626"/>
                </a:solidFill>
                <a:latin typeface="Meiryo UI"/>
                <a:ea typeface="Meiryo UI"/>
              </a:rPr>
              <a:t>・17-19枚目：公開情報の実物 → FactとWants → 3つのNeeds仮説</a:t>
            </a:r>
          </a:p>
          <a:p>
            <a:pPr algn="l">
              <a:lnSpc>
                <a:spcPct val="120000"/>
              </a:lnSpc>
              <a:spcAft>
                <a:spcPts val="700"/>
              </a:spcAft>
            </a:pPr>
            <a:r>
              <a:rPr sz="1100" b="0" i="0">
                <a:solidFill>
                  <a:srgbClr val="262626"/>
                </a:solidFill>
                <a:latin typeface="Meiryo UI"/>
                <a:ea typeface="Meiryo UI"/>
              </a:rPr>
              <a:t>・②：20枚目の例を残したまま、21枚目の4Sに書き切る</a:t>
            </a:r>
          </a:p>
        </p:txBody>
      </p:sp>
      <p:sp>
        <p:nvSpPr>
          <p:cNvPr id="10" name="Rounded Rectangle 9"/>
          <p:cNvSpPr/>
          <p:nvPr/>
        </p:nvSpPr>
        <p:spPr>
          <a:xfrm>
            <a:off x="548640" y="4023360"/>
            <a:ext cx="5486400" cy="502920"/>
          </a:xfrm>
          <a:prstGeom prst="roundRect">
            <a:avLst>
              <a:gd name="adj" fmla="val 12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付録の使い方</a:t>
            </a:r>
          </a:p>
        </p:txBody>
      </p:sp>
      <p:sp>
        <p:nvSpPr>
          <p:cNvPr id="11" name="Rounded Rectangle 10"/>
          <p:cNvSpPr/>
          <p:nvPr/>
        </p:nvSpPr>
        <p:spPr>
          <a:xfrm>
            <a:off x="548640" y="4572000"/>
            <a:ext cx="5486400" cy="164592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2412" bIns="102412" lIns="146304" rIns="146304"/>
          <a:lstStyle/>
          <a:p>
            <a:pPr algn="l">
              <a:lnSpc>
                <a:spcPct val="120000"/>
              </a:lnSpc>
              <a:spcAft>
                <a:spcPts val="700"/>
              </a:spcAft>
            </a:pPr>
            <a:r>
              <a:rPr sz="1100" b="0" i="0">
                <a:solidFill>
                  <a:srgbClr val="262626"/>
                </a:solidFill>
                <a:latin typeface="Meiryo UI"/>
                <a:ea typeface="Meiryo UI"/>
              </a:rPr>
              <a:t>・A〜Cは、ワーク①の後に投影してよい（考える材料）</a:t>
            </a:r>
          </a:p>
          <a:p>
            <a:pPr algn="l">
              <a:lnSpc>
                <a:spcPct val="120000"/>
              </a:lnSpc>
              <a:spcAft>
                <a:spcPts val="700"/>
              </a:spcAft>
            </a:pPr>
            <a:r>
              <a:rPr sz="1100" b="0" i="0">
                <a:solidFill>
                  <a:srgbClr val="262626"/>
                </a:solidFill>
                <a:latin typeface="Meiryo UI"/>
                <a:ea typeface="Meiryo UI"/>
              </a:rPr>
              <a:t>・D（4S参考例）はワーク前に投影しない — なぞってしまうため</a:t>
            </a:r>
          </a:p>
          <a:p>
            <a:pPr algn="l">
              <a:lnSpc>
                <a:spcPct val="120000"/>
              </a:lnSpc>
              <a:spcAft>
                <a:spcPts val="700"/>
              </a:spcAft>
            </a:pPr>
            <a:r>
              <a:rPr sz="1100" b="0" i="0">
                <a:solidFill>
                  <a:srgbClr val="262626"/>
                </a:solidFill>
                <a:latin typeface="Meiryo UI"/>
                <a:ea typeface="Meiryo UI"/>
              </a:rPr>
              <a:t>・使うのは、ワーク②後の解説／議論が止まった時／研修後</a:t>
            </a:r>
          </a:p>
          <a:p>
            <a:pPr algn="l">
              <a:lnSpc>
                <a:spcPct val="120000"/>
              </a:lnSpc>
              <a:spcAft>
                <a:spcPts val="700"/>
              </a:spcAft>
            </a:pPr>
            <a:r>
              <a:rPr sz="1100" b="0" i="0">
                <a:solidFill>
                  <a:srgbClr val="262626"/>
                </a:solidFill>
                <a:latin typeface="Meiryo UI"/>
                <a:ea typeface="Meiryo UI"/>
              </a:rPr>
              <a:t>・「例が正しいのではなく、どのFactからどの仮説を立てたかを見る」</a:t>
            </a:r>
          </a:p>
        </p:txBody>
      </p:sp>
      <p:sp>
        <p:nvSpPr>
          <p:cNvPr id="12" name="Rounded Rectangle 11"/>
          <p:cNvSpPr/>
          <p:nvPr/>
        </p:nvSpPr>
        <p:spPr>
          <a:xfrm>
            <a:off x="6172200" y="4023360"/>
            <a:ext cx="5486400" cy="502920"/>
          </a:xfrm>
          <a:prstGeom prst="roundRect">
            <a:avLst>
              <a:gd name="adj" fmla="val 12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i="0">
                <a:solidFill>
                  <a:srgbClr val="FFFFFF"/>
                </a:solidFill>
                <a:latin typeface="Meiryo UI"/>
                <a:ea typeface="Meiryo UI"/>
              </a:rPr>
              <a:t>記録・書記</a:t>
            </a:r>
          </a:p>
        </p:txBody>
      </p:sp>
      <p:sp>
        <p:nvSpPr>
          <p:cNvPr id="13" name="Rounded Rectangle 12"/>
          <p:cNvSpPr/>
          <p:nvPr/>
        </p:nvSpPr>
        <p:spPr>
          <a:xfrm>
            <a:off x="6172200" y="4572000"/>
            <a:ext cx="5486400" cy="1645920"/>
          </a:xfrm>
          <a:prstGeom prst="roundRect">
            <a:avLst>
              <a:gd name="adj" fmla="val 10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tIns="102412" bIns="102412" lIns="146304" rIns="146304"/>
          <a:lstStyle/>
          <a:p>
            <a:pPr algn="l">
              <a:lnSpc>
                <a:spcPct val="120000"/>
              </a:lnSpc>
              <a:spcAft>
                <a:spcPts val="700"/>
              </a:spcAft>
            </a:pPr>
            <a:r>
              <a:rPr sz="1100" b="0" i="0">
                <a:solidFill>
                  <a:srgbClr val="262626"/>
                </a:solidFill>
                <a:latin typeface="Meiryo UI"/>
                <a:ea typeface="Meiryo UI"/>
              </a:rPr>
              <a:t>・13・15・21・23枚目が記録用スライド（そのまま入力可）</a:t>
            </a:r>
          </a:p>
          <a:p>
            <a:pPr algn="l">
              <a:lnSpc>
                <a:spcPct val="120000"/>
              </a:lnSpc>
              <a:spcAft>
                <a:spcPts val="700"/>
              </a:spcAft>
            </a:pPr>
            <a:r>
              <a:rPr sz="1100" b="0" i="0">
                <a:solidFill>
                  <a:srgbClr val="262626"/>
                </a:solidFill>
                <a:latin typeface="Meiryo UI"/>
                <a:ea typeface="Meiryo UI"/>
              </a:rPr>
              <a:t>・ワーク①はWants／Needs／変化の3列で拾う</a:t>
            </a:r>
          </a:p>
          <a:p>
            <a:pPr algn="l">
              <a:lnSpc>
                <a:spcPct val="120000"/>
              </a:lnSpc>
              <a:spcAft>
                <a:spcPts val="700"/>
              </a:spcAft>
            </a:pPr>
            <a:r>
              <a:rPr sz="1100" b="0" i="0">
                <a:solidFill>
                  <a:srgbClr val="262626"/>
                </a:solidFill>
                <a:latin typeface="Meiryo UI"/>
                <a:ea typeface="Meiryo UI"/>
              </a:rPr>
              <a:t>・終了後、記録用スライドをTeamsへ格納</a:t>
            </a:r>
          </a:p>
        </p:txBody>
      </p:sp>
      <p:sp>
        <p:nvSpPr>
          <p:cNvPr id="14" name="TextBox 13"/>
          <p:cNvSpPr txBox="1"/>
          <p:nvPr/>
        </p:nvSpPr>
        <p:spPr>
          <a:xfrm>
            <a:off x="3977639" y="6309360"/>
            <a:ext cx="7680960" cy="274320"/>
          </a:xfrm>
          <a:prstGeom prst="rect">
            <a:avLst/>
          </a:prstGeom>
          <a:noFill/>
        </p:spPr>
        <p:txBody>
          <a:bodyPr wrap="square" lIns="0" rIns="0" tIns="0" bIns="0" anchor="t">
            <a:spAutoFit/>
          </a:bodyPr>
          <a:lstStyle/>
          <a:p>
            <a:pPr algn="l"/>
            <a:r>
              <a:rPr sz="1100" b="0" i="0">
                <a:solidFill>
                  <a:srgbClr val="595959"/>
                </a:solidFill>
                <a:latin typeface="Meiryo UI"/>
                <a:ea typeface="Meiryo UI"/>
              </a:rPr>
              <a:t>ワーク①の題材・付録の事例はすべて架空です。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Emerald Chic">
  <a:themeElements>
    <a:clrScheme name="Novartis 2025">
      <a:dk1>
        <a:srgbClr val="0E322A"/>
      </a:dk1>
      <a:lt1>
        <a:srgbClr val="F7FBF8"/>
      </a:lt1>
      <a:dk2>
        <a:srgbClr val="173A32"/>
      </a:dk2>
      <a:lt2>
        <a:srgbClr val="DDEAE1"/>
      </a:lt2>
      <a:accent1>
        <a:srgbClr val="0D8B5F"/>
      </a:accent1>
      <a:accent2>
        <a:srgbClr val="14543F"/>
      </a:accent2>
      <a:accent3>
        <a:srgbClr val="4C6F62"/>
      </a:accent3>
      <a:accent4>
        <a:srgbClr val="A7D7BF"/>
      </a:accent4>
      <a:accent5>
        <a:srgbClr val="B7CDC2"/>
      </a:accent5>
      <a:accent6>
        <a:srgbClr val="E8F2EC"/>
      </a:accent6>
      <a:hlink>
        <a:srgbClr val="14543F"/>
      </a:hlink>
      <a:folHlink>
        <a:srgbClr val="4C6F62"/>
      </a:folHlink>
    </a:clrScheme>
    <a:fontScheme name="Novartis 2025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108000" rIns="108000" bIns="108000" rtlCol="0" anchor="t"/>
      <a:lstStyle>
        <a:defPPr marL="180000" indent="-180000" algn="l">
          <a:spcBef>
            <a:spcPts val="800"/>
          </a:spcBef>
          <a:buFont typeface="Arial" panose="020B0604020202020204" pitchFamily="34" charset="0"/>
          <a:buChar char="•"/>
          <a:defRPr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marL="180000" indent="-180000" algn="l">
          <a:spcBef>
            <a:spcPts val="800"/>
          </a:spcBef>
          <a:buFont typeface="Arial" panose="020B0604020202020204" pitchFamily="34" charset="0"/>
          <a:buChar char="•"/>
          <a:defRPr dirty="0" err="1" smtClean="0"/>
        </a:defPPr>
      </a:lstStyle>
    </a:txDef>
  </a:objectDefaults>
  <a:extraClrSchemeLst/>
  <a:custClrLst>
    <a:custClr>
      <a:srgbClr val="0D8B5F"/>
    </a:custClr>
    <a:custClr>
      <a:srgbClr val="C9D9F9"/>
    </a:custClr>
  </a:custClrLst>
  <a:extLst>
    <a:ext uri="{05A4C25C-085E-4340-85A3-A5531E510DB2}">
      <thm15:themeFamily xmlns:thm15="http://schemas.microsoft.com/office/thememl/2012/main" name="Novartis PowerPoint" id="{46FD7BFE-C972-1446-9555-CBDA807834FC}" vid="{71B7A1DA-CA9E-CE4E-99A9-0C1B3863930A}"/>
    </a:ext>
  </a:extLst>
</a:theme>
</file>

<file path=docProps/app.xml><?xml version="1.0" encoding="utf-8"?>
<Properties xmlns="http://schemas.openxmlformats.org/officeDocument/2006/extended-properties" xmlns:vt="http://schemas.openxmlformats.org/officeDocument/2006/docPropsVTypes">
  <TotalTime>3</TotalTime>
  <Words>4993</Words>
  <Application>Microsoft Macintosh PowerPoint</Application>
  <PresentationFormat>ワイド画面</PresentationFormat>
  <Paragraphs>834</Paragraphs>
  <Slides>47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47</vt:i4>
      </vt:variant>
    </vt:vector>
  </HeadingPairs>
  <TitlesOfParts>
    <vt:vector size="53" baseType="lpstr">
      <vt:lpstr>HG創英ﾌﾟﾚｾﾞﾝｽEB</vt:lpstr>
      <vt:lpstr>Meiryo UI</vt:lpstr>
      <vt:lpstr>Arial</vt:lpstr>
      <vt:lpstr>Calibri</vt:lpstr>
      <vt:lpstr>Office Theme</vt:lpstr>
      <vt:lpstr>Emerald Chic</vt:lpstr>
      <vt:lpstr>Renal　MR　スキルアッププロジェクトDAY４　</vt:lpstr>
      <vt:lpstr>■オープニング　5分 ■レクチャー&amp;ワーク①「構造マップ」 ■レクチャー&amp;ワーク②「4Sシート」 ■エリア戦略・まとめ　5分</vt:lpstr>
      <vt:lpstr>集めた情報、次の一手は？、、、</vt:lpstr>
      <vt:lpstr>Renal 大学/基幹病院担当者スキルアッププロジェクト</vt:lpstr>
      <vt:lpstr>Renal 大学/基幹病院担当者スキルアッププロジェクト</vt:lpstr>
      <vt:lpstr>Renal 大学/基幹病院担当者スキルアッププロジェクト</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拓也 井上</cp:lastModifiedBy>
  <cp:revision>1</cp:revision>
  <dcterms:created xsi:type="dcterms:W3CDTF">2013-01-27T09:14:16Z</dcterms:created>
  <dcterms:modified xsi:type="dcterms:W3CDTF">2026-07-27T11:49:09Z</dcterms:modified>
  <cp:category/>
</cp:coreProperties>
</file>